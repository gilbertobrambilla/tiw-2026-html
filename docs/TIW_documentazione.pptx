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51"/>
  </p:notesMasterIdLst>
  <p:sldIdLst>
    <p:sldId id="256" r:id="rId2"/>
    <p:sldId id="258" r:id="rId3"/>
    <p:sldId id="259" r:id="rId4"/>
    <p:sldId id="261" r:id="rId5"/>
    <p:sldId id="262" r:id="rId6"/>
    <p:sldId id="263" r:id="rId7"/>
    <p:sldId id="266" r:id="rId8"/>
    <p:sldId id="264" r:id="rId9"/>
    <p:sldId id="267" r:id="rId10"/>
    <p:sldId id="268" r:id="rId11"/>
    <p:sldId id="269" r:id="rId12"/>
    <p:sldId id="270" r:id="rId13"/>
    <p:sldId id="265" r:id="rId14"/>
    <p:sldId id="303" r:id="rId15"/>
    <p:sldId id="274" r:id="rId16"/>
    <p:sldId id="279" r:id="rId17"/>
    <p:sldId id="278" r:id="rId18"/>
    <p:sldId id="280" r:id="rId19"/>
    <p:sldId id="272" r:id="rId20"/>
    <p:sldId id="276" r:id="rId21"/>
    <p:sldId id="273" r:id="rId22"/>
    <p:sldId id="281" r:id="rId23"/>
    <p:sldId id="282" r:id="rId24"/>
    <p:sldId id="283" r:id="rId25"/>
    <p:sldId id="285" r:id="rId26"/>
    <p:sldId id="286" r:id="rId27"/>
    <p:sldId id="287" r:id="rId28"/>
    <p:sldId id="288" r:id="rId29"/>
    <p:sldId id="289" r:id="rId30"/>
    <p:sldId id="295" r:id="rId31"/>
    <p:sldId id="296" r:id="rId32"/>
    <p:sldId id="297" r:id="rId33"/>
    <p:sldId id="298" r:id="rId34"/>
    <p:sldId id="310" r:id="rId35"/>
    <p:sldId id="318" r:id="rId36"/>
    <p:sldId id="319" r:id="rId37"/>
    <p:sldId id="320" r:id="rId38"/>
    <p:sldId id="308" r:id="rId39"/>
    <p:sldId id="312" r:id="rId40"/>
    <p:sldId id="313" r:id="rId41"/>
    <p:sldId id="314" r:id="rId42"/>
    <p:sldId id="304" r:id="rId43"/>
    <p:sldId id="315" r:id="rId44"/>
    <p:sldId id="302" r:id="rId45"/>
    <p:sldId id="305" r:id="rId46"/>
    <p:sldId id="300" r:id="rId47"/>
    <p:sldId id="306" r:id="rId48"/>
    <p:sldId id="299" r:id="rId49"/>
    <p:sldId id="307" r:id="rId50"/>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1EB45B"/>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073A0DAA-6AF3-43AB-8588-CEC1D06C72B9}" styleName="Medium Styl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 styleId="{69012ECD-51FC-41F1-AA8D-1B2483CD663E}" styleName="Light Style 2 - Accent 1">
    <a:wholeTbl>
      <a:tcTxStyle>
        <a:fontRef idx="minor">
          <a:scrgbClr r="0" g="0" b="0"/>
        </a:fontRef>
        <a:schemeClr val="tx1"/>
      </a:tcTxStyle>
      <a:tcStyle>
        <a:tcBdr>
          <a:left>
            <a:lnRef idx="1">
              <a:schemeClr val="accent1"/>
            </a:lnRef>
          </a:left>
          <a:right>
            <a:lnRef idx="1">
              <a:schemeClr val="accent1"/>
            </a:lnRef>
          </a:right>
          <a:top>
            <a:lnRef idx="1">
              <a:schemeClr val="accent1"/>
            </a:lnRef>
          </a:top>
          <a:bottom>
            <a:lnRef idx="1">
              <a:schemeClr val="accent1"/>
            </a:lnRef>
          </a:bottom>
          <a:insideH>
            <a:ln>
              <a:noFill/>
            </a:ln>
          </a:insideH>
          <a:insideV>
            <a:ln>
              <a:noFill/>
            </a:ln>
          </a:insideV>
        </a:tcBdr>
        <a:fill>
          <a:noFill/>
        </a:fill>
      </a:tcStyle>
    </a:wholeTbl>
    <a:band1H>
      <a:tcStyle>
        <a:tcBdr>
          <a:top>
            <a:lnRef idx="1">
              <a:schemeClr val="accent1"/>
            </a:lnRef>
          </a:top>
          <a:bottom>
            <a:lnRef idx="1">
              <a:schemeClr val="accent1"/>
            </a:lnRef>
          </a:bottom>
        </a:tcBdr>
      </a:tcStyle>
    </a:band1H>
    <a:band1V>
      <a:tcStyle>
        <a:tcBdr>
          <a:left>
            <a:lnRef idx="1">
              <a:schemeClr val="accent1"/>
            </a:lnRef>
          </a:left>
          <a:right>
            <a:lnRef idx="1">
              <a:schemeClr val="accent1"/>
            </a:lnRef>
          </a:right>
        </a:tcBdr>
      </a:tcStyle>
    </a:band1V>
    <a:band2V>
      <a:tcStyle>
        <a:tcBdr>
          <a:left>
            <a:lnRef idx="1">
              <a:schemeClr val="accent1"/>
            </a:lnRef>
          </a:left>
          <a:right>
            <a:lnRef idx="1">
              <a:schemeClr val="accent1"/>
            </a:lnRef>
          </a:right>
        </a:tcBdr>
      </a:tcStyle>
    </a:band2V>
    <a:lastCol>
      <a:tcTxStyle b="on"/>
      <a:tcStyle>
        <a:tcBdr/>
      </a:tcStyle>
    </a:lastCol>
    <a:firstCol>
      <a:tcTxStyle b="on"/>
      <a:tcStyle>
        <a:tcBdr/>
      </a:tcStyle>
    </a:firstCol>
    <a:lastRow>
      <a:tcTxStyle b="on"/>
      <a:tcStyle>
        <a:tcBdr>
          <a:top>
            <a:ln w="50800" cmpd="dbl">
              <a:solidFill>
                <a:schemeClr val="accent1"/>
              </a:solidFill>
            </a:ln>
          </a:top>
        </a:tcBdr>
      </a:tcStyle>
    </a:lastRow>
    <a:firstRow>
      <a:tcTxStyle b="on">
        <a:fontRef idx="minor">
          <a:scrgbClr r="0" g="0" b="0"/>
        </a:fontRef>
        <a:schemeClr val="bg1"/>
      </a:tcTxStyle>
      <a:tcStyle>
        <a:tcBdr/>
        <a:fillRef idx="1">
          <a:schemeClr val="accent1"/>
        </a:fillRef>
      </a:tcStyle>
    </a:firstRow>
  </a:tblStyle>
  <a:tblStyle styleId="{3C2FFA5D-87B4-456A-9821-1D502468CF0F}" styleName="Themed Style 1 - Accent 1">
    <a:tblBg>
      <a:fillRef idx="2">
        <a:schemeClr val="accent1"/>
      </a:fillRef>
      <a:effectRef idx="1">
        <a:schemeClr val="accent1"/>
      </a:effectRef>
    </a:tblBg>
    <a:wholeTbl>
      <a:tcTxStyle>
        <a:fontRef idx="minor">
          <a:scrgbClr r="0" g="0" b="0"/>
        </a:fontRef>
        <a:schemeClr val="dk1"/>
      </a:tcTxStyle>
      <a:tcStyle>
        <a:tcBdr>
          <a:left>
            <a:lnRef idx="1">
              <a:schemeClr val="accent1"/>
            </a:lnRef>
          </a:left>
          <a:right>
            <a:lnRef idx="1">
              <a:schemeClr val="accent1"/>
            </a:lnRef>
          </a:right>
          <a:top>
            <a:lnRef idx="1">
              <a:schemeClr val="accent1"/>
            </a:lnRef>
          </a:top>
          <a:bottom>
            <a:lnRef idx="1">
              <a:schemeClr val="accent1"/>
            </a:lnRef>
          </a:bottom>
          <a:insideH>
            <a:lnRef idx="1">
              <a:schemeClr val="accent1"/>
            </a:lnRef>
          </a:insideH>
          <a:insideV>
            <a:lnRef idx="1">
              <a:schemeClr val="accent1"/>
            </a:lnRef>
          </a:insideV>
        </a:tcBdr>
        <a:fill>
          <a:noFill/>
        </a:fill>
      </a:tcStyle>
    </a:wholeTbl>
    <a:band1H>
      <a:tcStyle>
        <a:tcBdr/>
        <a:fill>
          <a:solidFill>
            <a:schemeClr val="accent1">
              <a:alpha val="40000"/>
            </a:schemeClr>
          </a:solidFill>
        </a:fill>
      </a:tcStyle>
    </a:band1H>
    <a:band2H>
      <a:tcStyle>
        <a:tcBdr/>
      </a:tcStyle>
    </a:band2H>
    <a:band1V>
      <a:tcStyle>
        <a:tcBdr>
          <a:top>
            <a:lnRef idx="1">
              <a:schemeClr val="accent1"/>
            </a:lnRef>
          </a:top>
          <a:bottom>
            <a:lnRef idx="1">
              <a:schemeClr val="accent1"/>
            </a:lnRef>
          </a:bottom>
        </a:tcBdr>
        <a:fill>
          <a:solidFill>
            <a:schemeClr val="accent1">
              <a:alpha val="40000"/>
            </a:schemeClr>
          </a:solidFill>
        </a:fill>
      </a:tcStyle>
    </a:band1V>
    <a:band2V>
      <a:tcStyle>
        <a:tcBdr/>
      </a:tcStyle>
    </a:band2V>
    <a:lastCol>
      <a:tcTxStyle b="on"/>
      <a:tcStyle>
        <a:tcBdr>
          <a:left>
            <a:lnRef idx="2">
              <a:schemeClr val="accent1"/>
            </a:lnRef>
          </a:left>
          <a:right>
            <a:lnRef idx="1">
              <a:schemeClr val="accent1"/>
            </a:lnRef>
          </a:right>
          <a:top>
            <a:lnRef idx="1">
              <a:schemeClr val="accent1"/>
            </a:lnRef>
          </a:top>
          <a:bottom>
            <a:lnRef idx="1">
              <a:schemeClr val="accent1"/>
            </a:lnRef>
          </a:bottom>
          <a:insideH>
            <a:lnRef idx="1">
              <a:schemeClr val="accent1"/>
            </a:lnRef>
          </a:insideH>
          <a:insideV>
            <a:ln>
              <a:noFill/>
            </a:ln>
          </a:insideV>
        </a:tcBdr>
      </a:tcStyle>
    </a:lastCol>
    <a:firstCol>
      <a:tcTxStyle b="on"/>
      <a:tcStyle>
        <a:tcBdr>
          <a:left>
            <a:lnRef idx="1">
              <a:schemeClr val="accent1"/>
            </a:lnRef>
          </a:left>
          <a:right>
            <a:lnRef idx="2">
              <a:schemeClr val="accent1"/>
            </a:lnRef>
          </a:right>
          <a:top>
            <a:lnRef idx="1">
              <a:schemeClr val="accent1"/>
            </a:lnRef>
          </a:top>
          <a:bottom>
            <a:lnRef idx="1">
              <a:schemeClr val="accent1"/>
            </a:lnRef>
          </a:bottom>
          <a:insideH>
            <a:lnRef idx="1">
              <a:schemeClr val="accent1"/>
            </a:lnRef>
          </a:insideH>
          <a:insideV>
            <a:ln>
              <a:noFill/>
            </a:ln>
          </a:insideV>
        </a:tcBdr>
      </a:tcStyle>
    </a:firstCol>
    <a:lastRow>
      <a:tcTxStyle b="on"/>
      <a:tcStyle>
        <a:tcBdr>
          <a:left>
            <a:lnRef idx="1">
              <a:schemeClr val="accent1"/>
            </a:lnRef>
          </a:left>
          <a:right>
            <a:lnRef idx="1">
              <a:schemeClr val="accent1"/>
            </a:lnRef>
          </a:right>
          <a:top>
            <a:lnRef idx="2">
              <a:schemeClr val="accent1"/>
            </a:lnRef>
          </a:top>
          <a:bottom>
            <a:lnRef idx="2">
              <a:schemeClr val="accent1"/>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1"/>
            </a:lnRef>
          </a:left>
          <a:right>
            <a:lnRef idx="1">
              <a:schemeClr val="accent1"/>
            </a:lnRef>
          </a:right>
          <a:top>
            <a:lnRef idx="1">
              <a:schemeClr val="accent1"/>
            </a:lnRef>
          </a:top>
          <a:bottom>
            <a:lnRef idx="2">
              <a:schemeClr val="lt1"/>
            </a:lnRef>
          </a:bottom>
          <a:insideH>
            <a:ln>
              <a:noFill/>
            </a:ln>
          </a:insideH>
          <a:insideV>
            <a:ln>
              <a:noFill/>
            </a:ln>
          </a:insideV>
        </a:tcBdr>
        <a:fill>
          <a:solidFill>
            <a:schemeClr val="accent1"/>
          </a:solidFill>
        </a:fill>
      </a:tcStyle>
    </a:firstRow>
  </a:tblStyle>
  <a:tblStyle styleId="{B301B821-A1FF-4177-AEE7-76D212191A09}" styleName="Medium Style 1 - Accent 1">
    <a:wholeTbl>
      <a:tcTxStyle>
        <a:fontRef idx="minor">
          <a:scrgbClr r="0" g="0" b="0"/>
        </a:fontRef>
        <a:schemeClr val="dk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a:noFill/>
            </a:ln>
          </a:insideV>
        </a:tcBdr>
        <a:fill>
          <a:solidFill>
            <a:schemeClr val="lt1"/>
          </a:solidFill>
        </a:fill>
      </a:tcStyle>
    </a:wholeTbl>
    <a:band1H>
      <a:tcStyle>
        <a:tcBdr/>
        <a:fill>
          <a:solidFill>
            <a:schemeClr val="accent1">
              <a:tint val="20000"/>
            </a:schemeClr>
          </a:solidFill>
        </a:fill>
      </a:tcStyle>
    </a:band1H>
    <a:band1V>
      <a:tcStyle>
        <a:tcBdr/>
        <a:fill>
          <a:solidFill>
            <a:schemeClr val="accent1">
              <a:tint val="20000"/>
            </a:schemeClr>
          </a:solidFill>
        </a:fill>
      </a:tcStyle>
    </a:band1V>
    <a:lastCol>
      <a:tcTxStyle b="on"/>
      <a:tcStyle>
        <a:tcBdr/>
      </a:tcStyle>
    </a:lastCol>
    <a:firstCol>
      <a:tcTxStyle b="on"/>
      <a:tcStyle>
        <a:tcBdr/>
      </a:tcStyle>
    </a:firstCol>
    <a:lastRow>
      <a:tcTxStyle b="on"/>
      <a:tcStyle>
        <a:tcBdr>
          <a:top>
            <a:ln w="50800" cmpd="dbl">
              <a:solidFill>
                <a:schemeClr val="accent1"/>
              </a:solidFill>
            </a:ln>
          </a:top>
        </a:tcBdr>
        <a:fill>
          <a:solidFill>
            <a:schemeClr val="lt1"/>
          </a:solidFill>
        </a:fill>
      </a:tcStyle>
    </a:lastRow>
    <a:firstRow>
      <a:tcTxStyle b="on">
        <a:fontRef idx="minor">
          <a:scrgbClr r="0" g="0" b="0"/>
        </a:fontRef>
        <a:schemeClr val="lt1"/>
      </a:tcTxStyle>
      <a:tcStyle>
        <a:tcBdr/>
        <a:fill>
          <a:solidFill>
            <a:schemeClr val="accent1"/>
          </a:solidFill>
        </a:fill>
      </a:tcStyle>
    </a:firstRow>
  </a:tblStyle>
  <a:tblStyle styleId="{BC89EF96-8CEA-46FF-86C4-4CE0E7609802}" styleName="Light Style 3 - Accent 1">
    <a:wholeTbl>
      <a:tcTxStyle>
        <a:fontRef idx="minor">
          <a:scrgbClr r="0" g="0" b="0"/>
        </a:fontRef>
        <a:schemeClr val="tx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w="12700" cmpd="sng">
              <a:solidFill>
                <a:schemeClr val="accent1"/>
              </a:solidFill>
            </a:ln>
          </a:insideV>
        </a:tcBdr>
        <a:fill>
          <a:noFill/>
        </a:fill>
      </a:tcStyle>
    </a:wholeTbl>
    <a:band1H>
      <a:tcStyle>
        <a:tcBdr/>
        <a:fill>
          <a:solidFill>
            <a:schemeClr val="accent1">
              <a:alpha val="20000"/>
            </a:schemeClr>
          </a:solidFill>
        </a:fill>
      </a:tcStyle>
    </a:band1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50800" cmpd="dbl">
              <a:solidFill>
                <a:schemeClr val="accent1"/>
              </a:solidFill>
            </a:ln>
          </a:top>
        </a:tcBdr>
        <a:fill>
          <a:noFill/>
        </a:fill>
      </a:tcStyle>
    </a:lastRow>
    <a:firstRow>
      <a:tcTxStyle b="on"/>
      <a:tcStyle>
        <a:tcBdr>
          <a:bottom>
            <a:ln w="25400" cmpd="sng">
              <a:solidFill>
                <a:schemeClr val="accent1"/>
              </a:solidFill>
            </a:ln>
          </a:bottom>
        </a:tcBdr>
        <a:fill>
          <a:noFill/>
        </a:fill>
      </a:tcStyle>
    </a:firstRow>
  </a:tblStyle>
  <a:tblStyle styleId="{6E25E649-3F16-4E02-A733-19D2CDBF48F0}" styleName="Medium Style 3 - Accent 1">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1"/>
          </a:solidFill>
        </a:fill>
      </a:tcStyle>
    </a:lastCol>
    <a:firstCol>
      <a:tcTxStyle b="on">
        <a:fontRef idx="minor">
          <a:scrgbClr r="0" g="0" b="0"/>
        </a:fontRef>
        <a:schemeClr val="lt1"/>
      </a:tcTxStyle>
      <a:tcStyle>
        <a:tcBdr/>
        <a:fill>
          <a:solidFill>
            <a:schemeClr val="accent1"/>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1"/>
          </a:solidFill>
        </a:fill>
      </a:tcStyle>
    </a:firstRow>
  </a:tblStyle>
  <a:tblStyle styleId="{3B4B98B0-60AC-42C2-AFA5-B58CD77FA1E5}" styleName="Light Style 1 - Accent 1">
    <a:wholeTbl>
      <a:tcTxStyle>
        <a:fontRef idx="minor">
          <a:scrgbClr r="0" g="0" b="0"/>
        </a:fontRef>
        <a:schemeClr val="tx1"/>
      </a:tcTxStyle>
      <a:tcStyle>
        <a:tcBdr>
          <a:left>
            <a:ln>
              <a:noFill/>
            </a:ln>
          </a:left>
          <a:right>
            <a:ln>
              <a:noFill/>
            </a:ln>
          </a:right>
          <a:top>
            <a:ln w="12700" cmpd="sng">
              <a:solidFill>
                <a:schemeClr val="accent1"/>
              </a:solidFill>
            </a:ln>
          </a:top>
          <a:bottom>
            <a:ln w="12700" cmpd="sng">
              <a:solidFill>
                <a:schemeClr val="accent1"/>
              </a:solidFill>
            </a:ln>
          </a:bottom>
          <a:insideH>
            <a:ln>
              <a:noFill/>
            </a:ln>
          </a:insideH>
          <a:insideV>
            <a:ln>
              <a:noFill/>
            </a:ln>
          </a:insideV>
        </a:tcBdr>
        <a:fill>
          <a:noFill/>
        </a:fill>
      </a:tcStyle>
    </a:wholeTbl>
    <a:band1H>
      <a:tcStyle>
        <a:tcBdr/>
        <a:fill>
          <a:solidFill>
            <a:schemeClr val="accent1">
              <a:alpha val="20000"/>
            </a:schemeClr>
          </a:solidFill>
        </a:fill>
      </a:tcStyle>
    </a:band1H>
    <a:band2H>
      <a:tcStyle>
        <a:tcBdr/>
      </a:tcStyle>
    </a:band2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12700" cmpd="sng">
              <a:solidFill>
                <a:schemeClr val="accent1"/>
              </a:solidFill>
            </a:ln>
          </a:top>
        </a:tcBdr>
        <a:fill>
          <a:noFill/>
        </a:fill>
      </a:tcStyle>
    </a:lastRow>
    <a:firstRow>
      <a:tcTxStyle b="on"/>
      <a:tcStyle>
        <a:tcBdr>
          <a:bottom>
            <a:ln w="12700" cmpd="sng">
              <a:solidFill>
                <a:schemeClr val="accent1"/>
              </a:solidFill>
            </a:ln>
          </a:bottom>
        </a:tcBdr>
        <a:fill>
          <a:noFill/>
        </a:fill>
      </a:tcStyle>
    </a:firstRow>
  </a:tblStyle>
  <a:tblStyle styleId="{C4B1156A-380E-4F78-BDF5-A606A8083BF9}" styleName="Medium Style 4 - Accent 4">
    <a:wholeTbl>
      <a:tcTxStyle>
        <a:fontRef idx="minor">
          <a:scrgbClr r="0" g="0" b="0"/>
        </a:fontRef>
        <a:schemeClr val="dk1"/>
      </a:tcTxStyle>
      <a:tcStyle>
        <a:tcBdr>
          <a:left>
            <a:ln w="12700" cmpd="sng">
              <a:solidFill>
                <a:schemeClr val="accent4"/>
              </a:solidFill>
            </a:ln>
          </a:left>
          <a:right>
            <a:ln w="12700" cmpd="sng">
              <a:solidFill>
                <a:schemeClr val="accent4"/>
              </a:solidFill>
            </a:ln>
          </a:right>
          <a:top>
            <a:ln w="12700" cmpd="sng">
              <a:solidFill>
                <a:schemeClr val="accent4"/>
              </a:solidFill>
            </a:ln>
          </a:top>
          <a:bottom>
            <a:ln w="12700" cmpd="sng">
              <a:solidFill>
                <a:schemeClr val="accent4"/>
              </a:solidFill>
            </a:ln>
          </a:bottom>
          <a:insideH>
            <a:ln w="12700" cmpd="sng">
              <a:solidFill>
                <a:schemeClr val="accent4"/>
              </a:solidFill>
            </a:ln>
          </a:insideH>
          <a:insideV>
            <a:ln w="12700" cmpd="sng">
              <a:solidFill>
                <a:schemeClr val="accent4"/>
              </a:solidFill>
            </a:ln>
          </a:insideV>
        </a:tcBdr>
        <a:fill>
          <a:solidFill>
            <a:schemeClr val="accent4">
              <a:tint val="20000"/>
            </a:schemeClr>
          </a:solidFill>
        </a:fill>
      </a:tcStyle>
    </a:wholeTbl>
    <a:band1H>
      <a:tcStyle>
        <a:tcBdr/>
        <a:fill>
          <a:solidFill>
            <a:schemeClr val="accent4">
              <a:tint val="40000"/>
            </a:schemeClr>
          </a:solidFill>
        </a:fill>
      </a:tcStyle>
    </a:band1H>
    <a:band1V>
      <a:tcStyle>
        <a:tcBdr/>
        <a:fill>
          <a:solidFill>
            <a:schemeClr val="accent4">
              <a:tint val="40000"/>
            </a:schemeClr>
          </a:solidFill>
        </a:fill>
      </a:tcStyle>
    </a:band1V>
    <a:lastCol>
      <a:tcTxStyle b="on"/>
      <a:tcStyle>
        <a:tcBdr/>
      </a:tcStyle>
    </a:lastCol>
    <a:firstCol>
      <a:tcTxStyle b="on"/>
      <a:tcStyle>
        <a:tcBdr/>
      </a:tcStyle>
    </a:firstCol>
    <a:lastRow>
      <a:tcTxStyle b="on"/>
      <a:tcStyle>
        <a:tcBdr>
          <a:top>
            <a:ln w="25400" cmpd="sng">
              <a:solidFill>
                <a:schemeClr val="accent4"/>
              </a:solidFill>
            </a:ln>
          </a:top>
        </a:tcBdr>
        <a:fill>
          <a:solidFill>
            <a:schemeClr val="accent4">
              <a:tint val="20000"/>
            </a:schemeClr>
          </a:solidFill>
        </a:fill>
      </a:tcStyle>
    </a:lastRow>
    <a:firstRow>
      <a:tcTxStyle b="on"/>
      <a:tcStyle>
        <a:tcBdr/>
        <a:fill>
          <a:solidFill>
            <a:schemeClr val="accent4">
              <a:tint val="20000"/>
            </a:schemeClr>
          </a:solidFill>
        </a:fill>
      </a:tcStyle>
    </a:firstRow>
  </a:tblStyle>
  <a:tblStyle styleId="{9D7B26C5-4107-4FEC-AEDC-1716B250A1EF}" styleName="Light Style 1">
    <a:wholeTbl>
      <a:tcTxStyle>
        <a:fontRef idx="minor">
          <a:scrgbClr r="0" g="0" b="0"/>
        </a:fontRef>
        <a:schemeClr val="tx1"/>
      </a:tcTxStyle>
      <a:tcStyle>
        <a:tcBdr>
          <a:left>
            <a:ln>
              <a:noFill/>
            </a:ln>
          </a:left>
          <a:right>
            <a:ln>
              <a:noFill/>
            </a:ln>
          </a:right>
          <a:top>
            <a:ln w="12700" cmpd="sng">
              <a:solidFill>
                <a:schemeClr val="tx1"/>
              </a:solidFill>
            </a:ln>
          </a:top>
          <a:bottom>
            <a:ln w="12700" cmpd="sng">
              <a:solidFill>
                <a:schemeClr val="tx1"/>
              </a:solidFill>
            </a:ln>
          </a:bottom>
          <a:insideH>
            <a:ln>
              <a:noFill/>
            </a:ln>
          </a:insideH>
          <a:insideV>
            <a:ln>
              <a:noFill/>
            </a:ln>
          </a:insideV>
        </a:tcBdr>
        <a:fill>
          <a:noFill/>
        </a:fill>
      </a:tcStyle>
    </a:wholeTbl>
    <a:band1H>
      <a:tcStyle>
        <a:tcBdr/>
        <a:fill>
          <a:solidFill>
            <a:schemeClr val="tx1">
              <a:alpha val="20000"/>
            </a:schemeClr>
          </a:solidFill>
        </a:fill>
      </a:tcStyle>
    </a:band1H>
    <a:band2H>
      <a:tcStyle>
        <a:tcBdr/>
      </a:tcStyle>
    </a:band2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12700" cmpd="sng">
              <a:solidFill>
                <a:schemeClr val="tx1"/>
              </a:solidFill>
            </a:ln>
          </a:top>
        </a:tcBdr>
        <a:fill>
          <a:noFill/>
        </a:fill>
      </a:tcStyle>
    </a:lastRow>
    <a:firstRow>
      <a:tcTxStyle b="on"/>
      <a:tcStyle>
        <a:tcBdr>
          <a:bottom>
            <a:ln w="12700" cmpd="sng">
              <a:solidFill>
                <a:schemeClr val="tx1"/>
              </a:solidFill>
            </a:ln>
          </a:bottom>
        </a:tcBdr>
        <a:fill>
          <a:noFill/>
        </a:fill>
      </a:tcStyle>
    </a:firstRow>
  </a:tblStyle>
  <a:tblStyle styleId="{00A15C55-8517-42AA-B614-E9B94910E393}" styleName="Medium Style 2 - Accent 4">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4">
              <a:tint val="20000"/>
            </a:schemeClr>
          </a:solidFill>
        </a:fill>
      </a:tcStyle>
    </a:wholeTbl>
    <a:band1H>
      <a:tcStyle>
        <a:tcBdr/>
        <a:fill>
          <a:solidFill>
            <a:schemeClr val="accent4">
              <a:tint val="40000"/>
            </a:schemeClr>
          </a:solidFill>
        </a:fill>
      </a:tcStyle>
    </a:band1H>
    <a:band2H>
      <a:tcStyle>
        <a:tcBdr/>
      </a:tcStyle>
    </a:band2H>
    <a:band1V>
      <a:tcStyle>
        <a:tcBdr/>
        <a:fill>
          <a:solidFill>
            <a:schemeClr val="accent4">
              <a:tint val="40000"/>
            </a:schemeClr>
          </a:solidFill>
        </a:fill>
      </a:tcStyle>
    </a:band1V>
    <a:band2V>
      <a:tcStyle>
        <a:tcBdr/>
      </a:tcStyle>
    </a:band2V>
    <a:lastCol>
      <a:tcTxStyle b="on">
        <a:fontRef idx="minor">
          <a:prstClr val="black"/>
        </a:fontRef>
        <a:schemeClr val="lt1"/>
      </a:tcTxStyle>
      <a:tcStyle>
        <a:tcBdr/>
        <a:fill>
          <a:solidFill>
            <a:schemeClr val="accent4"/>
          </a:solidFill>
        </a:fill>
      </a:tcStyle>
    </a:lastCol>
    <a:firstCol>
      <a:tcTxStyle b="on">
        <a:fontRef idx="minor">
          <a:prstClr val="black"/>
        </a:fontRef>
        <a:schemeClr val="lt1"/>
      </a:tcTxStyle>
      <a:tcStyle>
        <a:tcBdr/>
        <a:fill>
          <a:solidFill>
            <a:schemeClr val="accent4"/>
          </a:solidFill>
        </a:fill>
      </a:tcStyle>
    </a:firstCol>
    <a:lastRow>
      <a:tcTxStyle b="on">
        <a:fontRef idx="minor">
          <a:prstClr val="black"/>
        </a:fontRef>
        <a:schemeClr val="lt1"/>
      </a:tcTxStyle>
      <a:tcStyle>
        <a:tcBdr>
          <a:top>
            <a:ln w="38100" cmpd="sng">
              <a:solidFill>
                <a:schemeClr val="lt1"/>
              </a:solidFill>
            </a:ln>
          </a:top>
        </a:tcBdr>
        <a:fill>
          <a:solidFill>
            <a:schemeClr val="accent4"/>
          </a:solidFill>
        </a:fill>
      </a:tcStyle>
    </a:lastRow>
    <a:firstRow>
      <a:tcTxStyle b="on">
        <a:fontRef idx="minor">
          <a:prstClr val="black"/>
        </a:fontRef>
        <a:schemeClr val="lt1"/>
      </a:tcTxStyle>
      <a:tcStyle>
        <a:tcBdr>
          <a:bottom>
            <a:ln w="38100" cmpd="sng">
              <a:solidFill>
                <a:schemeClr val="lt1"/>
              </a:solidFill>
            </a:ln>
          </a:bottom>
        </a:tcBdr>
        <a:fill>
          <a:solidFill>
            <a:schemeClr val="accent4"/>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1347"/>
    <p:restoredTop sz="94574"/>
  </p:normalViewPr>
  <p:slideViewPr>
    <p:cSldViewPr snapToGrid="0">
      <p:cViewPr varScale="1">
        <p:scale>
          <a:sx n="128" d="100"/>
          <a:sy n="128" d="100"/>
        </p:scale>
        <p:origin x="440" y="168"/>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slide" Target="slides/slide46.xml"/><Relationship Id="rId50" Type="http://schemas.openxmlformats.org/officeDocument/2006/relationships/slide" Target="slides/slide49.xml"/><Relationship Id="rId55" Type="http://schemas.openxmlformats.org/officeDocument/2006/relationships/tableStyles" Target="tableStyle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viewProps" Target="viewProps.xml"/><Relationship Id="rId5" Type="http://schemas.openxmlformats.org/officeDocument/2006/relationships/slide" Target="slides/slide4.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8" Type="http://schemas.openxmlformats.org/officeDocument/2006/relationships/slide" Target="slides/slide7.xml"/><Relationship Id="rId51" Type="http://schemas.openxmlformats.org/officeDocument/2006/relationships/notesMaster" Target="notesMasters/notesMaster1.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E44791FF-88AA-374E-A911-A9C22C6037B7}" type="datetimeFigureOut">
              <a:rPr lang="en-US" smtClean="0"/>
              <a:t>6/15/26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5322EEB5-FD20-934D-84BD-F405B85148F3}" type="slidenum">
              <a:rPr lang="en-US" smtClean="0"/>
              <a:t>‹#›</a:t>
            </a:fld>
            <a:endParaRPr lang="en-US"/>
          </a:p>
        </p:txBody>
      </p:sp>
    </p:spTree>
    <p:extLst>
      <p:ext uri="{BB962C8B-B14F-4D97-AF65-F5344CB8AC3E}">
        <p14:creationId xmlns:p14="http://schemas.microsoft.com/office/powerpoint/2010/main" val="159182394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5322EEB5-FD20-934D-84BD-F405B85148F3}" type="slidenum">
              <a:rPr lang="en-US" smtClean="0"/>
              <a:t>4</a:t>
            </a:fld>
            <a:endParaRPr lang="en-US"/>
          </a:p>
        </p:txBody>
      </p:sp>
    </p:spTree>
    <p:extLst>
      <p:ext uri="{BB962C8B-B14F-4D97-AF65-F5344CB8AC3E}">
        <p14:creationId xmlns:p14="http://schemas.microsoft.com/office/powerpoint/2010/main" val="1779725192"/>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5322EEB5-FD20-934D-84BD-F405B85148F3}" type="slidenum">
              <a:rPr lang="en-US" smtClean="0"/>
              <a:t>10</a:t>
            </a:fld>
            <a:endParaRPr lang="en-US"/>
          </a:p>
        </p:txBody>
      </p:sp>
    </p:spTree>
    <p:extLst>
      <p:ext uri="{BB962C8B-B14F-4D97-AF65-F5344CB8AC3E}">
        <p14:creationId xmlns:p14="http://schemas.microsoft.com/office/powerpoint/2010/main" val="3525882278"/>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Manca get collaborators per create project</a:t>
            </a:r>
          </a:p>
        </p:txBody>
      </p:sp>
      <p:sp>
        <p:nvSpPr>
          <p:cNvPr id="4" name="Slide Number Placeholder 3"/>
          <p:cNvSpPr>
            <a:spLocks noGrp="1"/>
          </p:cNvSpPr>
          <p:nvPr>
            <p:ph type="sldNum" sz="quarter" idx="5"/>
          </p:nvPr>
        </p:nvSpPr>
        <p:spPr/>
        <p:txBody>
          <a:bodyPr/>
          <a:lstStyle/>
          <a:p>
            <a:fld id="{5322EEB5-FD20-934D-84BD-F405B85148F3}" type="slidenum">
              <a:rPr lang="en-US" smtClean="0"/>
              <a:t>31</a:t>
            </a:fld>
            <a:endParaRPr lang="en-US"/>
          </a:p>
        </p:txBody>
      </p:sp>
    </p:spTree>
    <p:extLst>
      <p:ext uri="{BB962C8B-B14F-4D97-AF65-F5344CB8AC3E}">
        <p14:creationId xmlns:p14="http://schemas.microsoft.com/office/powerpoint/2010/main" val="522512598"/>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5322EEB5-FD20-934D-84BD-F405B85148F3}" type="slidenum">
              <a:rPr lang="en-US" smtClean="0"/>
              <a:t>38</a:t>
            </a:fld>
            <a:endParaRPr lang="en-US"/>
          </a:p>
        </p:txBody>
      </p:sp>
    </p:spTree>
    <p:extLst>
      <p:ext uri="{BB962C8B-B14F-4D97-AF65-F5344CB8AC3E}">
        <p14:creationId xmlns:p14="http://schemas.microsoft.com/office/powerpoint/2010/main" val="3215046294"/>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5DCAB41-20C3-1624-567E-5CB5C6023FE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D8687D5-7247-1C01-3E01-6C080C3BCFD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1B0576D-AC4E-156B-C033-37A3F662A6BE}"/>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576A4135-4010-5EBD-956A-EB98246F4864}"/>
              </a:ext>
            </a:extLst>
          </p:cNvPr>
          <p:cNvSpPr>
            <a:spLocks noGrp="1"/>
          </p:cNvSpPr>
          <p:nvPr>
            <p:ph type="sldNum" sz="quarter" idx="5"/>
          </p:nvPr>
        </p:nvSpPr>
        <p:spPr/>
        <p:txBody>
          <a:bodyPr/>
          <a:lstStyle/>
          <a:p>
            <a:fld id="{5322EEB5-FD20-934D-84BD-F405B85148F3}" type="slidenum">
              <a:rPr lang="en-US" smtClean="0"/>
              <a:t>39</a:t>
            </a:fld>
            <a:endParaRPr lang="en-US"/>
          </a:p>
        </p:txBody>
      </p:sp>
    </p:spTree>
    <p:extLst>
      <p:ext uri="{BB962C8B-B14F-4D97-AF65-F5344CB8AC3E}">
        <p14:creationId xmlns:p14="http://schemas.microsoft.com/office/powerpoint/2010/main" val="3840608888"/>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A31613A-0CFC-7D2D-D89C-4F56B726DA7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CC0226A-33FA-165C-C2E6-B9F62222568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87D1E01-6F42-DA58-89B5-10058403C9D1}"/>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37F1F531-9C63-AE0A-477E-6651A4EFFE44}"/>
              </a:ext>
            </a:extLst>
          </p:cNvPr>
          <p:cNvSpPr>
            <a:spLocks noGrp="1"/>
          </p:cNvSpPr>
          <p:nvPr>
            <p:ph type="sldNum" sz="quarter" idx="5"/>
          </p:nvPr>
        </p:nvSpPr>
        <p:spPr/>
        <p:txBody>
          <a:bodyPr/>
          <a:lstStyle/>
          <a:p>
            <a:fld id="{5322EEB5-FD20-934D-84BD-F405B85148F3}" type="slidenum">
              <a:rPr lang="en-US" smtClean="0"/>
              <a:t>40</a:t>
            </a:fld>
            <a:endParaRPr lang="en-US"/>
          </a:p>
        </p:txBody>
      </p:sp>
    </p:spTree>
    <p:extLst>
      <p:ext uri="{BB962C8B-B14F-4D97-AF65-F5344CB8AC3E}">
        <p14:creationId xmlns:p14="http://schemas.microsoft.com/office/powerpoint/2010/main" val="1636758955"/>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6939125-6495-8BAD-846E-58BC218817D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5DE5B84-E4DB-54DB-1BEA-40593A9F7D2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19A2F3A-69B1-B113-8A41-08C09A8D998A}"/>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85070B01-4A59-6F9B-85D0-45576DD0D573}"/>
              </a:ext>
            </a:extLst>
          </p:cNvPr>
          <p:cNvSpPr>
            <a:spLocks noGrp="1"/>
          </p:cNvSpPr>
          <p:nvPr>
            <p:ph type="sldNum" sz="quarter" idx="5"/>
          </p:nvPr>
        </p:nvSpPr>
        <p:spPr/>
        <p:txBody>
          <a:bodyPr/>
          <a:lstStyle/>
          <a:p>
            <a:fld id="{5322EEB5-FD20-934D-84BD-F405B85148F3}" type="slidenum">
              <a:rPr lang="en-US" smtClean="0"/>
              <a:t>41</a:t>
            </a:fld>
            <a:endParaRPr lang="en-US"/>
          </a:p>
        </p:txBody>
      </p:sp>
    </p:spTree>
    <p:extLst>
      <p:ext uri="{BB962C8B-B14F-4D97-AF65-F5344CB8AC3E}">
        <p14:creationId xmlns:p14="http://schemas.microsoft.com/office/powerpoint/2010/main" val="2203510296"/>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5322EEB5-FD20-934D-84BD-F405B85148F3}" type="slidenum">
              <a:rPr lang="en-US" smtClean="0"/>
              <a:t>43</a:t>
            </a:fld>
            <a:endParaRPr lang="en-US"/>
          </a:p>
        </p:txBody>
      </p:sp>
    </p:spTree>
    <p:extLst>
      <p:ext uri="{BB962C8B-B14F-4D97-AF65-F5344CB8AC3E}">
        <p14:creationId xmlns:p14="http://schemas.microsoft.com/office/powerpoint/2010/main" val="1284937644"/>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5322EEB5-FD20-934D-84BD-F405B85148F3}" type="slidenum">
              <a:rPr lang="en-US" smtClean="0"/>
              <a:t>45</a:t>
            </a:fld>
            <a:endParaRPr lang="en-US"/>
          </a:p>
        </p:txBody>
      </p:sp>
    </p:spTree>
    <p:extLst>
      <p:ext uri="{BB962C8B-B14F-4D97-AF65-F5344CB8AC3E}">
        <p14:creationId xmlns:p14="http://schemas.microsoft.com/office/powerpoint/2010/main" val="2514526795"/>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35E48E7-3E8F-ED5D-5203-F570C3D154FD}"/>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CF46BC3E-8A6A-F54C-C03E-D72522E9EF00}"/>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B6BAD75B-DBC4-E672-C3A3-B34A473E56C8}"/>
              </a:ext>
            </a:extLst>
          </p:cNvPr>
          <p:cNvSpPr>
            <a:spLocks noGrp="1"/>
          </p:cNvSpPr>
          <p:nvPr>
            <p:ph type="dt" sz="half" idx="10"/>
          </p:nvPr>
        </p:nvSpPr>
        <p:spPr/>
        <p:txBody>
          <a:bodyPr/>
          <a:lstStyle/>
          <a:p>
            <a:fld id="{82F5441D-2CFB-4147-AC5B-B111CEE26CCA}" type="datetimeFigureOut">
              <a:rPr lang="en-US" smtClean="0"/>
              <a:t>6/15/26</a:t>
            </a:fld>
            <a:endParaRPr lang="en-US"/>
          </a:p>
        </p:txBody>
      </p:sp>
      <p:sp>
        <p:nvSpPr>
          <p:cNvPr id="5" name="Footer Placeholder 4">
            <a:extLst>
              <a:ext uri="{FF2B5EF4-FFF2-40B4-BE49-F238E27FC236}">
                <a16:creationId xmlns:a16="http://schemas.microsoft.com/office/drawing/2014/main" id="{44DDB9E6-33A4-0EFD-AE47-3BA1AD03720E}"/>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1B3093F1-A591-DDD3-EA28-80C8ADDED89E}"/>
              </a:ext>
            </a:extLst>
          </p:cNvPr>
          <p:cNvSpPr>
            <a:spLocks noGrp="1"/>
          </p:cNvSpPr>
          <p:nvPr>
            <p:ph type="sldNum" sz="quarter" idx="12"/>
          </p:nvPr>
        </p:nvSpPr>
        <p:spPr/>
        <p:txBody>
          <a:bodyPr/>
          <a:lstStyle/>
          <a:p>
            <a:fld id="{F3B59CEC-D871-FA49-A776-50164D56AAFC}" type="slidenum">
              <a:rPr lang="en-US" smtClean="0"/>
              <a:t>‹#›</a:t>
            </a:fld>
            <a:endParaRPr lang="en-US"/>
          </a:p>
        </p:txBody>
      </p:sp>
    </p:spTree>
    <p:extLst>
      <p:ext uri="{BB962C8B-B14F-4D97-AF65-F5344CB8AC3E}">
        <p14:creationId xmlns:p14="http://schemas.microsoft.com/office/powerpoint/2010/main" val="3173523015"/>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3BB7A6D-73DB-4F9A-C692-ECE09E1BAEB6}"/>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F1A7D480-2174-BCAF-5670-A72863F2979B}"/>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C0BBBFC4-A932-BB8F-484C-9363D3DB735E}"/>
              </a:ext>
            </a:extLst>
          </p:cNvPr>
          <p:cNvSpPr>
            <a:spLocks noGrp="1"/>
          </p:cNvSpPr>
          <p:nvPr>
            <p:ph type="dt" sz="half" idx="10"/>
          </p:nvPr>
        </p:nvSpPr>
        <p:spPr/>
        <p:txBody>
          <a:bodyPr/>
          <a:lstStyle/>
          <a:p>
            <a:fld id="{82F5441D-2CFB-4147-AC5B-B111CEE26CCA}" type="datetimeFigureOut">
              <a:rPr lang="en-US" smtClean="0"/>
              <a:t>6/15/26</a:t>
            </a:fld>
            <a:endParaRPr lang="en-US"/>
          </a:p>
        </p:txBody>
      </p:sp>
      <p:sp>
        <p:nvSpPr>
          <p:cNvPr id="5" name="Footer Placeholder 4">
            <a:extLst>
              <a:ext uri="{FF2B5EF4-FFF2-40B4-BE49-F238E27FC236}">
                <a16:creationId xmlns:a16="http://schemas.microsoft.com/office/drawing/2014/main" id="{0FB621AE-967C-AC57-5606-D9A8A77A3BCA}"/>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39DA196F-25D9-F551-33BE-9355D9EE5038}"/>
              </a:ext>
            </a:extLst>
          </p:cNvPr>
          <p:cNvSpPr>
            <a:spLocks noGrp="1"/>
          </p:cNvSpPr>
          <p:nvPr>
            <p:ph type="sldNum" sz="quarter" idx="12"/>
          </p:nvPr>
        </p:nvSpPr>
        <p:spPr/>
        <p:txBody>
          <a:bodyPr/>
          <a:lstStyle/>
          <a:p>
            <a:fld id="{F3B59CEC-D871-FA49-A776-50164D56AAFC}" type="slidenum">
              <a:rPr lang="en-US" smtClean="0"/>
              <a:t>‹#›</a:t>
            </a:fld>
            <a:endParaRPr lang="en-US"/>
          </a:p>
        </p:txBody>
      </p:sp>
    </p:spTree>
    <p:extLst>
      <p:ext uri="{BB962C8B-B14F-4D97-AF65-F5344CB8AC3E}">
        <p14:creationId xmlns:p14="http://schemas.microsoft.com/office/powerpoint/2010/main" val="3847693033"/>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02F08B9-E328-E068-96CF-3BAD8C532F6C}"/>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9747835D-A7B8-A6F1-B892-BA23318D2494}"/>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74E32F3A-F688-07D1-CFD4-9E041FFA5E3A}"/>
              </a:ext>
            </a:extLst>
          </p:cNvPr>
          <p:cNvSpPr>
            <a:spLocks noGrp="1"/>
          </p:cNvSpPr>
          <p:nvPr>
            <p:ph type="dt" sz="half" idx="10"/>
          </p:nvPr>
        </p:nvSpPr>
        <p:spPr/>
        <p:txBody>
          <a:bodyPr/>
          <a:lstStyle/>
          <a:p>
            <a:fld id="{82F5441D-2CFB-4147-AC5B-B111CEE26CCA}" type="datetimeFigureOut">
              <a:rPr lang="en-US" smtClean="0"/>
              <a:t>6/15/26</a:t>
            </a:fld>
            <a:endParaRPr lang="en-US"/>
          </a:p>
        </p:txBody>
      </p:sp>
      <p:sp>
        <p:nvSpPr>
          <p:cNvPr id="5" name="Footer Placeholder 4">
            <a:extLst>
              <a:ext uri="{FF2B5EF4-FFF2-40B4-BE49-F238E27FC236}">
                <a16:creationId xmlns:a16="http://schemas.microsoft.com/office/drawing/2014/main" id="{63B7B567-4F2D-4530-8687-F2C4EABAB2C1}"/>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321D35EC-C3EA-1B91-7591-0B4928FB5290}"/>
              </a:ext>
            </a:extLst>
          </p:cNvPr>
          <p:cNvSpPr>
            <a:spLocks noGrp="1"/>
          </p:cNvSpPr>
          <p:nvPr>
            <p:ph type="sldNum" sz="quarter" idx="12"/>
          </p:nvPr>
        </p:nvSpPr>
        <p:spPr/>
        <p:txBody>
          <a:bodyPr/>
          <a:lstStyle/>
          <a:p>
            <a:fld id="{F3B59CEC-D871-FA49-A776-50164D56AAFC}" type="slidenum">
              <a:rPr lang="en-US" smtClean="0"/>
              <a:t>‹#›</a:t>
            </a:fld>
            <a:endParaRPr lang="en-US"/>
          </a:p>
        </p:txBody>
      </p:sp>
    </p:spTree>
    <p:extLst>
      <p:ext uri="{BB962C8B-B14F-4D97-AF65-F5344CB8AC3E}">
        <p14:creationId xmlns:p14="http://schemas.microsoft.com/office/powerpoint/2010/main" val="2453305088"/>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AB5951F-23A8-4304-4919-50FF8C203BB4}"/>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00C378F7-B03F-E89C-84BF-94F80D2DCB1F}"/>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56B377CA-4E52-4E6C-4680-61D5462BA2EB}"/>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D3B9EAF2-199A-E717-EF44-C9FDF52C0B39}"/>
              </a:ext>
            </a:extLst>
          </p:cNvPr>
          <p:cNvSpPr>
            <a:spLocks noGrp="1"/>
          </p:cNvSpPr>
          <p:nvPr>
            <p:ph type="dt" sz="half" idx="10"/>
          </p:nvPr>
        </p:nvSpPr>
        <p:spPr/>
        <p:txBody>
          <a:bodyPr/>
          <a:lstStyle/>
          <a:p>
            <a:fld id="{82F5441D-2CFB-4147-AC5B-B111CEE26CCA}" type="datetimeFigureOut">
              <a:rPr lang="en-US" smtClean="0"/>
              <a:t>6/15/26</a:t>
            </a:fld>
            <a:endParaRPr lang="en-US"/>
          </a:p>
        </p:txBody>
      </p:sp>
      <p:sp>
        <p:nvSpPr>
          <p:cNvPr id="6" name="Footer Placeholder 5">
            <a:extLst>
              <a:ext uri="{FF2B5EF4-FFF2-40B4-BE49-F238E27FC236}">
                <a16:creationId xmlns:a16="http://schemas.microsoft.com/office/drawing/2014/main" id="{0CBAD804-2A15-C536-6E64-A875BF5FA66A}"/>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7A6B0684-B79D-B21F-BF38-84CF9E488FA9}"/>
              </a:ext>
            </a:extLst>
          </p:cNvPr>
          <p:cNvSpPr>
            <a:spLocks noGrp="1"/>
          </p:cNvSpPr>
          <p:nvPr>
            <p:ph type="sldNum" sz="quarter" idx="12"/>
          </p:nvPr>
        </p:nvSpPr>
        <p:spPr/>
        <p:txBody>
          <a:bodyPr/>
          <a:lstStyle/>
          <a:p>
            <a:fld id="{F3B59CEC-D871-FA49-A776-50164D56AAFC}" type="slidenum">
              <a:rPr lang="en-US" smtClean="0"/>
              <a:t>‹#›</a:t>
            </a:fld>
            <a:endParaRPr lang="en-US"/>
          </a:p>
        </p:txBody>
      </p:sp>
    </p:spTree>
    <p:extLst>
      <p:ext uri="{BB962C8B-B14F-4D97-AF65-F5344CB8AC3E}">
        <p14:creationId xmlns:p14="http://schemas.microsoft.com/office/powerpoint/2010/main" val="2866018028"/>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90702BA-CF62-A3A1-2D63-5E5DF7D28DFB}"/>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47263386-894C-EFB2-628E-878BA5859655}"/>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441B53DA-A099-47B9-B7A0-8E076D5D6166}"/>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CFC162CC-D761-A0E9-FCFC-9B8D0A6B336E}"/>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EF3D44D0-A06A-961C-6393-0340E803E038}"/>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C8FDB9D1-0AE5-E242-D27A-76592F63CEEF}"/>
              </a:ext>
            </a:extLst>
          </p:cNvPr>
          <p:cNvSpPr>
            <a:spLocks noGrp="1"/>
          </p:cNvSpPr>
          <p:nvPr>
            <p:ph type="dt" sz="half" idx="10"/>
          </p:nvPr>
        </p:nvSpPr>
        <p:spPr/>
        <p:txBody>
          <a:bodyPr/>
          <a:lstStyle/>
          <a:p>
            <a:fld id="{82F5441D-2CFB-4147-AC5B-B111CEE26CCA}" type="datetimeFigureOut">
              <a:rPr lang="en-US" smtClean="0"/>
              <a:t>6/15/26</a:t>
            </a:fld>
            <a:endParaRPr lang="en-US"/>
          </a:p>
        </p:txBody>
      </p:sp>
      <p:sp>
        <p:nvSpPr>
          <p:cNvPr id="8" name="Footer Placeholder 7">
            <a:extLst>
              <a:ext uri="{FF2B5EF4-FFF2-40B4-BE49-F238E27FC236}">
                <a16:creationId xmlns:a16="http://schemas.microsoft.com/office/drawing/2014/main" id="{FF0D7FD5-9E44-CA2B-885F-7A2AA1F21688}"/>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A35F2DCF-06C6-EA10-3C4C-CCBB32CBC30E}"/>
              </a:ext>
            </a:extLst>
          </p:cNvPr>
          <p:cNvSpPr>
            <a:spLocks noGrp="1"/>
          </p:cNvSpPr>
          <p:nvPr>
            <p:ph type="sldNum" sz="quarter" idx="12"/>
          </p:nvPr>
        </p:nvSpPr>
        <p:spPr/>
        <p:txBody>
          <a:bodyPr/>
          <a:lstStyle/>
          <a:p>
            <a:fld id="{F3B59CEC-D871-FA49-A776-50164D56AAFC}" type="slidenum">
              <a:rPr lang="en-US" smtClean="0"/>
              <a:t>‹#›</a:t>
            </a:fld>
            <a:endParaRPr lang="en-US"/>
          </a:p>
        </p:txBody>
      </p:sp>
    </p:spTree>
    <p:extLst>
      <p:ext uri="{BB962C8B-B14F-4D97-AF65-F5344CB8AC3E}">
        <p14:creationId xmlns:p14="http://schemas.microsoft.com/office/powerpoint/2010/main" val="2573151710"/>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CF4511B-7537-D5A1-0F85-91F7D11C8478}"/>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D26083CB-7886-0F20-F505-D61C1E0B5DBD}"/>
              </a:ext>
            </a:extLst>
          </p:cNvPr>
          <p:cNvSpPr>
            <a:spLocks noGrp="1"/>
          </p:cNvSpPr>
          <p:nvPr>
            <p:ph type="dt" sz="half" idx="10"/>
          </p:nvPr>
        </p:nvSpPr>
        <p:spPr/>
        <p:txBody>
          <a:bodyPr/>
          <a:lstStyle/>
          <a:p>
            <a:fld id="{82F5441D-2CFB-4147-AC5B-B111CEE26CCA}" type="datetimeFigureOut">
              <a:rPr lang="en-US" smtClean="0"/>
              <a:t>6/15/26</a:t>
            </a:fld>
            <a:endParaRPr lang="en-US"/>
          </a:p>
        </p:txBody>
      </p:sp>
      <p:sp>
        <p:nvSpPr>
          <p:cNvPr id="4" name="Footer Placeholder 3">
            <a:extLst>
              <a:ext uri="{FF2B5EF4-FFF2-40B4-BE49-F238E27FC236}">
                <a16:creationId xmlns:a16="http://schemas.microsoft.com/office/drawing/2014/main" id="{3AF63CEB-0FAF-9399-B562-6C0891ADBCEA}"/>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0E76275A-8BA2-D16F-C03F-1176ABBF4535}"/>
              </a:ext>
            </a:extLst>
          </p:cNvPr>
          <p:cNvSpPr>
            <a:spLocks noGrp="1"/>
          </p:cNvSpPr>
          <p:nvPr>
            <p:ph type="sldNum" sz="quarter" idx="12"/>
          </p:nvPr>
        </p:nvSpPr>
        <p:spPr/>
        <p:txBody>
          <a:bodyPr/>
          <a:lstStyle/>
          <a:p>
            <a:fld id="{F3B59CEC-D871-FA49-A776-50164D56AAFC}" type="slidenum">
              <a:rPr lang="en-US" smtClean="0"/>
              <a:t>‹#›</a:t>
            </a:fld>
            <a:endParaRPr lang="en-US"/>
          </a:p>
        </p:txBody>
      </p:sp>
    </p:spTree>
    <p:extLst>
      <p:ext uri="{BB962C8B-B14F-4D97-AF65-F5344CB8AC3E}">
        <p14:creationId xmlns:p14="http://schemas.microsoft.com/office/powerpoint/2010/main" val="371595604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A30E9897-20C9-E8E0-102A-31462096648F}"/>
              </a:ext>
            </a:extLst>
          </p:cNvPr>
          <p:cNvSpPr>
            <a:spLocks noGrp="1"/>
          </p:cNvSpPr>
          <p:nvPr>
            <p:ph type="dt" sz="half" idx="10"/>
          </p:nvPr>
        </p:nvSpPr>
        <p:spPr/>
        <p:txBody>
          <a:bodyPr/>
          <a:lstStyle/>
          <a:p>
            <a:fld id="{82F5441D-2CFB-4147-AC5B-B111CEE26CCA}" type="datetimeFigureOut">
              <a:rPr lang="en-US" smtClean="0"/>
              <a:t>6/15/26</a:t>
            </a:fld>
            <a:endParaRPr lang="en-US"/>
          </a:p>
        </p:txBody>
      </p:sp>
      <p:sp>
        <p:nvSpPr>
          <p:cNvPr id="3" name="Footer Placeholder 2">
            <a:extLst>
              <a:ext uri="{FF2B5EF4-FFF2-40B4-BE49-F238E27FC236}">
                <a16:creationId xmlns:a16="http://schemas.microsoft.com/office/drawing/2014/main" id="{6D9396F5-4143-3264-119F-478CB3692C91}"/>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87520F45-1930-2673-9C4F-2F5C8E412DB5}"/>
              </a:ext>
            </a:extLst>
          </p:cNvPr>
          <p:cNvSpPr>
            <a:spLocks noGrp="1"/>
          </p:cNvSpPr>
          <p:nvPr>
            <p:ph type="sldNum" sz="quarter" idx="12"/>
          </p:nvPr>
        </p:nvSpPr>
        <p:spPr/>
        <p:txBody>
          <a:bodyPr/>
          <a:lstStyle/>
          <a:p>
            <a:fld id="{F3B59CEC-D871-FA49-A776-50164D56AAFC}" type="slidenum">
              <a:rPr lang="en-US" smtClean="0"/>
              <a:t>‹#›</a:t>
            </a:fld>
            <a:endParaRPr lang="en-US"/>
          </a:p>
        </p:txBody>
      </p:sp>
    </p:spTree>
    <p:extLst>
      <p:ext uri="{BB962C8B-B14F-4D97-AF65-F5344CB8AC3E}">
        <p14:creationId xmlns:p14="http://schemas.microsoft.com/office/powerpoint/2010/main" val="358261006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A7597B0-1CC4-BFB1-9BE5-C295814D566F}"/>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9B9ADB5B-5A78-A84D-136F-94F1F9BA15E8}"/>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EB2D88E1-41D4-2645-F303-ABDC76A63A00}"/>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BBA7CBFC-D15A-7D91-9CF7-B75BFB8A3B77}"/>
              </a:ext>
            </a:extLst>
          </p:cNvPr>
          <p:cNvSpPr>
            <a:spLocks noGrp="1"/>
          </p:cNvSpPr>
          <p:nvPr>
            <p:ph type="dt" sz="half" idx="10"/>
          </p:nvPr>
        </p:nvSpPr>
        <p:spPr/>
        <p:txBody>
          <a:bodyPr/>
          <a:lstStyle/>
          <a:p>
            <a:fld id="{82F5441D-2CFB-4147-AC5B-B111CEE26CCA}" type="datetimeFigureOut">
              <a:rPr lang="en-US" smtClean="0"/>
              <a:t>6/15/26</a:t>
            </a:fld>
            <a:endParaRPr lang="en-US"/>
          </a:p>
        </p:txBody>
      </p:sp>
      <p:sp>
        <p:nvSpPr>
          <p:cNvPr id="6" name="Footer Placeholder 5">
            <a:extLst>
              <a:ext uri="{FF2B5EF4-FFF2-40B4-BE49-F238E27FC236}">
                <a16:creationId xmlns:a16="http://schemas.microsoft.com/office/drawing/2014/main" id="{1B4ED16D-E248-A311-94DE-0F267DDE88E3}"/>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0F862423-C3DE-6EE8-62CB-CC73BEAC8C8C}"/>
              </a:ext>
            </a:extLst>
          </p:cNvPr>
          <p:cNvSpPr>
            <a:spLocks noGrp="1"/>
          </p:cNvSpPr>
          <p:nvPr>
            <p:ph type="sldNum" sz="quarter" idx="12"/>
          </p:nvPr>
        </p:nvSpPr>
        <p:spPr/>
        <p:txBody>
          <a:bodyPr/>
          <a:lstStyle/>
          <a:p>
            <a:fld id="{F3B59CEC-D871-FA49-A776-50164D56AAFC}" type="slidenum">
              <a:rPr lang="en-US" smtClean="0"/>
              <a:t>‹#›</a:t>
            </a:fld>
            <a:endParaRPr lang="en-US"/>
          </a:p>
        </p:txBody>
      </p:sp>
    </p:spTree>
    <p:extLst>
      <p:ext uri="{BB962C8B-B14F-4D97-AF65-F5344CB8AC3E}">
        <p14:creationId xmlns:p14="http://schemas.microsoft.com/office/powerpoint/2010/main" val="92017606"/>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E2F2E68-3049-E1D7-CA9E-8A1C7AAF464C}"/>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014A90F9-700E-4A60-9C7E-861F1AD21BD7}"/>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A43E2CE2-E4AB-E88C-9041-693F6603A723}"/>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C34C7A59-C317-1A82-02FA-D03C28EC116B}"/>
              </a:ext>
            </a:extLst>
          </p:cNvPr>
          <p:cNvSpPr>
            <a:spLocks noGrp="1"/>
          </p:cNvSpPr>
          <p:nvPr>
            <p:ph type="dt" sz="half" idx="10"/>
          </p:nvPr>
        </p:nvSpPr>
        <p:spPr/>
        <p:txBody>
          <a:bodyPr/>
          <a:lstStyle/>
          <a:p>
            <a:fld id="{82F5441D-2CFB-4147-AC5B-B111CEE26CCA}" type="datetimeFigureOut">
              <a:rPr lang="en-US" smtClean="0"/>
              <a:t>6/15/26</a:t>
            </a:fld>
            <a:endParaRPr lang="en-US"/>
          </a:p>
        </p:txBody>
      </p:sp>
      <p:sp>
        <p:nvSpPr>
          <p:cNvPr id="6" name="Footer Placeholder 5">
            <a:extLst>
              <a:ext uri="{FF2B5EF4-FFF2-40B4-BE49-F238E27FC236}">
                <a16:creationId xmlns:a16="http://schemas.microsoft.com/office/drawing/2014/main" id="{B0BC503F-9EEF-F75D-AB42-ADD6809605A7}"/>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84F078BB-F533-92AC-3632-33869131929D}"/>
              </a:ext>
            </a:extLst>
          </p:cNvPr>
          <p:cNvSpPr>
            <a:spLocks noGrp="1"/>
          </p:cNvSpPr>
          <p:nvPr>
            <p:ph type="sldNum" sz="quarter" idx="12"/>
          </p:nvPr>
        </p:nvSpPr>
        <p:spPr/>
        <p:txBody>
          <a:bodyPr/>
          <a:lstStyle/>
          <a:p>
            <a:fld id="{F3B59CEC-D871-FA49-A776-50164D56AAFC}" type="slidenum">
              <a:rPr lang="en-US" smtClean="0"/>
              <a:t>‹#›</a:t>
            </a:fld>
            <a:endParaRPr lang="en-US"/>
          </a:p>
        </p:txBody>
      </p:sp>
    </p:spTree>
    <p:extLst>
      <p:ext uri="{BB962C8B-B14F-4D97-AF65-F5344CB8AC3E}">
        <p14:creationId xmlns:p14="http://schemas.microsoft.com/office/powerpoint/2010/main" val="3092693563"/>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C0BA868-341C-4217-E954-70944DE0D8C8}"/>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205A1E12-822A-40C2-F6FA-DB34E5F6CB51}"/>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D35DC236-972E-312D-91E3-3B219E9E21C7}"/>
              </a:ext>
            </a:extLst>
          </p:cNvPr>
          <p:cNvSpPr>
            <a:spLocks noGrp="1"/>
          </p:cNvSpPr>
          <p:nvPr>
            <p:ph type="dt" sz="half" idx="10"/>
          </p:nvPr>
        </p:nvSpPr>
        <p:spPr/>
        <p:txBody>
          <a:bodyPr/>
          <a:lstStyle/>
          <a:p>
            <a:fld id="{82F5441D-2CFB-4147-AC5B-B111CEE26CCA}" type="datetimeFigureOut">
              <a:rPr lang="en-US" smtClean="0"/>
              <a:t>6/15/26</a:t>
            </a:fld>
            <a:endParaRPr lang="en-US"/>
          </a:p>
        </p:txBody>
      </p:sp>
      <p:sp>
        <p:nvSpPr>
          <p:cNvPr id="5" name="Footer Placeholder 4">
            <a:extLst>
              <a:ext uri="{FF2B5EF4-FFF2-40B4-BE49-F238E27FC236}">
                <a16:creationId xmlns:a16="http://schemas.microsoft.com/office/drawing/2014/main" id="{2A5E3647-E28B-06D9-47A8-D247E0007AB5}"/>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28C6C465-D723-EDDD-DA54-2B2E5BEADA99}"/>
              </a:ext>
            </a:extLst>
          </p:cNvPr>
          <p:cNvSpPr>
            <a:spLocks noGrp="1"/>
          </p:cNvSpPr>
          <p:nvPr>
            <p:ph type="sldNum" sz="quarter" idx="12"/>
          </p:nvPr>
        </p:nvSpPr>
        <p:spPr/>
        <p:txBody>
          <a:bodyPr/>
          <a:lstStyle/>
          <a:p>
            <a:fld id="{F3B59CEC-D871-FA49-A776-50164D56AAFC}" type="slidenum">
              <a:rPr lang="en-US" smtClean="0"/>
              <a:t>‹#›</a:t>
            </a:fld>
            <a:endParaRPr lang="en-US"/>
          </a:p>
        </p:txBody>
      </p:sp>
    </p:spTree>
    <p:extLst>
      <p:ext uri="{BB962C8B-B14F-4D97-AF65-F5344CB8AC3E}">
        <p14:creationId xmlns:p14="http://schemas.microsoft.com/office/powerpoint/2010/main" val="4261468471"/>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6DCA9789-CF2D-74B0-BFD2-6C6B615CCC3C}"/>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1AB6F348-EDE0-CECD-EA49-48C0E6B5206A}"/>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B6A655B5-421C-31A5-0638-D9CFB5CA9156}"/>
              </a:ext>
            </a:extLst>
          </p:cNvPr>
          <p:cNvSpPr>
            <a:spLocks noGrp="1"/>
          </p:cNvSpPr>
          <p:nvPr>
            <p:ph type="dt" sz="half" idx="10"/>
          </p:nvPr>
        </p:nvSpPr>
        <p:spPr/>
        <p:txBody>
          <a:bodyPr/>
          <a:lstStyle/>
          <a:p>
            <a:fld id="{82F5441D-2CFB-4147-AC5B-B111CEE26CCA}" type="datetimeFigureOut">
              <a:rPr lang="en-US" smtClean="0"/>
              <a:t>6/15/26</a:t>
            </a:fld>
            <a:endParaRPr lang="en-US"/>
          </a:p>
        </p:txBody>
      </p:sp>
      <p:sp>
        <p:nvSpPr>
          <p:cNvPr id="5" name="Footer Placeholder 4">
            <a:extLst>
              <a:ext uri="{FF2B5EF4-FFF2-40B4-BE49-F238E27FC236}">
                <a16:creationId xmlns:a16="http://schemas.microsoft.com/office/drawing/2014/main" id="{967F57F1-36DD-A581-59CF-950A0A20A0D3}"/>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48875FD0-F034-B6DE-16B0-A10E753F432E}"/>
              </a:ext>
            </a:extLst>
          </p:cNvPr>
          <p:cNvSpPr>
            <a:spLocks noGrp="1"/>
          </p:cNvSpPr>
          <p:nvPr>
            <p:ph type="sldNum" sz="quarter" idx="12"/>
          </p:nvPr>
        </p:nvSpPr>
        <p:spPr/>
        <p:txBody>
          <a:bodyPr/>
          <a:lstStyle/>
          <a:p>
            <a:fld id="{F3B59CEC-D871-FA49-A776-50164D56AAFC}" type="slidenum">
              <a:rPr lang="en-US" smtClean="0"/>
              <a:t>‹#›</a:t>
            </a:fld>
            <a:endParaRPr lang="en-US"/>
          </a:p>
        </p:txBody>
      </p:sp>
    </p:spTree>
    <p:extLst>
      <p:ext uri="{BB962C8B-B14F-4D97-AF65-F5344CB8AC3E}">
        <p14:creationId xmlns:p14="http://schemas.microsoft.com/office/powerpoint/2010/main" val="139312400"/>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7D720C7F-C03D-731A-F5C0-914F8170DBF3}"/>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C1639B03-3C4D-A4EC-9BF6-BE02BF28D92C}"/>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25C79ECF-CCFE-3384-FA7C-3C193C8B5AF1}"/>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82F5441D-2CFB-4147-AC5B-B111CEE26CCA}" type="datetimeFigureOut">
              <a:rPr lang="en-US" smtClean="0"/>
              <a:t>6/15/26</a:t>
            </a:fld>
            <a:endParaRPr lang="en-US"/>
          </a:p>
        </p:txBody>
      </p:sp>
      <p:sp>
        <p:nvSpPr>
          <p:cNvPr id="5" name="Footer Placeholder 4">
            <a:extLst>
              <a:ext uri="{FF2B5EF4-FFF2-40B4-BE49-F238E27FC236}">
                <a16:creationId xmlns:a16="http://schemas.microsoft.com/office/drawing/2014/main" id="{48AF5D57-065C-D825-D852-4CF9B3CC2C9D}"/>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DE46188B-398E-1B68-7FD7-3BDAD8E80225}"/>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F3B59CEC-D871-FA49-A776-50164D56AAFC}" type="slidenum">
              <a:rPr lang="en-US" smtClean="0"/>
              <a:t>‹#›</a:t>
            </a:fld>
            <a:endParaRPr lang="en-US"/>
          </a:p>
        </p:txBody>
      </p:sp>
    </p:spTree>
    <p:extLst>
      <p:ext uri="{BB962C8B-B14F-4D97-AF65-F5344CB8AC3E}">
        <p14:creationId xmlns:p14="http://schemas.microsoft.com/office/powerpoint/2010/main" val="514749991"/>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2" Type="http://schemas.openxmlformats.org/officeDocument/2006/relationships/image" Target="../media/image10.png"/><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7.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6054632-BDF1-1F43-95AF-17627B5D28DC}"/>
              </a:ext>
            </a:extLst>
          </p:cNvPr>
          <p:cNvSpPr>
            <a:spLocks noGrp="1"/>
          </p:cNvSpPr>
          <p:nvPr>
            <p:ph type="ctrTitle"/>
          </p:nvPr>
        </p:nvSpPr>
        <p:spPr/>
        <p:txBody>
          <a:bodyPr>
            <a:normAutofit/>
          </a:bodyPr>
          <a:lstStyle/>
          <a:p>
            <a:r>
              <a:rPr lang="en-US" noProof="1"/>
              <a:t>Gestione e rendicontazione progetti</a:t>
            </a:r>
          </a:p>
        </p:txBody>
      </p:sp>
      <p:sp>
        <p:nvSpPr>
          <p:cNvPr id="3" name="Subtitle 2">
            <a:extLst>
              <a:ext uri="{FF2B5EF4-FFF2-40B4-BE49-F238E27FC236}">
                <a16:creationId xmlns:a16="http://schemas.microsoft.com/office/drawing/2014/main" id="{C3F19A57-CBD2-A0A0-5F18-2AC41C3272FA}"/>
              </a:ext>
            </a:extLst>
          </p:cNvPr>
          <p:cNvSpPr>
            <a:spLocks noGrp="1"/>
          </p:cNvSpPr>
          <p:nvPr>
            <p:ph type="subTitle" idx="1"/>
          </p:nvPr>
        </p:nvSpPr>
        <p:spPr/>
        <p:txBody>
          <a:bodyPr/>
          <a:lstStyle/>
          <a:p>
            <a:endParaRPr lang="en-US" noProof="1"/>
          </a:p>
        </p:txBody>
      </p:sp>
    </p:spTree>
    <p:extLst>
      <p:ext uri="{BB962C8B-B14F-4D97-AF65-F5344CB8AC3E}">
        <p14:creationId xmlns:p14="http://schemas.microsoft.com/office/powerpoint/2010/main" val="602111808"/>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Google Shape;135;p26">
            <a:extLst>
              <a:ext uri="{FF2B5EF4-FFF2-40B4-BE49-F238E27FC236}">
                <a16:creationId xmlns:a16="http://schemas.microsoft.com/office/drawing/2014/main" id="{2EC41873-4B86-11A7-4E93-F6E7D626ADD9}"/>
              </a:ext>
            </a:extLst>
          </p:cNvPr>
          <p:cNvSpPr txBox="1">
            <a:spLocks/>
          </p:cNvSpPr>
          <p:nvPr/>
        </p:nvSpPr>
        <p:spPr>
          <a:xfrm>
            <a:off x="426631" y="258833"/>
            <a:ext cx="11338737" cy="1143000"/>
          </a:xfrm>
          <a:prstGeom prst="rect">
            <a:avLst/>
          </a:prstGeom>
          <a:noFill/>
          <a:ln>
            <a:noFill/>
          </a:ln>
        </p:spPr>
        <p:txBody>
          <a:bodyPr spcFirstLastPara="1" wrap="square" lIns="107269" tIns="53620" rIns="107269" bIns="53620" anchor="ctr" anchorCtr="0">
            <a:noAutofit/>
          </a:bodyPr>
          <a:lstStyle>
            <a:defPPr marR="0" lvl="0" algn="l" rtl="0">
              <a:lnSpc>
                <a:spcPct val="100000"/>
              </a:lnSpc>
              <a:spcBef>
                <a:spcPts val="0"/>
              </a:spcBef>
              <a:spcAft>
                <a:spcPts val="0"/>
              </a:spcAft>
            </a:defPPr>
            <a:lvl1pPr marR="0" lvl="0" algn="ctr" rtl="0">
              <a:lnSpc>
                <a:spcPct val="100000"/>
              </a:lnSpc>
              <a:spcBef>
                <a:spcPts val="0"/>
              </a:spcBef>
              <a:spcAft>
                <a:spcPts val="0"/>
              </a:spcAft>
              <a:buClr>
                <a:schemeClr val="dk1"/>
              </a:buClr>
              <a:buSzPts val="1800"/>
              <a:buFont typeface="Calibri"/>
              <a:buNone/>
              <a:defRPr sz="44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9pPr>
          </a:lstStyle>
          <a:p>
            <a:r>
              <a:rPr lang="en-US" noProof="1"/>
              <a:t>Analisi dei dati</a:t>
            </a:r>
          </a:p>
        </p:txBody>
      </p:sp>
      <p:sp>
        <p:nvSpPr>
          <p:cNvPr id="5" name="Google Shape;136;p26">
            <a:extLst>
              <a:ext uri="{FF2B5EF4-FFF2-40B4-BE49-F238E27FC236}">
                <a16:creationId xmlns:a16="http://schemas.microsoft.com/office/drawing/2014/main" id="{7846C7A1-31BC-8EBC-5657-61DD2669B3F1}"/>
              </a:ext>
            </a:extLst>
          </p:cNvPr>
          <p:cNvSpPr txBox="1">
            <a:spLocks/>
          </p:cNvSpPr>
          <p:nvPr/>
        </p:nvSpPr>
        <p:spPr>
          <a:xfrm>
            <a:off x="426631" y="1401833"/>
            <a:ext cx="11338736" cy="5331476"/>
          </a:xfrm>
          <a:prstGeom prst="rect">
            <a:avLst/>
          </a:prstGeom>
          <a:noFill/>
          <a:ln>
            <a:noFill/>
          </a:ln>
        </p:spPr>
        <p:txBody>
          <a:bodyPr spcFirstLastPara="1" wrap="square" lIns="107269" tIns="53620" rIns="107269" bIns="53620" anchor="t" anchorCtr="0">
            <a:noAutofit/>
          </a:bodyPr>
          <a:lstStyle>
            <a:defPPr marR="0" lvl="0" algn="l" rtl="0">
              <a:lnSpc>
                <a:spcPct val="100000"/>
              </a:lnSpc>
              <a:spcBef>
                <a:spcPts val="0"/>
              </a:spcBef>
              <a:spcAft>
                <a:spcPts val="0"/>
              </a:spcAft>
            </a:defPPr>
            <a:lvl1pPr marL="536433" marR="0" lvl="0" indent="-402325" algn="l" rtl="0">
              <a:lnSpc>
                <a:spcPct val="100000"/>
              </a:lnSpc>
              <a:spcBef>
                <a:spcPts val="422"/>
              </a:spcBef>
              <a:spcAft>
                <a:spcPts val="0"/>
              </a:spcAft>
              <a:buClr>
                <a:schemeClr val="dk1"/>
              </a:buClr>
              <a:buSzPts val="1800"/>
              <a:buFont typeface="Arial"/>
              <a:buChar char="•"/>
              <a:defRPr sz="3200" b="0" i="0" u="none" strike="noStrike" cap="none">
                <a:solidFill>
                  <a:schemeClr val="dk1"/>
                </a:solidFill>
                <a:latin typeface="Calibri"/>
                <a:ea typeface="Calibri"/>
                <a:cs typeface="Calibri"/>
                <a:sym typeface="Calibri"/>
              </a:defRPr>
            </a:lvl1pPr>
            <a:lvl2pPr marL="1072866" marR="0" lvl="1" indent="-402325" algn="l" rtl="0">
              <a:lnSpc>
                <a:spcPct val="100000"/>
              </a:lnSpc>
              <a:spcBef>
                <a:spcPts val="422"/>
              </a:spcBef>
              <a:spcAft>
                <a:spcPts val="0"/>
              </a:spcAft>
              <a:buClr>
                <a:schemeClr val="dk1"/>
              </a:buClr>
              <a:buSzPts val="1800"/>
              <a:buFont typeface="Arial"/>
              <a:buChar char="–"/>
              <a:defRPr sz="2800" b="0" i="0" u="none" strike="noStrike" cap="none">
                <a:solidFill>
                  <a:schemeClr val="dk1"/>
                </a:solidFill>
                <a:latin typeface="Calibri"/>
                <a:ea typeface="Calibri"/>
                <a:cs typeface="Calibri"/>
                <a:sym typeface="Calibri"/>
              </a:defRPr>
            </a:lvl2pPr>
            <a:lvl3pPr marL="1609298" marR="0" lvl="2" indent="-402325" algn="l" rtl="0">
              <a:lnSpc>
                <a:spcPct val="100000"/>
              </a:lnSpc>
              <a:spcBef>
                <a:spcPts val="422"/>
              </a:spcBef>
              <a:spcAft>
                <a:spcPts val="0"/>
              </a:spcAft>
              <a:buClr>
                <a:schemeClr val="dk1"/>
              </a:buClr>
              <a:buSzPts val="1800"/>
              <a:buFont typeface="Arial"/>
              <a:buChar char="•"/>
              <a:defRPr sz="2400" b="0" i="0" u="none" strike="noStrike" cap="none">
                <a:solidFill>
                  <a:schemeClr val="dk1"/>
                </a:solidFill>
                <a:latin typeface="Calibri"/>
                <a:ea typeface="Calibri"/>
                <a:cs typeface="Calibri"/>
                <a:sym typeface="Calibri"/>
              </a:defRPr>
            </a:lvl3pPr>
            <a:lvl4pPr marL="2145731" marR="0" lvl="3"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4pPr>
            <a:lvl5pPr marL="2682164" marR="0" lvl="4"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5pPr>
            <a:lvl6pPr marL="3218597" marR="0" lvl="5"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6pPr>
            <a:lvl7pPr marL="3755029" marR="0" lvl="6"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7pPr>
            <a:lvl8pPr marL="4291462" marR="0" lvl="7"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8pPr>
            <a:lvl9pPr marL="4827895" marR="0" lvl="8"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9pPr>
          </a:lstStyle>
          <a:p>
            <a:pPr marL="0" indent="0" algn="just">
              <a:lnSpc>
                <a:spcPct val="115000"/>
              </a:lnSpc>
              <a:spcBef>
                <a:spcPts val="0"/>
              </a:spcBef>
              <a:spcAft>
                <a:spcPts val="1173"/>
              </a:spcAft>
              <a:buClr>
                <a:srgbClr val="000000"/>
              </a:buClr>
              <a:buSzPts val="1100"/>
              <a:buNone/>
            </a:pPr>
            <a:r>
              <a:rPr kumimoji="0" lang="en-US" sz="1500" b="0" i="0" u="none" strike="noStrike" kern="0" cap="none" spc="0" normalizeH="0" baseline="0" noProof="1">
                <a:ln>
                  <a:noFill/>
                </a:ln>
                <a:solidFill>
                  <a:srgbClr val="000000"/>
                </a:solidFill>
                <a:effectLst/>
                <a:uLnTx/>
                <a:uFillTx/>
                <a:latin typeface="Calibri"/>
                <a:cs typeface="Calibri"/>
                <a:sym typeface="Calibri"/>
              </a:rPr>
              <a:t>Un’applicazione web consente la rendicontazione delle ore lavorate nei progetti.</a:t>
            </a:r>
          </a:p>
          <a:p>
            <a:pPr marL="0" indent="0" algn="just">
              <a:lnSpc>
                <a:spcPct val="115000"/>
              </a:lnSpc>
              <a:spcBef>
                <a:spcPts val="0"/>
              </a:spcBef>
              <a:spcAft>
                <a:spcPts val="1173"/>
              </a:spcAft>
              <a:buClr>
                <a:srgbClr val="000000"/>
              </a:buClr>
              <a:buSzPts val="1100"/>
              <a:buNone/>
            </a:pPr>
            <a:r>
              <a:rPr kumimoji="0" lang="en-US" sz="1500" b="0" i="0" u="none" strike="noStrike" kern="0" cap="none" spc="0" normalizeH="0" baseline="0" noProof="1">
                <a:ln>
                  <a:noFill/>
                </a:ln>
                <a:solidFill>
                  <a:srgbClr val="000000"/>
                </a:solidFill>
                <a:effectLst/>
                <a:uLnTx/>
                <a:uFillTx/>
                <a:latin typeface="Calibri"/>
                <a:cs typeface="Calibri"/>
                <a:sym typeface="Calibri"/>
              </a:rPr>
              <a:t>Un </a:t>
            </a:r>
            <a:r>
              <a:rPr kumimoji="0" lang="en-US" sz="1500" b="0" i="0" u="none" strike="noStrike" kern="0" cap="none" spc="0" normalizeH="0" baseline="0" noProof="1">
                <a:ln>
                  <a:noFill/>
                </a:ln>
                <a:solidFill>
                  <a:srgbClr val="FF0000"/>
                </a:solidFill>
                <a:effectLst/>
                <a:uLnTx/>
                <a:uFillTx/>
                <a:latin typeface="Calibri"/>
                <a:cs typeface="Calibri"/>
                <a:sym typeface="Calibri"/>
              </a:rPr>
              <a:t>progetto</a:t>
            </a:r>
            <a:r>
              <a:rPr kumimoji="0" lang="en-US" sz="1500" b="0" i="0" u="none" strike="noStrike" kern="0" cap="none" spc="0" normalizeH="0" baseline="0" noProof="1">
                <a:ln>
                  <a:noFill/>
                </a:ln>
                <a:solidFill>
                  <a:srgbClr val="000000"/>
                </a:solidFill>
                <a:effectLst/>
                <a:uLnTx/>
                <a:uFillTx/>
                <a:latin typeface="Calibri"/>
                <a:cs typeface="Calibri"/>
                <a:sym typeface="Calibri"/>
              </a:rPr>
              <a:t> ha </a:t>
            </a:r>
            <a:r>
              <a:rPr kumimoji="0" lang="en-US" sz="1500" b="0" i="0" u="none" strike="noStrike" kern="0" cap="none" spc="0" normalizeH="0" baseline="0" noProof="1">
                <a:ln>
                  <a:noFill/>
                </a:ln>
                <a:solidFill>
                  <a:srgbClr val="00B050"/>
                </a:solidFill>
                <a:effectLst/>
                <a:uLnTx/>
                <a:uFillTx/>
                <a:latin typeface="Calibri"/>
                <a:cs typeface="Calibri"/>
                <a:sym typeface="Calibri"/>
              </a:rPr>
              <a:t>un titolo e una durata di N mesi</a:t>
            </a:r>
            <a:r>
              <a:rPr kumimoji="0" lang="en-US" sz="1500" b="0" i="0" u="none" strike="noStrike" kern="0" cap="none" spc="0" normalizeH="0" baseline="0" noProof="1">
                <a:ln>
                  <a:noFill/>
                </a:ln>
                <a:solidFill>
                  <a:srgbClr val="000000"/>
                </a:solidFill>
                <a:effectLst/>
                <a:uLnTx/>
                <a:uFillTx/>
                <a:latin typeface="Calibri"/>
                <a:cs typeface="Calibri"/>
                <a:sym typeface="Calibri"/>
              </a:rPr>
              <a:t> (ad esempio, 24 o 36 mesi, non necessariamente multipli di 12, senza un numero minimo). I mesi del progetto sono indicizzati relativamente come M1, M2, ..., MN (definiti per ogni progetto). </a:t>
            </a:r>
          </a:p>
          <a:p>
            <a:pPr marL="0" indent="0" algn="just">
              <a:lnSpc>
                <a:spcPct val="115000"/>
              </a:lnSpc>
              <a:spcBef>
                <a:spcPts val="0"/>
              </a:spcBef>
              <a:spcAft>
                <a:spcPts val="1173"/>
              </a:spcAft>
              <a:buClr>
                <a:srgbClr val="000000"/>
              </a:buClr>
              <a:buSzPts val="1100"/>
              <a:buNone/>
            </a:pPr>
            <a:r>
              <a:rPr kumimoji="0" lang="en-US" sz="1500" b="0" i="0" u="none" strike="noStrike" kern="0" cap="none" spc="0" normalizeH="0" baseline="0" noProof="1">
                <a:ln>
                  <a:noFill/>
                </a:ln>
                <a:solidFill>
                  <a:srgbClr val="000000"/>
                </a:solidFill>
                <a:effectLst/>
                <a:uLnTx/>
                <a:uFillTx/>
                <a:latin typeface="Calibri"/>
                <a:cs typeface="Calibri"/>
                <a:sym typeface="Calibri"/>
              </a:rPr>
              <a:t>Un progetto </a:t>
            </a:r>
            <a:r>
              <a:rPr kumimoji="0" lang="en-US" sz="1500" b="0" i="0" u="none" strike="noStrike" kern="0" cap="none" spc="0" normalizeH="0" baseline="0" noProof="1">
                <a:ln>
                  <a:noFill/>
                </a:ln>
                <a:solidFill>
                  <a:srgbClr val="00B0F0"/>
                </a:solidFill>
                <a:effectLst/>
                <a:uLnTx/>
                <a:uFillTx/>
                <a:latin typeface="Calibri"/>
                <a:cs typeface="Calibri"/>
                <a:sym typeface="Calibri"/>
              </a:rPr>
              <a:t>è diviso </a:t>
            </a:r>
            <a:r>
              <a:rPr kumimoji="0" lang="en-US" sz="1500" b="0" i="0" u="none" strike="noStrike" kern="0" cap="none" spc="0" normalizeH="0" baseline="0" noProof="1">
                <a:ln>
                  <a:noFill/>
                </a:ln>
                <a:solidFill>
                  <a:srgbClr val="000000"/>
                </a:solidFill>
                <a:effectLst/>
                <a:uLnTx/>
                <a:uFillTx/>
                <a:latin typeface="Calibri"/>
                <a:cs typeface="Calibri"/>
                <a:sym typeface="Calibri"/>
              </a:rPr>
              <a:t>in </a:t>
            </a:r>
            <a:r>
              <a:rPr lang="en-US" sz="1500" kern="0" noProof="1">
                <a:solidFill>
                  <a:srgbClr val="FF0000"/>
                </a:solidFill>
              </a:rPr>
              <a:t>work package (WP)</a:t>
            </a:r>
            <a:r>
              <a:rPr lang="en-US" sz="1500" kern="0" noProof="1">
                <a:solidFill>
                  <a:srgbClr val="000000"/>
                </a:solidFill>
              </a:rPr>
              <a:t>. Ogni  </a:t>
            </a:r>
            <a:r>
              <a:rPr kumimoji="0" lang="en-US" sz="1500" b="0" i="0" u="none" strike="noStrike" kern="0" cap="none" spc="0" normalizeH="0" baseline="0" noProof="1">
                <a:ln>
                  <a:noFill/>
                </a:ln>
                <a:solidFill>
                  <a:srgbClr val="000000"/>
                </a:solidFill>
                <a:effectLst/>
                <a:uLnTx/>
                <a:uFillTx/>
                <a:latin typeface="Calibri"/>
                <a:cs typeface="Calibri"/>
                <a:sym typeface="Calibri"/>
              </a:rPr>
              <a:t>WP ha </a:t>
            </a:r>
            <a:r>
              <a:rPr lang="en-US" sz="1500" kern="0" noProof="1">
                <a:solidFill>
                  <a:srgbClr val="00B050"/>
                </a:solidFill>
              </a:rPr>
              <a:t>un numero d'ordine (ad esempio WP1, WP2), un titolo, un mese di inizio e di fine </a:t>
            </a:r>
            <a:r>
              <a:rPr kumimoji="0" lang="en-US" sz="1500" b="0" i="0" u="none" strike="noStrike" kern="0" cap="none" spc="0" normalizeH="0" baseline="0" noProof="1">
                <a:ln>
                  <a:noFill/>
                </a:ln>
                <a:solidFill>
                  <a:srgbClr val="000000"/>
                </a:solidFill>
                <a:effectLst/>
                <a:uLnTx/>
                <a:uFillTx/>
                <a:latin typeface="Calibri"/>
                <a:cs typeface="Calibri"/>
                <a:sym typeface="Calibri"/>
              </a:rPr>
              <a:t>ed </a:t>
            </a:r>
            <a:r>
              <a:rPr lang="en-US" sz="1500" kern="0" noProof="1">
                <a:solidFill>
                  <a:srgbClr val="00B0F0"/>
                </a:solidFill>
              </a:rPr>
              <a:t>è diviso</a:t>
            </a:r>
            <a:r>
              <a:rPr kumimoji="0" lang="en-US" sz="1500" b="0" i="0" u="none" strike="noStrike" kern="0" cap="none" spc="0" normalizeH="0" baseline="0" noProof="1">
                <a:ln>
                  <a:noFill/>
                </a:ln>
                <a:solidFill>
                  <a:srgbClr val="000000"/>
                </a:solidFill>
                <a:effectLst/>
                <a:uLnTx/>
                <a:uFillTx/>
                <a:latin typeface="Calibri"/>
                <a:cs typeface="Calibri"/>
                <a:sym typeface="Calibri"/>
              </a:rPr>
              <a:t> in più task.  Ogni </a:t>
            </a:r>
            <a:r>
              <a:rPr lang="en-US" sz="1500" kern="0" noProof="1">
                <a:solidFill>
                  <a:srgbClr val="FF0000"/>
                </a:solidFill>
              </a:rPr>
              <a:t>task</a:t>
            </a:r>
            <a:r>
              <a:rPr kumimoji="0" lang="en-US" sz="1500" b="0" i="0" u="none" strike="noStrike" kern="0" cap="none" spc="0" normalizeH="0" baseline="0" noProof="1">
                <a:ln>
                  <a:noFill/>
                </a:ln>
                <a:solidFill>
                  <a:srgbClr val="000000"/>
                </a:solidFill>
                <a:effectLst/>
                <a:uLnTx/>
                <a:uFillTx/>
                <a:latin typeface="Calibri"/>
                <a:cs typeface="Calibri"/>
                <a:sym typeface="Calibri"/>
              </a:rPr>
              <a:t> ha </a:t>
            </a:r>
            <a:r>
              <a:rPr lang="en-US" sz="1500" kern="0" noProof="1">
                <a:solidFill>
                  <a:srgbClr val="00B050"/>
                </a:solidFill>
              </a:rPr>
              <a:t>un numero d‘ordine relativo al WP (ad esempio T1.1, T1.2, T2.1, T2.2), un titolo, una descrizione, un mese di inizio e un mese di fine</a:t>
            </a:r>
            <a:r>
              <a:rPr lang="en-US" sz="1500" kern="0" noProof="1">
                <a:solidFill>
                  <a:srgbClr val="000000"/>
                </a:solidFill>
              </a:rPr>
              <a:t> </a:t>
            </a:r>
            <a:r>
              <a:rPr kumimoji="0" lang="en-US" sz="1500" b="0" i="0" u="none" strike="noStrike" kern="0" cap="none" spc="0" normalizeH="0" baseline="0" noProof="1">
                <a:ln>
                  <a:noFill/>
                </a:ln>
                <a:solidFill>
                  <a:srgbClr val="000000"/>
                </a:solidFill>
                <a:effectLst/>
                <a:uLnTx/>
                <a:uFillTx/>
                <a:latin typeface="Calibri"/>
                <a:cs typeface="Calibri"/>
                <a:sym typeface="Calibri"/>
              </a:rPr>
              <a:t>che devono essere all’interno dell’intervallo in cui il rispettivo WP è attivo (ad esempio, da 4 a 18).</a:t>
            </a:r>
          </a:p>
          <a:p>
            <a:pPr marL="0" indent="0" algn="just">
              <a:lnSpc>
                <a:spcPct val="115000"/>
              </a:lnSpc>
              <a:spcBef>
                <a:spcPts val="0"/>
              </a:spcBef>
              <a:spcAft>
                <a:spcPts val="1173"/>
              </a:spcAft>
              <a:buClr>
                <a:srgbClr val="000000"/>
              </a:buClr>
              <a:buSzPts val="1100"/>
              <a:buNone/>
            </a:pPr>
            <a:r>
              <a:rPr kumimoji="0" lang="en-US" sz="1500" b="0" i="0" u="none" strike="noStrike" kern="0" cap="none" spc="0" normalizeH="0" baseline="0" noProof="1">
                <a:ln>
                  <a:noFill/>
                </a:ln>
                <a:solidFill>
                  <a:srgbClr val="000000"/>
                </a:solidFill>
                <a:effectLst/>
                <a:uLnTx/>
                <a:uFillTx/>
                <a:latin typeface="Calibri"/>
                <a:cs typeface="Calibri"/>
                <a:sym typeface="Calibri"/>
              </a:rPr>
              <a:t>Ogni progetto </a:t>
            </a:r>
            <a:r>
              <a:rPr lang="en-US" sz="1500" kern="0" noProof="1">
                <a:solidFill>
                  <a:srgbClr val="00B0F0"/>
                </a:solidFill>
              </a:rPr>
              <a:t>ha un unico</a:t>
            </a:r>
            <a:r>
              <a:rPr kumimoji="0" lang="en-US" sz="1500" b="0" i="0" u="none" strike="noStrike" kern="0" cap="none" spc="0" normalizeH="0" baseline="0" noProof="1">
                <a:ln>
                  <a:noFill/>
                </a:ln>
                <a:solidFill>
                  <a:srgbClr val="000000"/>
                </a:solidFill>
                <a:effectLst/>
                <a:uLnTx/>
                <a:uFillTx/>
                <a:latin typeface="Calibri"/>
                <a:cs typeface="Calibri"/>
                <a:sym typeface="Calibri"/>
              </a:rPr>
              <a:t> </a:t>
            </a:r>
            <a:r>
              <a:rPr lang="en-US" sz="1500" kern="0" noProof="1">
                <a:solidFill>
                  <a:schemeClr val="tx1"/>
                </a:solidFill>
              </a:rPr>
              <a:t>responsabile</a:t>
            </a:r>
            <a:r>
              <a:rPr kumimoji="0" lang="en-US" sz="1500" b="0" i="0" u="none" strike="noStrike" kern="0" cap="none" spc="0" normalizeH="0" baseline="0" noProof="1">
                <a:ln>
                  <a:noFill/>
                </a:ln>
                <a:solidFill>
                  <a:srgbClr val="000000"/>
                </a:solidFill>
                <a:effectLst/>
                <a:uLnTx/>
                <a:uFillTx/>
                <a:latin typeface="Calibri"/>
                <a:cs typeface="Calibri"/>
                <a:sym typeface="Calibri"/>
              </a:rPr>
              <a:t> e </a:t>
            </a:r>
            <a:r>
              <a:rPr lang="en-US" sz="1500" kern="0" noProof="1">
                <a:solidFill>
                  <a:srgbClr val="00B0F0"/>
                </a:solidFill>
              </a:rPr>
              <a:t>può avere uno o più</a:t>
            </a:r>
            <a:r>
              <a:rPr kumimoji="0" lang="en-US" sz="1500" b="0" i="0" u="none" strike="noStrike" kern="0" cap="none" spc="0" normalizeH="0" baseline="0" noProof="1">
                <a:ln>
                  <a:noFill/>
                </a:ln>
                <a:solidFill>
                  <a:srgbClr val="000000"/>
                </a:solidFill>
                <a:effectLst/>
                <a:uLnTx/>
                <a:uFillTx/>
                <a:latin typeface="Calibri"/>
                <a:cs typeface="Calibri"/>
                <a:sym typeface="Calibri"/>
              </a:rPr>
              <a:t> collaboratori. </a:t>
            </a:r>
            <a:r>
              <a:rPr kumimoji="0" lang="en-US" sz="1500" b="0" i="0" u="none" strike="noStrike" kern="0" cap="none" spc="0" normalizeH="0" baseline="0" noProof="1">
                <a:ln>
                  <a:noFill/>
                </a:ln>
                <a:solidFill>
                  <a:srgbClr val="FF0000"/>
                </a:solidFill>
                <a:effectLst/>
                <a:uLnTx/>
                <a:uFillTx/>
                <a:latin typeface="Calibri"/>
                <a:cs typeface="Calibri"/>
                <a:sym typeface="Calibri"/>
              </a:rPr>
              <a:t>Responsabile e collaboratori</a:t>
            </a:r>
            <a:r>
              <a:rPr kumimoji="0" lang="en-US" sz="1500" b="0" i="0" u="none" strike="noStrike" kern="0" cap="none" spc="0" normalizeH="0" baseline="0" noProof="1">
                <a:ln>
                  <a:noFill/>
                </a:ln>
                <a:solidFill>
                  <a:srgbClr val="000000"/>
                </a:solidFill>
                <a:effectLst/>
                <a:uLnTx/>
                <a:uFillTx/>
                <a:latin typeface="Calibri"/>
                <a:cs typeface="Calibri"/>
                <a:sym typeface="Calibri"/>
              </a:rPr>
              <a:t> hanno i seguenti attributi: </a:t>
            </a:r>
            <a:r>
              <a:rPr kumimoji="0" lang="en-US" sz="1500" b="0" i="0" u="none" strike="noStrike" kern="0" cap="none" spc="0" normalizeH="0" baseline="0" noProof="1">
                <a:ln>
                  <a:noFill/>
                </a:ln>
                <a:solidFill>
                  <a:srgbClr val="00B050"/>
                </a:solidFill>
                <a:effectLst/>
                <a:uLnTx/>
                <a:uFillTx/>
                <a:latin typeface="Calibri"/>
                <a:cs typeface="Calibri"/>
                <a:sym typeface="Calibri"/>
              </a:rPr>
              <a:t>nome utente, nome, cognome, password di login e fotografia</a:t>
            </a:r>
            <a:r>
              <a:rPr kumimoji="0" lang="en-US" sz="1500" b="0" i="0" u="none" strike="noStrike" kern="0" cap="none" spc="0" normalizeH="0" baseline="0" noProof="1">
                <a:ln>
                  <a:noFill/>
                </a:ln>
                <a:solidFill>
                  <a:srgbClr val="000000"/>
                </a:solidFill>
                <a:effectLst/>
                <a:uLnTx/>
                <a:uFillTx/>
                <a:latin typeface="Calibri"/>
                <a:cs typeface="Calibri"/>
                <a:sym typeface="Calibri"/>
              </a:rPr>
              <a:t>.</a:t>
            </a:r>
          </a:p>
          <a:p>
            <a:pPr marL="0" indent="0" algn="just">
              <a:lnSpc>
                <a:spcPct val="115000"/>
              </a:lnSpc>
              <a:spcBef>
                <a:spcPts val="0"/>
              </a:spcBef>
              <a:spcAft>
                <a:spcPts val="1173"/>
              </a:spcAft>
              <a:buClr>
                <a:srgbClr val="000000"/>
              </a:buClr>
              <a:buSzPts val="1100"/>
              <a:buNone/>
            </a:pPr>
            <a:r>
              <a:rPr kumimoji="0" lang="en-US" sz="1500" b="0" i="0" u="none" strike="noStrike" kern="0" cap="none" spc="0" normalizeH="0" baseline="0" noProof="1">
                <a:ln>
                  <a:noFill/>
                </a:ln>
                <a:solidFill>
                  <a:srgbClr val="000000"/>
                </a:solidFill>
                <a:effectLst/>
                <a:uLnTx/>
                <a:uFillTx/>
                <a:latin typeface="Calibri"/>
                <a:cs typeface="Calibri"/>
                <a:sym typeface="Calibri"/>
              </a:rPr>
              <a:t>Ad ogni task </a:t>
            </a:r>
            <a:r>
              <a:rPr lang="en-US" sz="1500" kern="0" noProof="1">
                <a:solidFill>
                  <a:srgbClr val="00B0F0"/>
                </a:solidFill>
              </a:rPr>
              <a:t>sono associati </a:t>
            </a:r>
            <a:r>
              <a:rPr kumimoji="0" lang="en-US" sz="1500" b="0" i="0" u="none" strike="noStrike" kern="0" cap="none" spc="0" normalizeH="0" baseline="0" noProof="1">
                <a:ln>
                  <a:noFill/>
                </a:ln>
                <a:solidFill>
                  <a:srgbClr val="000000"/>
                </a:solidFill>
                <a:effectLst/>
                <a:uLnTx/>
                <a:uFillTx/>
                <a:latin typeface="Calibri"/>
                <a:cs typeface="Calibri"/>
                <a:sym typeface="Calibri"/>
              </a:rPr>
              <a:t>uno o più  collaboratori, che lavorano al task. Un collaboratore può svolgere diversi task, anche in WP differenti.</a:t>
            </a:r>
          </a:p>
          <a:p>
            <a:pPr marL="0" indent="0" algn="just">
              <a:lnSpc>
                <a:spcPct val="115000"/>
              </a:lnSpc>
              <a:spcBef>
                <a:spcPts val="0"/>
              </a:spcBef>
              <a:spcAft>
                <a:spcPts val="1173"/>
              </a:spcAft>
              <a:buClr>
                <a:srgbClr val="000000"/>
              </a:buClr>
              <a:buSzPts val="1100"/>
              <a:buNone/>
            </a:pPr>
            <a:r>
              <a:rPr kumimoji="0" lang="en-US" sz="1500" b="0" i="0" u="none" strike="noStrike" kern="0" cap="none" spc="0" normalizeH="0" baseline="0" noProof="1">
                <a:ln>
                  <a:noFill/>
                </a:ln>
                <a:solidFill>
                  <a:srgbClr val="000000"/>
                </a:solidFill>
                <a:effectLst/>
                <a:uLnTx/>
                <a:uFillTx/>
                <a:latin typeface="Calibri"/>
                <a:cs typeface="Calibri"/>
                <a:sym typeface="Calibri"/>
              </a:rPr>
              <a:t>Ogni task </a:t>
            </a:r>
            <a:r>
              <a:rPr lang="en-US" sz="1500" kern="0" noProof="1">
                <a:solidFill>
                  <a:srgbClr val="00B0F0"/>
                </a:solidFill>
              </a:rPr>
              <a:t>è associato </a:t>
            </a:r>
            <a:r>
              <a:rPr kumimoji="0" lang="en-US" sz="1500" b="0" i="0" u="none" strike="noStrike" kern="0" cap="none" spc="0" normalizeH="0" baseline="0" noProof="1">
                <a:ln>
                  <a:noFill/>
                </a:ln>
                <a:solidFill>
                  <a:srgbClr val="000000"/>
                </a:solidFill>
                <a:effectLst/>
                <a:uLnTx/>
                <a:uFillTx/>
                <a:latin typeface="Calibri"/>
                <a:cs typeface="Calibri"/>
                <a:sym typeface="Calibri"/>
              </a:rPr>
              <a:t>a un </a:t>
            </a:r>
            <a:r>
              <a:rPr kumimoji="0" lang="en-US" sz="1500" b="0" i="0" u="none" strike="noStrike" kern="0" cap="none" spc="0" normalizeH="0" baseline="0" noProof="1">
                <a:ln>
                  <a:noFill/>
                </a:ln>
                <a:solidFill>
                  <a:srgbClr val="00B050"/>
                </a:solidFill>
                <a:effectLst/>
                <a:uLnTx/>
                <a:uFillTx/>
                <a:latin typeface="Calibri"/>
                <a:cs typeface="Calibri"/>
                <a:sym typeface="Calibri"/>
              </a:rPr>
              <a:t>numero di or</a:t>
            </a:r>
            <a:r>
              <a:rPr kumimoji="0" lang="en-US" sz="1500" b="0" i="0" u="none" strike="noStrike" kern="0" cap="none" spc="0" normalizeH="0" baseline="0" noProof="1">
                <a:ln>
                  <a:noFill/>
                </a:ln>
                <a:solidFill>
                  <a:srgbClr val="FF0000"/>
                </a:solidFill>
                <a:effectLst/>
                <a:uLnTx/>
                <a:uFillTx/>
                <a:latin typeface="Calibri"/>
                <a:cs typeface="Calibri"/>
                <a:sym typeface="Calibri"/>
              </a:rPr>
              <a:t>e di </a:t>
            </a:r>
            <a:r>
              <a:rPr lang="en-US" sz="1500" kern="0" noProof="1">
                <a:solidFill>
                  <a:srgbClr val="FF0000"/>
                </a:solidFill>
              </a:rPr>
              <a:t>lavoro previste </a:t>
            </a:r>
            <a:r>
              <a:rPr kumimoji="0" lang="en-US" sz="1500" b="0" i="0" u="none" strike="noStrike" kern="0" cap="none" spc="0" normalizeH="0" baseline="0" noProof="1">
                <a:ln>
                  <a:noFill/>
                </a:ln>
                <a:solidFill>
                  <a:srgbClr val="00B050"/>
                </a:solidFill>
                <a:effectLst/>
                <a:uLnTx/>
                <a:uFillTx/>
                <a:latin typeface="Calibri"/>
                <a:cs typeface="Calibri"/>
                <a:sym typeface="Calibri"/>
              </a:rPr>
              <a:t>mese per mese </a:t>
            </a:r>
            <a:r>
              <a:rPr kumimoji="0" lang="en-US" sz="1500" b="0" i="0" u="none" strike="noStrike" kern="0" cap="none" spc="0" normalizeH="0" baseline="0" noProof="1">
                <a:ln>
                  <a:noFill/>
                </a:ln>
                <a:solidFill>
                  <a:srgbClr val="000000"/>
                </a:solidFill>
                <a:effectLst/>
                <a:uLnTx/>
                <a:uFillTx/>
                <a:latin typeface="Calibri"/>
                <a:cs typeface="Calibri"/>
                <a:sym typeface="Calibri"/>
              </a:rPr>
              <a:t>e a un </a:t>
            </a:r>
            <a:r>
              <a:rPr kumimoji="0" lang="en-US" sz="1500" b="0" i="0" u="none" strike="noStrike" kern="0" cap="none" spc="0" normalizeH="0" baseline="0" noProof="1">
                <a:ln>
                  <a:noFill/>
                </a:ln>
                <a:solidFill>
                  <a:srgbClr val="00B050"/>
                </a:solidFill>
                <a:effectLst/>
                <a:uLnTx/>
                <a:uFillTx/>
                <a:latin typeface="Calibri"/>
                <a:cs typeface="Calibri"/>
                <a:sym typeface="Calibri"/>
              </a:rPr>
              <a:t>numero di or</a:t>
            </a:r>
            <a:r>
              <a:rPr kumimoji="0" lang="en-US" sz="1500" b="0" i="0" u="none" strike="noStrike" kern="0" cap="none" spc="0" normalizeH="0" baseline="0" noProof="1">
                <a:ln>
                  <a:noFill/>
                </a:ln>
                <a:solidFill>
                  <a:srgbClr val="FF0000"/>
                </a:solidFill>
                <a:effectLst/>
                <a:uLnTx/>
                <a:uFillTx/>
                <a:latin typeface="Calibri"/>
                <a:cs typeface="Calibri"/>
                <a:sym typeface="Calibri"/>
              </a:rPr>
              <a:t>e di </a:t>
            </a:r>
            <a:r>
              <a:rPr lang="en-US" sz="1500" kern="0" noProof="1">
                <a:solidFill>
                  <a:srgbClr val="FF0000"/>
                </a:solidFill>
              </a:rPr>
              <a:t>lavoro effettivamente impiegate </a:t>
            </a:r>
            <a:r>
              <a:rPr kumimoji="0" lang="en-US" sz="1500" b="0" i="0" u="none" strike="noStrike" kern="0" cap="none" spc="0" normalizeH="0" baseline="0" noProof="1">
                <a:ln>
                  <a:noFill/>
                </a:ln>
                <a:solidFill>
                  <a:srgbClr val="00B050"/>
                </a:solidFill>
                <a:effectLst/>
                <a:uLnTx/>
                <a:uFillTx/>
                <a:latin typeface="Calibri"/>
                <a:cs typeface="Calibri"/>
                <a:sym typeface="Calibri"/>
              </a:rPr>
              <a:t>mese per mese</a:t>
            </a:r>
            <a:r>
              <a:rPr kumimoji="0" lang="en-US" sz="1500" b="0" i="0" u="none" strike="noStrike" kern="0" cap="none" spc="0" normalizeH="0" baseline="0" noProof="1">
                <a:ln>
                  <a:noFill/>
                </a:ln>
                <a:solidFill>
                  <a:srgbClr val="000000"/>
                </a:solidFill>
                <a:effectLst/>
                <a:uLnTx/>
                <a:uFillTx/>
                <a:latin typeface="Calibri"/>
                <a:cs typeface="Calibri"/>
                <a:sym typeface="Calibri"/>
              </a:rPr>
              <a:t>. La somma delle ore di lavoro (previste, effettive) dei task definisce le ore di lavoro (previste, effettive) del corrispondente WP.</a:t>
            </a:r>
          </a:p>
          <a:p>
            <a:pPr marL="0" indent="0" algn="just">
              <a:lnSpc>
                <a:spcPct val="115000"/>
              </a:lnSpc>
              <a:spcBef>
                <a:spcPts val="0"/>
              </a:spcBef>
              <a:spcAft>
                <a:spcPts val="1173"/>
              </a:spcAft>
              <a:buClr>
                <a:srgbClr val="000000"/>
              </a:buClr>
              <a:buSzPts val="1100"/>
              <a:buNone/>
            </a:pPr>
            <a:r>
              <a:rPr kumimoji="0" lang="en-US" sz="1500" b="0" i="0" u="none" strike="noStrike" kern="0" cap="none" spc="0" normalizeH="0" baseline="0" noProof="1">
                <a:ln>
                  <a:noFill/>
                </a:ln>
                <a:solidFill>
                  <a:srgbClr val="000000"/>
                </a:solidFill>
                <a:effectLst/>
                <a:uLnTx/>
                <a:uFillTx/>
                <a:latin typeface="Calibri"/>
                <a:cs typeface="Calibri"/>
                <a:sym typeface="Calibri"/>
              </a:rPr>
              <a:t>Un progetto può essere in </a:t>
            </a:r>
            <a:r>
              <a:rPr kumimoji="0" lang="en-US" sz="1500" b="0" i="0" u="none" strike="noStrike" kern="0" cap="none" spc="0" normalizeH="0" baseline="0" noProof="1">
                <a:ln>
                  <a:noFill/>
                </a:ln>
                <a:solidFill>
                  <a:srgbClr val="00B050"/>
                </a:solidFill>
                <a:effectLst/>
                <a:uLnTx/>
                <a:uFillTx/>
                <a:latin typeface="Calibri"/>
                <a:cs typeface="Calibri"/>
                <a:sym typeface="Calibri"/>
              </a:rPr>
              <a:t>tre stati: CREATO, ASSEGNATO e CONCLUSO</a:t>
            </a:r>
            <a:r>
              <a:rPr kumimoji="0" lang="en-US" sz="1500" b="0" i="0" u="none" strike="noStrike" kern="0" cap="none" spc="0" normalizeH="0" baseline="0" noProof="1">
                <a:ln>
                  <a:noFill/>
                </a:ln>
                <a:solidFill>
                  <a:srgbClr val="000000"/>
                </a:solidFill>
                <a:effectLst/>
                <a:uLnTx/>
                <a:uFillTx/>
                <a:latin typeface="Calibri"/>
                <a:cs typeface="Calibri"/>
                <a:sym typeface="Calibri"/>
              </a:rPr>
              <a:t>. Creato significa che il progetto, il responsabile, i WP e task sono stati inseriti nella base di dati, ma l'assegnamento dei collaboratori e la rendicontazione delle ore di lavoro non sono ancora possibili. Assegnato significa che tutti i task hanno le ore previste e i collaboratori deputati all’esecuzione  e  i collaboratori possono inserire le ore lavorate nei task a loro assegnati. Concluso significa che il progetto è terminato e che non se ne possono più modificare i dati.</a:t>
            </a:r>
          </a:p>
          <a:p>
            <a:pPr marL="0" indent="0" algn="just">
              <a:lnSpc>
                <a:spcPct val="115000"/>
              </a:lnSpc>
              <a:spcBef>
                <a:spcPts val="0"/>
              </a:spcBef>
              <a:spcAft>
                <a:spcPts val="1173"/>
              </a:spcAft>
              <a:buClr>
                <a:srgbClr val="000000"/>
              </a:buClr>
              <a:buSzPts val="1100"/>
              <a:buNone/>
            </a:pPr>
            <a:r>
              <a:rPr lang="en-US" sz="1500" kern="0" noProof="1">
                <a:solidFill>
                  <a:srgbClr val="FF0000"/>
                </a:solidFill>
              </a:rPr>
              <a:t>Entities</a:t>
            </a:r>
            <a:r>
              <a:rPr lang="en-US" sz="1500" kern="0" noProof="1">
                <a:solidFill>
                  <a:srgbClr val="000000"/>
                </a:solidFill>
              </a:rPr>
              <a:t>, </a:t>
            </a:r>
            <a:r>
              <a:rPr lang="en-US" sz="1500" kern="0" noProof="1">
                <a:solidFill>
                  <a:srgbClr val="00B050"/>
                </a:solidFill>
              </a:rPr>
              <a:t>attributes</a:t>
            </a:r>
            <a:r>
              <a:rPr lang="en-US" sz="1500" kern="0" noProof="1">
                <a:solidFill>
                  <a:srgbClr val="000000"/>
                </a:solidFill>
              </a:rPr>
              <a:t>, </a:t>
            </a:r>
            <a:r>
              <a:rPr lang="en-US" sz="1500" kern="0" noProof="1">
                <a:solidFill>
                  <a:srgbClr val="00B0F0"/>
                </a:solidFill>
              </a:rPr>
              <a:t>relationships</a:t>
            </a:r>
          </a:p>
        </p:txBody>
      </p:sp>
    </p:spTree>
    <p:extLst>
      <p:ext uri="{BB962C8B-B14F-4D97-AF65-F5344CB8AC3E}">
        <p14:creationId xmlns:p14="http://schemas.microsoft.com/office/powerpoint/2010/main" val="2604530985"/>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79E6993-637B-FB92-380A-F85916EE410C}"/>
            </a:ext>
          </a:extLst>
        </p:cNvPr>
        <p:cNvGrpSpPr/>
        <p:nvPr/>
      </p:nvGrpSpPr>
      <p:grpSpPr>
        <a:xfrm>
          <a:off x="0" y="0"/>
          <a:ext cx="0" cy="0"/>
          <a:chOff x="0" y="0"/>
          <a:chExt cx="0" cy="0"/>
        </a:xfrm>
      </p:grpSpPr>
      <p:sp>
        <p:nvSpPr>
          <p:cNvPr id="4" name="Google Shape;135;p26">
            <a:extLst>
              <a:ext uri="{FF2B5EF4-FFF2-40B4-BE49-F238E27FC236}">
                <a16:creationId xmlns:a16="http://schemas.microsoft.com/office/drawing/2014/main" id="{86902DEB-42A9-317D-784A-B10FAE3D2C04}"/>
              </a:ext>
            </a:extLst>
          </p:cNvPr>
          <p:cNvSpPr txBox="1">
            <a:spLocks/>
          </p:cNvSpPr>
          <p:nvPr/>
        </p:nvSpPr>
        <p:spPr>
          <a:xfrm>
            <a:off x="426631" y="258833"/>
            <a:ext cx="11338737" cy="1143000"/>
          </a:xfrm>
          <a:prstGeom prst="rect">
            <a:avLst/>
          </a:prstGeom>
          <a:noFill/>
          <a:ln>
            <a:noFill/>
          </a:ln>
        </p:spPr>
        <p:txBody>
          <a:bodyPr spcFirstLastPara="1" wrap="square" lIns="107269" tIns="53620" rIns="107269" bIns="53620" anchor="ctr" anchorCtr="0">
            <a:noAutofit/>
          </a:bodyPr>
          <a:lstStyle>
            <a:defPPr marR="0" lvl="0" algn="l" rtl="0">
              <a:lnSpc>
                <a:spcPct val="100000"/>
              </a:lnSpc>
              <a:spcBef>
                <a:spcPts val="0"/>
              </a:spcBef>
              <a:spcAft>
                <a:spcPts val="0"/>
              </a:spcAft>
            </a:defPPr>
            <a:lvl1pPr marR="0" lvl="0" algn="ctr" rtl="0">
              <a:lnSpc>
                <a:spcPct val="100000"/>
              </a:lnSpc>
              <a:spcBef>
                <a:spcPts val="0"/>
              </a:spcBef>
              <a:spcAft>
                <a:spcPts val="0"/>
              </a:spcAft>
              <a:buClr>
                <a:schemeClr val="dk1"/>
              </a:buClr>
              <a:buSzPts val="1800"/>
              <a:buFont typeface="Calibri"/>
              <a:buNone/>
              <a:defRPr sz="44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9pPr>
          </a:lstStyle>
          <a:p>
            <a:r>
              <a:rPr lang="en-US" noProof="1"/>
              <a:t>Analisi dei dati</a:t>
            </a:r>
          </a:p>
        </p:txBody>
      </p:sp>
      <p:sp>
        <p:nvSpPr>
          <p:cNvPr id="5" name="Google Shape;136;p26">
            <a:extLst>
              <a:ext uri="{FF2B5EF4-FFF2-40B4-BE49-F238E27FC236}">
                <a16:creationId xmlns:a16="http://schemas.microsoft.com/office/drawing/2014/main" id="{9E373587-565C-D0D8-AEFC-2E803C200284}"/>
              </a:ext>
            </a:extLst>
          </p:cNvPr>
          <p:cNvSpPr txBox="1">
            <a:spLocks/>
          </p:cNvSpPr>
          <p:nvPr/>
        </p:nvSpPr>
        <p:spPr>
          <a:xfrm>
            <a:off x="426631" y="1401832"/>
            <a:ext cx="11338736" cy="5317945"/>
          </a:xfrm>
          <a:prstGeom prst="rect">
            <a:avLst/>
          </a:prstGeom>
          <a:noFill/>
          <a:ln>
            <a:noFill/>
          </a:ln>
        </p:spPr>
        <p:txBody>
          <a:bodyPr spcFirstLastPara="1" wrap="square" lIns="107269" tIns="53620" rIns="107269" bIns="53620" anchor="t" anchorCtr="0">
            <a:normAutofit/>
          </a:bodyPr>
          <a:lstStyle>
            <a:defPPr marR="0" lvl="0" algn="l" rtl="0">
              <a:lnSpc>
                <a:spcPct val="100000"/>
              </a:lnSpc>
              <a:spcBef>
                <a:spcPts val="0"/>
              </a:spcBef>
              <a:spcAft>
                <a:spcPts val="0"/>
              </a:spcAft>
            </a:defPPr>
            <a:lvl1pPr marL="536433" marR="0" lvl="0" indent="-402325" algn="l" rtl="0">
              <a:lnSpc>
                <a:spcPct val="100000"/>
              </a:lnSpc>
              <a:spcBef>
                <a:spcPts val="422"/>
              </a:spcBef>
              <a:spcAft>
                <a:spcPts val="0"/>
              </a:spcAft>
              <a:buClr>
                <a:schemeClr val="dk1"/>
              </a:buClr>
              <a:buSzPts val="1800"/>
              <a:buFont typeface="Arial"/>
              <a:buChar char="•"/>
              <a:defRPr sz="3200" b="0" i="0" u="none" strike="noStrike" cap="none">
                <a:solidFill>
                  <a:schemeClr val="dk1"/>
                </a:solidFill>
                <a:latin typeface="Calibri"/>
                <a:ea typeface="Calibri"/>
                <a:cs typeface="Calibri"/>
                <a:sym typeface="Calibri"/>
              </a:defRPr>
            </a:lvl1pPr>
            <a:lvl2pPr marL="1072866" marR="0" lvl="1" indent="-402325" algn="l" rtl="0">
              <a:lnSpc>
                <a:spcPct val="100000"/>
              </a:lnSpc>
              <a:spcBef>
                <a:spcPts val="422"/>
              </a:spcBef>
              <a:spcAft>
                <a:spcPts val="0"/>
              </a:spcAft>
              <a:buClr>
                <a:schemeClr val="dk1"/>
              </a:buClr>
              <a:buSzPts val="1800"/>
              <a:buFont typeface="Arial"/>
              <a:buChar char="–"/>
              <a:defRPr sz="2800" b="0" i="0" u="none" strike="noStrike" cap="none">
                <a:solidFill>
                  <a:schemeClr val="dk1"/>
                </a:solidFill>
                <a:latin typeface="Calibri"/>
                <a:ea typeface="Calibri"/>
                <a:cs typeface="Calibri"/>
                <a:sym typeface="Calibri"/>
              </a:defRPr>
            </a:lvl2pPr>
            <a:lvl3pPr marL="1609298" marR="0" lvl="2" indent="-402325" algn="l" rtl="0">
              <a:lnSpc>
                <a:spcPct val="100000"/>
              </a:lnSpc>
              <a:spcBef>
                <a:spcPts val="422"/>
              </a:spcBef>
              <a:spcAft>
                <a:spcPts val="0"/>
              </a:spcAft>
              <a:buClr>
                <a:schemeClr val="dk1"/>
              </a:buClr>
              <a:buSzPts val="1800"/>
              <a:buFont typeface="Arial"/>
              <a:buChar char="•"/>
              <a:defRPr sz="2400" b="0" i="0" u="none" strike="noStrike" cap="none">
                <a:solidFill>
                  <a:schemeClr val="dk1"/>
                </a:solidFill>
                <a:latin typeface="Calibri"/>
                <a:ea typeface="Calibri"/>
                <a:cs typeface="Calibri"/>
                <a:sym typeface="Calibri"/>
              </a:defRPr>
            </a:lvl3pPr>
            <a:lvl4pPr marL="2145731" marR="0" lvl="3"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4pPr>
            <a:lvl5pPr marL="2682164" marR="0" lvl="4"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5pPr>
            <a:lvl6pPr marL="3218597" marR="0" lvl="5"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6pPr>
            <a:lvl7pPr marL="3755029" marR="0" lvl="6"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7pPr>
            <a:lvl8pPr marL="4291462" marR="0" lvl="7"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8pPr>
            <a:lvl9pPr marL="4827895" marR="0" lvl="8"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9pPr>
          </a:lstStyle>
          <a:p>
            <a:pPr marL="134108" indent="0">
              <a:spcAft>
                <a:spcPts val="600"/>
              </a:spcAft>
              <a:buNone/>
            </a:pPr>
            <a:r>
              <a:rPr lang="en-US" sz="1500" noProof="1"/>
              <a:t>Modalità di accesso</a:t>
            </a:r>
          </a:p>
          <a:p>
            <a:pPr marL="134108" indent="0">
              <a:buNone/>
            </a:pPr>
            <a:r>
              <a:rPr lang="en-US" sz="1500" noProof="1"/>
              <a:t>L’applicazione prevede l’accesso tramite credenziali  (login con nome utente e password). Ad ogni ruolo corrisponde un’interfaccia diversa in base alle azioni che l’utente con quel ruolo può svolgere. La base di dati contiene l’anagrafica degli utenti. Gli </a:t>
            </a:r>
            <a:r>
              <a:rPr lang="en-US" sz="1500" kern="0" noProof="1">
                <a:solidFill>
                  <a:srgbClr val="FF0000"/>
                </a:solidFill>
              </a:rPr>
              <a:t>utenti</a:t>
            </a:r>
            <a:r>
              <a:rPr lang="en-US" sz="1500" noProof="1"/>
              <a:t> sono divisi in </a:t>
            </a:r>
            <a:r>
              <a:rPr lang="en-US" sz="1500" kern="0" noProof="1">
                <a:solidFill>
                  <a:srgbClr val="FF0000"/>
                </a:solidFill>
              </a:rPr>
              <a:t>personale amministrativo</a:t>
            </a:r>
            <a:r>
              <a:rPr lang="en-US" sz="1500" noProof="1"/>
              <a:t> e </a:t>
            </a:r>
            <a:r>
              <a:rPr lang="en-US" sz="1500" kern="0" noProof="1">
                <a:solidFill>
                  <a:srgbClr val="FF0000"/>
                </a:solidFill>
              </a:rPr>
              <a:t>personale tecnico</a:t>
            </a:r>
            <a:r>
              <a:rPr lang="en-US" sz="1500" noProof="1"/>
              <a:t>. Il personale amministrativo può fungere da amministratore di progetto. Il personale tecnico può fungere sia da responsabile di progetto sia da collaboratore. Al login, il personale di accesso con ruolo sia da responsabile sia da collaboratore sceglie con quale pagina (HOME RESPONSABILE o HOME COLLABORATORE) accedere all’applicazione.</a:t>
            </a:r>
          </a:p>
          <a:p>
            <a:pPr marL="134108" indent="0">
              <a:spcBef>
                <a:spcPts val="1622"/>
              </a:spcBef>
              <a:buNone/>
            </a:pPr>
            <a:r>
              <a:rPr lang="en-US" sz="1500" noProof="1"/>
              <a:t>Vincoli espliciti</a:t>
            </a:r>
          </a:p>
          <a:p>
            <a:pPr>
              <a:spcBef>
                <a:spcPts val="0"/>
              </a:spcBef>
            </a:pPr>
            <a:r>
              <a:rPr lang="en-US" sz="1500" noProof="1"/>
              <a:t>WP ⊂ Progetto</a:t>
            </a:r>
          </a:p>
          <a:p>
            <a:pPr>
              <a:spcBef>
                <a:spcPts val="0"/>
              </a:spcBef>
            </a:pPr>
            <a:r>
              <a:rPr lang="en-US" sz="1500" noProof="1"/>
              <a:t>Task ⊂ WP</a:t>
            </a:r>
          </a:p>
          <a:p>
            <a:pPr>
              <a:spcBef>
                <a:spcPts val="0"/>
              </a:spcBef>
            </a:pPr>
            <a:r>
              <a:rPr lang="en-US" sz="1500" noProof="1"/>
              <a:t>Ore ≥ 0 e intere</a:t>
            </a:r>
          </a:p>
          <a:p>
            <a:pPr>
              <a:spcBef>
                <a:spcPts val="0"/>
              </a:spcBef>
            </a:pPr>
            <a:r>
              <a:rPr lang="en-US" sz="1500" noProof="1"/>
              <a:t>Un progetto può essere concluso solo se: somma(ore lavorate) ≥ somma(ore previste) per ogni task. Tale controllo deve essere effettuato lato server al momento della richiesta di conclusione del progetto.</a:t>
            </a:r>
          </a:p>
          <a:p>
            <a:pPr marL="134108" indent="0">
              <a:spcBef>
                <a:spcPts val="1622"/>
              </a:spcBef>
              <a:buNone/>
            </a:pPr>
            <a:r>
              <a:rPr lang="en-US" sz="1500" noProof="1"/>
              <a:t>Gestione del tempo e delle ore</a:t>
            </a:r>
          </a:p>
          <a:p>
            <a:pPr>
              <a:spcBef>
                <a:spcPts val="0"/>
              </a:spcBef>
            </a:pPr>
            <a:r>
              <a:rPr lang="en-US" sz="1500" noProof="1"/>
              <a:t>I mesi sono rappresentati come indici relativi al progetto: M1, M2, ..., MN.</a:t>
            </a:r>
          </a:p>
          <a:p>
            <a:pPr>
              <a:spcBef>
                <a:spcPts val="0"/>
              </a:spcBef>
            </a:pPr>
            <a:r>
              <a:rPr lang="en-US" sz="1500" noProof="1"/>
              <a:t>MN è determinato dalla durata del progetto.</a:t>
            </a:r>
          </a:p>
          <a:p>
            <a:pPr>
              <a:spcBef>
                <a:spcPts val="0"/>
              </a:spcBef>
            </a:pPr>
            <a:r>
              <a:rPr lang="en-US" sz="1500" noProof="1"/>
              <a:t>Le ore previste sono definite </a:t>
            </a:r>
            <a:r>
              <a:rPr lang="en-US" sz="1500" kern="0" noProof="1">
                <a:solidFill>
                  <a:srgbClr val="00B050"/>
                </a:solidFill>
              </a:rPr>
              <a:t>per ogni coppia (task, mese)</a:t>
            </a:r>
            <a:r>
              <a:rPr lang="en-US" sz="1500" noProof="1"/>
              <a:t>.</a:t>
            </a:r>
          </a:p>
          <a:p>
            <a:pPr>
              <a:spcBef>
                <a:spcPts val="0"/>
              </a:spcBef>
            </a:pPr>
            <a:r>
              <a:rPr lang="en-US" sz="1500" noProof="1"/>
              <a:t>Le ore lavorate sono definite </a:t>
            </a:r>
            <a:r>
              <a:rPr lang="en-US" sz="1500" kern="0" noProof="1">
                <a:solidFill>
                  <a:srgbClr val="00B050"/>
                </a:solidFill>
              </a:rPr>
              <a:t>per ogni terna (task, collaboratore, mese)</a:t>
            </a:r>
            <a:r>
              <a:rPr lang="en-US" sz="1500" noProof="1"/>
              <a:t>.</a:t>
            </a:r>
          </a:p>
          <a:p>
            <a:pPr marL="134108" indent="0">
              <a:spcBef>
                <a:spcPts val="0"/>
              </a:spcBef>
              <a:buNone/>
            </a:pPr>
            <a:endParaRPr lang="en-US" sz="1500" noProof="1"/>
          </a:p>
          <a:p>
            <a:pPr marL="134108" indent="0">
              <a:buNone/>
            </a:pPr>
            <a:r>
              <a:rPr lang="en-US" sz="1500" kern="0" noProof="1">
                <a:solidFill>
                  <a:srgbClr val="FF0000"/>
                </a:solidFill>
              </a:rPr>
              <a:t>Entities</a:t>
            </a:r>
            <a:r>
              <a:rPr lang="en-US" sz="1500" kern="0" noProof="1">
                <a:solidFill>
                  <a:srgbClr val="000000"/>
                </a:solidFill>
              </a:rPr>
              <a:t>, </a:t>
            </a:r>
            <a:r>
              <a:rPr lang="en-US" sz="1500" kern="0" noProof="1">
                <a:solidFill>
                  <a:srgbClr val="00B050"/>
                </a:solidFill>
              </a:rPr>
              <a:t>attributes</a:t>
            </a:r>
            <a:r>
              <a:rPr lang="en-US" sz="1500" kern="0" noProof="1">
                <a:solidFill>
                  <a:srgbClr val="000000"/>
                </a:solidFill>
              </a:rPr>
              <a:t>, </a:t>
            </a:r>
            <a:r>
              <a:rPr lang="en-US" sz="1500" kern="0" noProof="1">
                <a:solidFill>
                  <a:srgbClr val="00B0F0"/>
                </a:solidFill>
              </a:rPr>
              <a:t>relationships</a:t>
            </a:r>
          </a:p>
        </p:txBody>
      </p:sp>
    </p:spTree>
    <p:extLst>
      <p:ext uri="{BB962C8B-B14F-4D97-AF65-F5344CB8AC3E}">
        <p14:creationId xmlns:p14="http://schemas.microsoft.com/office/powerpoint/2010/main" val="3909514621"/>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2" name="Google Shape;135;p26">
            <a:extLst>
              <a:ext uri="{FF2B5EF4-FFF2-40B4-BE49-F238E27FC236}">
                <a16:creationId xmlns:a16="http://schemas.microsoft.com/office/drawing/2014/main" id="{3F10DCCA-8B3A-B575-7C83-001F90F6162E}"/>
              </a:ext>
            </a:extLst>
          </p:cNvPr>
          <p:cNvSpPr txBox="1">
            <a:spLocks/>
          </p:cNvSpPr>
          <p:nvPr/>
        </p:nvSpPr>
        <p:spPr>
          <a:xfrm>
            <a:off x="426631" y="258833"/>
            <a:ext cx="11338737" cy="1143000"/>
          </a:xfrm>
          <a:prstGeom prst="rect">
            <a:avLst/>
          </a:prstGeom>
          <a:noFill/>
          <a:ln>
            <a:noFill/>
          </a:ln>
        </p:spPr>
        <p:txBody>
          <a:bodyPr spcFirstLastPara="1" wrap="square" lIns="107269" tIns="53620" rIns="107269" bIns="53620" anchor="ctr" anchorCtr="0">
            <a:noAutofit/>
          </a:bodyPr>
          <a:lstStyle>
            <a:defPPr marR="0" lvl="0" algn="l" rtl="0">
              <a:lnSpc>
                <a:spcPct val="100000"/>
              </a:lnSpc>
              <a:spcBef>
                <a:spcPts val="0"/>
              </a:spcBef>
              <a:spcAft>
                <a:spcPts val="0"/>
              </a:spcAft>
            </a:defPPr>
            <a:lvl1pPr marR="0" lvl="0" algn="ctr" rtl="0">
              <a:lnSpc>
                <a:spcPct val="100000"/>
              </a:lnSpc>
              <a:spcBef>
                <a:spcPts val="0"/>
              </a:spcBef>
              <a:spcAft>
                <a:spcPts val="0"/>
              </a:spcAft>
              <a:buClr>
                <a:schemeClr val="dk1"/>
              </a:buClr>
              <a:buSzPts val="1800"/>
              <a:buFont typeface="Calibri"/>
              <a:buNone/>
              <a:defRPr sz="44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9pPr>
          </a:lstStyle>
          <a:p>
            <a:pPr lvl="0">
              <a:buClr>
                <a:srgbClr val="000000"/>
              </a:buClr>
              <a:buSzPts val="4400"/>
              <a:defRPr/>
            </a:pPr>
            <a:r>
              <a:rPr lang="en-US" kern="0" noProof="1">
                <a:solidFill>
                  <a:srgbClr val="000000"/>
                </a:solidFill>
                <a:latin typeface="Calibri" panose="020F0502020204030204" pitchFamily="34" charset="0"/>
                <a:cs typeface="Calibri" panose="020F0502020204030204" pitchFamily="34" charset="0"/>
              </a:rPr>
              <a:t>Database design</a:t>
            </a:r>
          </a:p>
        </p:txBody>
      </p:sp>
      <p:sp>
        <p:nvSpPr>
          <p:cNvPr id="42" name="Google Shape;149;p28">
            <a:extLst>
              <a:ext uri="{FF2B5EF4-FFF2-40B4-BE49-F238E27FC236}">
                <a16:creationId xmlns:a16="http://schemas.microsoft.com/office/drawing/2014/main" id="{C09A39BE-ABE4-826C-A0A5-6B8A313D3C2D}"/>
              </a:ext>
            </a:extLst>
          </p:cNvPr>
          <p:cNvSpPr txBox="1"/>
          <p:nvPr/>
        </p:nvSpPr>
        <p:spPr>
          <a:xfrm>
            <a:off x="-280307" y="2800937"/>
            <a:ext cx="1455675" cy="1735200"/>
          </a:xfrm>
          <a:prstGeom prst="rect">
            <a:avLst/>
          </a:prstGeom>
          <a:noFill/>
          <a:ln>
            <a:noFill/>
          </a:ln>
        </p:spPr>
        <p:txBody>
          <a:bodyPr spcFirstLastPara="1" wrap="square" lIns="107269" tIns="53620" rIns="107269" bIns="53620" anchor="t" anchorCtr="0">
            <a:noAutofit/>
          </a:bodyPr>
          <a:lstStyle/>
          <a:p>
            <a:pPr algn="r">
              <a:buClr>
                <a:srgbClr val="000000"/>
              </a:buClr>
              <a:buFont typeface="Arial"/>
              <a:buNone/>
            </a:pPr>
            <a:r>
              <a:rPr lang="en-US" b="1" kern="0" noProof="1">
                <a:solidFill>
                  <a:srgbClr val="000000"/>
                </a:solidFill>
                <a:latin typeface="Calibri" panose="020F0502020204030204" pitchFamily="34" charset="0"/>
                <a:ea typeface="Calibri"/>
                <a:cs typeface="Calibri" panose="020F0502020204030204" pitchFamily="34" charset="0"/>
                <a:sym typeface="Calibri"/>
              </a:rPr>
              <a:t>ID</a:t>
            </a:r>
          </a:p>
          <a:p>
            <a:pPr algn="r">
              <a:buClr>
                <a:srgbClr val="000000"/>
              </a:buClr>
              <a:buFont typeface="Arial"/>
              <a:buNone/>
            </a:pPr>
            <a:r>
              <a:rPr lang="en-US" kern="0" noProof="1">
                <a:solidFill>
                  <a:srgbClr val="000000"/>
                </a:solidFill>
                <a:latin typeface="Calibri" panose="020F0502020204030204" pitchFamily="34" charset="0"/>
                <a:ea typeface="Calibri"/>
                <a:cs typeface="Calibri" panose="020F0502020204030204" pitchFamily="34" charset="0"/>
                <a:sym typeface="Calibri"/>
              </a:rPr>
              <a:t>username</a:t>
            </a:r>
          </a:p>
          <a:p>
            <a:pPr algn="r">
              <a:buClr>
                <a:srgbClr val="000000"/>
              </a:buClr>
              <a:buFont typeface="Arial"/>
              <a:buNone/>
            </a:pPr>
            <a:r>
              <a:rPr lang="en-US" kern="0" noProof="1">
                <a:solidFill>
                  <a:srgbClr val="000000"/>
                </a:solidFill>
                <a:latin typeface="Calibri" panose="020F0502020204030204" pitchFamily="34" charset="0"/>
                <a:ea typeface="Calibri"/>
                <a:cs typeface="Calibri" panose="020F0502020204030204" pitchFamily="34" charset="0"/>
                <a:sym typeface="Calibri"/>
              </a:rPr>
              <a:t>first_name</a:t>
            </a:r>
          </a:p>
          <a:p>
            <a:pPr algn="r">
              <a:buClr>
                <a:srgbClr val="000000"/>
              </a:buClr>
              <a:buFont typeface="Arial"/>
              <a:buNone/>
            </a:pPr>
            <a:r>
              <a:rPr lang="en-US" kern="0" noProof="1">
                <a:solidFill>
                  <a:srgbClr val="000000"/>
                </a:solidFill>
                <a:latin typeface="Calibri" panose="020F0502020204030204" pitchFamily="34" charset="0"/>
                <a:ea typeface="Calibri"/>
                <a:cs typeface="Calibri" panose="020F0502020204030204" pitchFamily="34" charset="0"/>
                <a:sym typeface="Calibri"/>
              </a:rPr>
              <a:t>last_name</a:t>
            </a:r>
          </a:p>
          <a:p>
            <a:pPr algn="r">
              <a:buClr>
                <a:srgbClr val="000000"/>
              </a:buClr>
              <a:buFont typeface="Arial"/>
              <a:buNone/>
            </a:pPr>
            <a:r>
              <a:rPr lang="en-US" kern="0" noProof="1">
                <a:solidFill>
                  <a:srgbClr val="000000"/>
                </a:solidFill>
                <a:latin typeface="Calibri" panose="020F0502020204030204" pitchFamily="34" charset="0"/>
                <a:ea typeface="Calibri"/>
                <a:cs typeface="Calibri" panose="020F0502020204030204" pitchFamily="34" charset="0"/>
                <a:sym typeface="Calibri"/>
              </a:rPr>
              <a:t>password</a:t>
            </a:r>
          </a:p>
          <a:p>
            <a:pPr algn="r">
              <a:buClr>
                <a:srgbClr val="000000"/>
              </a:buClr>
              <a:buFont typeface="Arial"/>
              <a:buNone/>
            </a:pPr>
            <a:r>
              <a:rPr lang="en-US" kern="0" noProof="1">
                <a:solidFill>
                  <a:srgbClr val="000000"/>
                </a:solidFill>
                <a:latin typeface="Calibri" panose="020F0502020204030204" pitchFamily="34" charset="0"/>
                <a:ea typeface="Calibri"/>
                <a:cs typeface="Calibri" panose="020F0502020204030204" pitchFamily="34" charset="0"/>
                <a:sym typeface="Calibri"/>
              </a:rPr>
              <a:t>photo</a:t>
            </a:r>
          </a:p>
        </p:txBody>
      </p:sp>
      <p:sp>
        <p:nvSpPr>
          <p:cNvPr id="43" name="Google Shape;150;p28">
            <a:extLst>
              <a:ext uri="{FF2B5EF4-FFF2-40B4-BE49-F238E27FC236}">
                <a16:creationId xmlns:a16="http://schemas.microsoft.com/office/drawing/2014/main" id="{C7E7221A-0617-7B1B-7527-0E97C5A0C2E9}"/>
              </a:ext>
            </a:extLst>
          </p:cNvPr>
          <p:cNvSpPr/>
          <p:nvPr/>
        </p:nvSpPr>
        <p:spPr>
          <a:xfrm>
            <a:off x="100962" y="2343313"/>
            <a:ext cx="1334434" cy="526400"/>
          </a:xfrm>
          <a:prstGeom prst="rect">
            <a:avLst/>
          </a:prstGeom>
          <a:solidFill>
            <a:srgbClr val="FFFFFF"/>
          </a:solidFill>
          <a:ln w="25400" cap="flat" cmpd="sng">
            <a:solidFill>
              <a:srgbClr val="4F81BD"/>
            </a:solidFill>
            <a:prstDash val="solid"/>
            <a:round/>
            <a:headEnd type="none" w="sm" len="sm"/>
            <a:tailEnd type="none" w="sm" len="sm"/>
          </a:ln>
        </p:spPr>
        <p:txBody>
          <a:bodyPr spcFirstLastPara="1" wrap="square" lIns="107269" tIns="53620" rIns="107269" bIns="53620" anchor="ctr" anchorCtr="0">
            <a:noAutofit/>
          </a:bodyPr>
          <a:lstStyle/>
          <a:p>
            <a:pPr marL="0" marR="0" lvl="0" indent="0" algn="ctr" defTabSz="914400" eaLnBrk="1" fontAlgn="auto" latinLnBrk="0" hangingPunct="1">
              <a:lnSpc>
                <a:spcPct val="100000"/>
              </a:lnSpc>
              <a:spcBef>
                <a:spcPts val="0"/>
              </a:spcBef>
              <a:spcAft>
                <a:spcPts val="0"/>
              </a:spcAft>
              <a:buClr>
                <a:srgbClr val="000000"/>
              </a:buClr>
              <a:buSzTx/>
              <a:buFont typeface="Arial"/>
              <a:buNone/>
              <a:tabLst/>
              <a:defRPr/>
            </a:pPr>
            <a:r>
              <a:rPr kumimoji="0" lang="en-US" b="0" i="0" u="none" strike="noStrike" kern="0" cap="none" spc="0" normalizeH="0" baseline="0" noProof="1">
                <a:ln>
                  <a:noFill/>
                </a:ln>
                <a:solidFill>
                  <a:srgbClr val="000000"/>
                </a:solidFill>
                <a:effectLst/>
                <a:uLnTx/>
                <a:uFillTx/>
                <a:latin typeface="Calibri" panose="020F0502020204030204" pitchFamily="34" charset="0"/>
                <a:ea typeface="Calibri"/>
                <a:cs typeface="Calibri" panose="020F0502020204030204" pitchFamily="34" charset="0"/>
                <a:sym typeface="Calibri"/>
              </a:rPr>
              <a:t>User</a:t>
            </a:r>
          </a:p>
        </p:txBody>
      </p:sp>
      <p:sp>
        <p:nvSpPr>
          <p:cNvPr id="44" name="Google Shape;151;p28">
            <a:extLst>
              <a:ext uri="{FF2B5EF4-FFF2-40B4-BE49-F238E27FC236}">
                <a16:creationId xmlns:a16="http://schemas.microsoft.com/office/drawing/2014/main" id="{96B4E1C4-4D33-03C6-2E35-9D7B14465335}"/>
              </a:ext>
            </a:extLst>
          </p:cNvPr>
          <p:cNvSpPr txBox="1"/>
          <p:nvPr/>
        </p:nvSpPr>
        <p:spPr>
          <a:xfrm>
            <a:off x="10257662" y="2042745"/>
            <a:ext cx="2006411" cy="1525200"/>
          </a:xfrm>
          <a:prstGeom prst="rect">
            <a:avLst/>
          </a:prstGeom>
          <a:noFill/>
          <a:ln>
            <a:noFill/>
          </a:ln>
        </p:spPr>
        <p:txBody>
          <a:bodyPr spcFirstLastPara="1" wrap="square" lIns="107269" tIns="53620" rIns="107269" bIns="53620" anchor="t" anchorCtr="0">
            <a:noAutofit/>
          </a:bodyPr>
          <a:lstStyle/>
          <a:p>
            <a:pPr>
              <a:buClr>
                <a:srgbClr val="000000"/>
              </a:buClr>
              <a:buFont typeface="Arial"/>
              <a:buNone/>
            </a:pPr>
            <a:r>
              <a:rPr lang="en-US" b="1" kern="0" noProof="1">
                <a:solidFill>
                  <a:srgbClr val="000000"/>
                </a:solidFill>
                <a:latin typeface="Calibri" panose="020F0502020204030204" pitchFamily="34" charset="0"/>
                <a:ea typeface="Calibri"/>
                <a:cs typeface="Calibri" panose="020F0502020204030204" pitchFamily="34" charset="0"/>
                <a:sym typeface="Calibri"/>
              </a:rPr>
              <a:t>ID</a:t>
            </a:r>
            <a:endParaRPr lang="en-US" b="1" kern="0" noProof="1">
              <a:solidFill>
                <a:srgbClr val="000000"/>
              </a:solidFill>
              <a:latin typeface="Calibri" panose="020F0502020204030204" pitchFamily="34" charset="0"/>
              <a:cs typeface="Calibri" panose="020F0502020204030204" pitchFamily="34" charset="0"/>
              <a:sym typeface="Arial"/>
            </a:endParaRPr>
          </a:p>
          <a:p>
            <a:pPr>
              <a:buClr>
                <a:srgbClr val="000000"/>
              </a:buClr>
              <a:buFont typeface="Arial"/>
              <a:buNone/>
            </a:pPr>
            <a:r>
              <a:rPr lang="en-US" kern="0" noProof="1">
                <a:solidFill>
                  <a:srgbClr val="000000"/>
                </a:solidFill>
                <a:latin typeface="Calibri" panose="020F0502020204030204" pitchFamily="34" charset="0"/>
                <a:ea typeface="Calibri"/>
                <a:cs typeface="Calibri" panose="020F0502020204030204" pitchFamily="34" charset="0"/>
                <a:sym typeface="Calibri"/>
              </a:rPr>
              <a:t>sequence_number</a:t>
            </a:r>
          </a:p>
          <a:p>
            <a:pPr>
              <a:buClr>
                <a:srgbClr val="000000"/>
              </a:buClr>
              <a:buFont typeface="Arial"/>
              <a:buNone/>
            </a:pPr>
            <a:r>
              <a:rPr lang="en-US" kern="0" noProof="1">
                <a:solidFill>
                  <a:srgbClr val="000000"/>
                </a:solidFill>
                <a:latin typeface="Calibri" panose="020F0502020204030204" pitchFamily="34" charset="0"/>
                <a:ea typeface="Calibri"/>
                <a:cs typeface="Calibri" panose="020F0502020204030204" pitchFamily="34" charset="0"/>
                <a:sym typeface="Calibri"/>
              </a:rPr>
              <a:t>title</a:t>
            </a:r>
          </a:p>
          <a:p>
            <a:pPr>
              <a:buClr>
                <a:srgbClr val="000000"/>
              </a:buClr>
              <a:buFont typeface="Arial"/>
              <a:buNone/>
            </a:pPr>
            <a:r>
              <a:rPr lang="en-US" kern="0" noProof="1">
                <a:solidFill>
                  <a:srgbClr val="000000"/>
                </a:solidFill>
                <a:latin typeface="Calibri" panose="020F0502020204030204" pitchFamily="34" charset="0"/>
                <a:ea typeface="Calibri"/>
                <a:cs typeface="Calibri" panose="020F0502020204030204" pitchFamily="34" charset="0"/>
                <a:sym typeface="Calibri"/>
              </a:rPr>
              <a:t>start_month</a:t>
            </a:r>
          </a:p>
          <a:p>
            <a:pPr>
              <a:buClr>
                <a:srgbClr val="000000"/>
              </a:buClr>
              <a:buFont typeface="Arial"/>
              <a:buNone/>
            </a:pPr>
            <a:r>
              <a:rPr lang="en-US" kern="0" noProof="1">
                <a:solidFill>
                  <a:srgbClr val="000000"/>
                </a:solidFill>
                <a:latin typeface="Calibri" panose="020F0502020204030204" pitchFamily="34" charset="0"/>
                <a:ea typeface="Calibri"/>
                <a:cs typeface="Calibri" panose="020F0502020204030204" pitchFamily="34" charset="0"/>
                <a:sym typeface="Calibri"/>
              </a:rPr>
              <a:t>end_month</a:t>
            </a:r>
          </a:p>
        </p:txBody>
      </p:sp>
      <p:sp>
        <p:nvSpPr>
          <p:cNvPr id="45" name="Google Shape;152;p28">
            <a:extLst>
              <a:ext uri="{FF2B5EF4-FFF2-40B4-BE49-F238E27FC236}">
                <a16:creationId xmlns:a16="http://schemas.microsoft.com/office/drawing/2014/main" id="{A996C67D-FCB1-8481-C402-7A606139F0AC}"/>
              </a:ext>
            </a:extLst>
          </p:cNvPr>
          <p:cNvSpPr txBox="1"/>
          <p:nvPr/>
        </p:nvSpPr>
        <p:spPr>
          <a:xfrm>
            <a:off x="5814781" y="2506764"/>
            <a:ext cx="1858878" cy="1338215"/>
          </a:xfrm>
          <a:prstGeom prst="rect">
            <a:avLst/>
          </a:prstGeom>
          <a:noFill/>
          <a:ln>
            <a:noFill/>
          </a:ln>
        </p:spPr>
        <p:txBody>
          <a:bodyPr spcFirstLastPara="1" wrap="square" lIns="107269" tIns="53620" rIns="107269" bIns="53620" anchor="t" anchorCtr="0">
            <a:noAutofit/>
          </a:bodyPr>
          <a:lstStyle/>
          <a:p>
            <a:pPr>
              <a:buClr>
                <a:srgbClr val="000000"/>
              </a:buClr>
              <a:buFont typeface="Arial"/>
              <a:buNone/>
            </a:pPr>
            <a:r>
              <a:rPr lang="en-US" b="1" kern="0" noProof="1">
                <a:solidFill>
                  <a:srgbClr val="000000"/>
                </a:solidFill>
                <a:latin typeface="Calibri" panose="020F0502020204030204" pitchFamily="34" charset="0"/>
                <a:ea typeface="Calibri"/>
                <a:cs typeface="Calibri" panose="020F0502020204030204" pitchFamily="34" charset="0"/>
                <a:sym typeface="Calibri"/>
              </a:rPr>
              <a:t>ID</a:t>
            </a:r>
          </a:p>
          <a:p>
            <a:pPr>
              <a:buClr>
                <a:srgbClr val="000000"/>
              </a:buClr>
              <a:buFont typeface="Arial"/>
              <a:buNone/>
            </a:pPr>
            <a:r>
              <a:rPr lang="en-US" kern="0" noProof="1">
                <a:solidFill>
                  <a:srgbClr val="000000"/>
                </a:solidFill>
                <a:latin typeface="Calibri" panose="020F0502020204030204" pitchFamily="34" charset="0"/>
                <a:ea typeface="Calibri"/>
                <a:cs typeface="Calibri" panose="020F0502020204030204" pitchFamily="34" charset="0"/>
                <a:sym typeface="Calibri"/>
              </a:rPr>
              <a:t>title</a:t>
            </a:r>
          </a:p>
          <a:p>
            <a:pPr>
              <a:buClr>
                <a:srgbClr val="000000"/>
              </a:buClr>
              <a:buFont typeface="Arial"/>
              <a:buNone/>
            </a:pPr>
            <a:r>
              <a:rPr lang="en-US" kern="0" noProof="1">
                <a:solidFill>
                  <a:srgbClr val="000000"/>
                </a:solidFill>
                <a:latin typeface="Calibri" panose="020F0502020204030204" pitchFamily="34" charset="0"/>
                <a:ea typeface="Calibri"/>
                <a:cs typeface="Calibri" panose="020F0502020204030204" pitchFamily="34" charset="0"/>
                <a:sym typeface="Calibri"/>
              </a:rPr>
              <a:t>duration_months</a:t>
            </a:r>
          </a:p>
          <a:p>
            <a:pPr>
              <a:buClr>
                <a:srgbClr val="000000"/>
              </a:buClr>
              <a:buFont typeface="Arial"/>
              <a:buNone/>
            </a:pPr>
            <a:r>
              <a:rPr lang="en-US" kern="0" noProof="1">
                <a:solidFill>
                  <a:srgbClr val="000000"/>
                </a:solidFill>
                <a:latin typeface="Calibri" panose="020F0502020204030204" pitchFamily="34" charset="0"/>
                <a:ea typeface="Calibri"/>
                <a:cs typeface="Calibri" panose="020F0502020204030204" pitchFamily="34" charset="0"/>
                <a:sym typeface="Calibri"/>
              </a:rPr>
              <a:t>status</a:t>
            </a:r>
          </a:p>
        </p:txBody>
      </p:sp>
      <p:sp>
        <p:nvSpPr>
          <p:cNvPr id="46" name="Google Shape;153;p28">
            <a:extLst>
              <a:ext uri="{FF2B5EF4-FFF2-40B4-BE49-F238E27FC236}">
                <a16:creationId xmlns:a16="http://schemas.microsoft.com/office/drawing/2014/main" id="{368C79FF-D28F-DB7E-E6F9-38AE5DC3351D}"/>
              </a:ext>
            </a:extLst>
          </p:cNvPr>
          <p:cNvSpPr/>
          <p:nvPr/>
        </p:nvSpPr>
        <p:spPr>
          <a:xfrm>
            <a:off x="5704387" y="2045352"/>
            <a:ext cx="1332103" cy="526400"/>
          </a:xfrm>
          <a:prstGeom prst="rect">
            <a:avLst/>
          </a:prstGeom>
          <a:solidFill>
            <a:srgbClr val="FFFFFF"/>
          </a:solidFill>
          <a:ln w="25400" cap="flat" cmpd="sng">
            <a:solidFill>
              <a:srgbClr val="4F81BD"/>
            </a:solidFill>
            <a:prstDash val="solid"/>
            <a:round/>
            <a:headEnd type="none" w="sm" len="sm"/>
            <a:tailEnd type="none" w="sm" len="sm"/>
          </a:ln>
        </p:spPr>
        <p:txBody>
          <a:bodyPr spcFirstLastPara="1" wrap="square" lIns="107269" tIns="53620" rIns="107269" bIns="53620" anchor="ctr" anchorCtr="0">
            <a:noAutofit/>
          </a:bodyPr>
          <a:lstStyle/>
          <a:p>
            <a:pPr algn="ctr">
              <a:buClr>
                <a:srgbClr val="000000"/>
              </a:buClr>
            </a:pPr>
            <a:r>
              <a:rPr kumimoji="0" lang="en-US" b="0" i="0" u="none" strike="noStrike" kern="0" cap="none" spc="0" normalizeH="0" baseline="0" noProof="1">
                <a:ln>
                  <a:noFill/>
                </a:ln>
                <a:solidFill>
                  <a:srgbClr val="000000"/>
                </a:solidFill>
                <a:effectLst/>
                <a:uLnTx/>
                <a:uFillTx/>
                <a:latin typeface="Calibri" panose="020F0502020204030204" pitchFamily="34" charset="0"/>
                <a:ea typeface="Calibri"/>
                <a:cs typeface="Calibri" panose="020F0502020204030204" pitchFamily="34" charset="0"/>
                <a:sym typeface="Calibri"/>
              </a:rPr>
              <a:t>Project</a:t>
            </a:r>
          </a:p>
        </p:txBody>
      </p:sp>
      <p:sp>
        <p:nvSpPr>
          <p:cNvPr id="48" name="Google Shape;155;p28">
            <a:extLst>
              <a:ext uri="{FF2B5EF4-FFF2-40B4-BE49-F238E27FC236}">
                <a16:creationId xmlns:a16="http://schemas.microsoft.com/office/drawing/2014/main" id="{8C4DAA85-71CE-6DAD-185F-1D994E9C4B0C}"/>
              </a:ext>
            </a:extLst>
          </p:cNvPr>
          <p:cNvSpPr txBox="1"/>
          <p:nvPr/>
        </p:nvSpPr>
        <p:spPr>
          <a:xfrm>
            <a:off x="3963659" y="1159494"/>
            <a:ext cx="1309516" cy="359458"/>
          </a:xfrm>
          <a:prstGeom prst="rect">
            <a:avLst/>
          </a:prstGeom>
          <a:noFill/>
          <a:ln>
            <a:noFill/>
          </a:ln>
        </p:spPr>
        <p:txBody>
          <a:bodyPr spcFirstLastPara="1" wrap="square" lIns="107269" tIns="53620" rIns="107269" bIns="53620" anchor="t" anchorCtr="0">
            <a:noAutofit/>
          </a:bodyPr>
          <a:lstStyle/>
          <a:p>
            <a:pPr algn="ctr">
              <a:buClr>
                <a:srgbClr val="000000"/>
              </a:buClr>
              <a:buFont typeface="Arial"/>
              <a:buNone/>
            </a:pPr>
            <a:r>
              <a:rPr lang="en-US" kern="0" noProof="1">
                <a:solidFill>
                  <a:srgbClr val="000000"/>
                </a:solidFill>
                <a:latin typeface="Calibri" panose="020F0502020204030204" pitchFamily="34" charset="0"/>
                <a:ea typeface="Calibri"/>
                <a:cs typeface="Calibri" panose="020F0502020204030204" pitchFamily="34" charset="0"/>
                <a:sym typeface="Calibri"/>
              </a:rPr>
              <a:t>creates</a:t>
            </a:r>
            <a:endParaRPr lang="en-US" kern="0" noProof="1">
              <a:solidFill>
                <a:srgbClr val="000000"/>
              </a:solidFill>
              <a:latin typeface="Calibri" panose="020F0502020204030204" pitchFamily="34" charset="0"/>
              <a:cs typeface="Calibri" panose="020F0502020204030204" pitchFamily="34" charset="0"/>
              <a:sym typeface="Arial"/>
            </a:endParaRPr>
          </a:p>
        </p:txBody>
      </p:sp>
      <p:sp>
        <p:nvSpPr>
          <p:cNvPr id="49" name="Google Shape;156;p28">
            <a:extLst>
              <a:ext uri="{FF2B5EF4-FFF2-40B4-BE49-F238E27FC236}">
                <a16:creationId xmlns:a16="http://schemas.microsoft.com/office/drawing/2014/main" id="{7E192326-1362-442F-46E9-7FB490BCAFCE}"/>
              </a:ext>
            </a:extLst>
          </p:cNvPr>
          <p:cNvSpPr/>
          <p:nvPr/>
        </p:nvSpPr>
        <p:spPr>
          <a:xfrm>
            <a:off x="4295042" y="1518952"/>
            <a:ext cx="646750" cy="526400"/>
          </a:xfrm>
          <a:prstGeom prst="diamond">
            <a:avLst/>
          </a:prstGeom>
          <a:solidFill>
            <a:srgbClr val="FFFFFF"/>
          </a:solidFill>
          <a:ln w="25400" cap="flat" cmpd="sng">
            <a:solidFill>
              <a:srgbClr val="F79646"/>
            </a:solidFill>
            <a:prstDash val="solid"/>
            <a:round/>
            <a:headEnd type="none" w="sm" len="sm"/>
            <a:tailEnd type="none" w="sm" len="sm"/>
          </a:ln>
        </p:spPr>
        <p:txBody>
          <a:bodyPr spcFirstLastPara="1" wrap="square" lIns="107269" tIns="53620" rIns="107269" bIns="53620" anchor="ctr" anchorCtr="0">
            <a:noAutofit/>
          </a:bodyPr>
          <a:lstStyle/>
          <a:p>
            <a:pPr marL="0" marR="0" lvl="0" indent="0" algn="ctr" defTabSz="914400" eaLnBrk="1" fontAlgn="auto" latinLnBrk="0" hangingPunct="1">
              <a:lnSpc>
                <a:spcPct val="100000"/>
              </a:lnSpc>
              <a:spcBef>
                <a:spcPts val="0"/>
              </a:spcBef>
              <a:spcAft>
                <a:spcPts val="0"/>
              </a:spcAft>
              <a:buClr>
                <a:srgbClr val="000000"/>
              </a:buClr>
              <a:buSzTx/>
              <a:buFont typeface="Arial"/>
              <a:buNone/>
              <a:tabLst/>
              <a:defRPr/>
            </a:pPr>
            <a:endParaRPr kumimoji="0" lang="en-US" b="0" i="0" u="none" strike="noStrike" kern="0" cap="none" spc="0" normalizeH="0" baseline="0" noProof="1">
              <a:ln>
                <a:noFill/>
              </a:ln>
              <a:solidFill>
                <a:srgbClr val="000000"/>
              </a:solidFill>
              <a:effectLst/>
              <a:uLnTx/>
              <a:uFillTx/>
              <a:latin typeface="Calibri" panose="020F0502020204030204" pitchFamily="34" charset="0"/>
              <a:ea typeface="Calibri"/>
              <a:cs typeface="Calibri" panose="020F0502020204030204" pitchFamily="34" charset="0"/>
              <a:sym typeface="Calibri"/>
            </a:endParaRPr>
          </a:p>
        </p:txBody>
      </p:sp>
      <p:cxnSp>
        <p:nvCxnSpPr>
          <p:cNvPr id="50" name="Google Shape;157;p28">
            <a:extLst>
              <a:ext uri="{FF2B5EF4-FFF2-40B4-BE49-F238E27FC236}">
                <a16:creationId xmlns:a16="http://schemas.microsoft.com/office/drawing/2014/main" id="{F3AE5509-57D0-95E9-E531-F15951BB4EC2}"/>
              </a:ext>
            </a:extLst>
          </p:cNvPr>
          <p:cNvCxnSpPr>
            <a:cxnSpLocks/>
            <a:stCxn id="292" idx="3"/>
            <a:endCxn id="49" idx="1"/>
          </p:cNvCxnSpPr>
          <p:nvPr/>
        </p:nvCxnSpPr>
        <p:spPr>
          <a:xfrm flipV="1">
            <a:off x="3492244" y="1782152"/>
            <a:ext cx="802798" cy="519034"/>
          </a:xfrm>
          <a:prstGeom prst="straightConnector1">
            <a:avLst/>
          </a:prstGeom>
          <a:noFill/>
          <a:ln w="9525" cap="flat" cmpd="sng">
            <a:solidFill>
              <a:schemeClr val="accent1"/>
            </a:solidFill>
            <a:prstDash val="solid"/>
            <a:round/>
            <a:headEnd type="none" w="sm" len="sm"/>
            <a:tailEnd type="none" w="sm" len="sm"/>
          </a:ln>
        </p:spPr>
      </p:cxnSp>
      <p:cxnSp>
        <p:nvCxnSpPr>
          <p:cNvPr id="51" name="Google Shape;158;p28">
            <a:extLst>
              <a:ext uri="{FF2B5EF4-FFF2-40B4-BE49-F238E27FC236}">
                <a16:creationId xmlns:a16="http://schemas.microsoft.com/office/drawing/2014/main" id="{236FA740-3BB4-8D30-7EED-30C3E4824937}"/>
              </a:ext>
            </a:extLst>
          </p:cNvPr>
          <p:cNvCxnSpPr>
            <a:cxnSpLocks/>
            <a:stCxn id="49" idx="3"/>
            <a:endCxn id="46" idx="1"/>
          </p:cNvCxnSpPr>
          <p:nvPr/>
        </p:nvCxnSpPr>
        <p:spPr>
          <a:xfrm>
            <a:off x="4941792" y="1782152"/>
            <a:ext cx="762595" cy="526400"/>
          </a:xfrm>
          <a:prstGeom prst="straightConnector1">
            <a:avLst/>
          </a:prstGeom>
          <a:noFill/>
          <a:ln w="9525" cap="flat" cmpd="sng">
            <a:solidFill>
              <a:srgbClr val="4A7DBA"/>
            </a:solidFill>
            <a:prstDash val="solid"/>
            <a:round/>
            <a:headEnd type="none" w="sm" len="sm"/>
            <a:tailEnd type="none" w="sm" len="sm"/>
          </a:ln>
        </p:spPr>
      </p:cxnSp>
      <p:sp>
        <p:nvSpPr>
          <p:cNvPr id="52" name="Google Shape;160;p28">
            <a:extLst>
              <a:ext uri="{FF2B5EF4-FFF2-40B4-BE49-F238E27FC236}">
                <a16:creationId xmlns:a16="http://schemas.microsoft.com/office/drawing/2014/main" id="{D873101D-7751-F96F-821F-4D45EF43D6E0}"/>
              </a:ext>
            </a:extLst>
          </p:cNvPr>
          <p:cNvSpPr/>
          <p:nvPr/>
        </p:nvSpPr>
        <p:spPr>
          <a:xfrm>
            <a:off x="7673488" y="2045352"/>
            <a:ext cx="646750" cy="526400"/>
          </a:xfrm>
          <a:prstGeom prst="diamond">
            <a:avLst/>
          </a:prstGeom>
          <a:solidFill>
            <a:srgbClr val="FFFFFF"/>
          </a:solidFill>
          <a:ln w="25400" cap="flat" cmpd="sng">
            <a:solidFill>
              <a:srgbClr val="F79646"/>
            </a:solidFill>
            <a:prstDash val="solid"/>
            <a:round/>
            <a:headEnd type="none" w="sm" len="sm"/>
            <a:tailEnd type="none" w="sm" len="sm"/>
          </a:ln>
        </p:spPr>
        <p:txBody>
          <a:bodyPr spcFirstLastPara="1" wrap="square" lIns="107269" tIns="53620" rIns="107269" bIns="53620" anchor="ctr" anchorCtr="0">
            <a:noAutofit/>
          </a:bodyPr>
          <a:lstStyle/>
          <a:p>
            <a:pPr marL="0" marR="0" lvl="0" indent="0" algn="ctr" defTabSz="914400" eaLnBrk="1" fontAlgn="auto" latinLnBrk="0" hangingPunct="1">
              <a:lnSpc>
                <a:spcPct val="100000"/>
              </a:lnSpc>
              <a:spcBef>
                <a:spcPts val="0"/>
              </a:spcBef>
              <a:spcAft>
                <a:spcPts val="0"/>
              </a:spcAft>
              <a:buClr>
                <a:srgbClr val="000000"/>
              </a:buClr>
              <a:buSzTx/>
              <a:buFont typeface="Arial"/>
              <a:buNone/>
              <a:tabLst/>
              <a:defRPr/>
            </a:pPr>
            <a:endParaRPr kumimoji="0" lang="en-US" b="0" i="0" u="none" strike="noStrike" kern="0" cap="none" spc="0" normalizeH="0" baseline="0" noProof="1">
              <a:ln>
                <a:noFill/>
              </a:ln>
              <a:solidFill>
                <a:srgbClr val="000000"/>
              </a:solidFill>
              <a:effectLst/>
              <a:uLnTx/>
              <a:uFillTx/>
              <a:latin typeface="Calibri" panose="020F0502020204030204" pitchFamily="34" charset="0"/>
              <a:ea typeface="Calibri"/>
              <a:cs typeface="Calibri" panose="020F0502020204030204" pitchFamily="34" charset="0"/>
              <a:sym typeface="Calibri"/>
            </a:endParaRPr>
          </a:p>
        </p:txBody>
      </p:sp>
      <p:cxnSp>
        <p:nvCxnSpPr>
          <p:cNvPr id="53" name="Google Shape;161;p28">
            <a:extLst>
              <a:ext uri="{FF2B5EF4-FFF2-40B4-BE49-F238E27FC236}">
                <a16:creationId xmlns:a16="http://schemas.microsoft.com/office/drawing/2014/main" id="{0D1A9F66-7281-5E76-3496-625B1DE1DB7A}"/>
              </a:ext>
            </a:extLst>
          </p:cNvPr>
          <p:cNvCxnSpPr>
            <a:cxnSpLocks/>
            <a:stCxn id="52" idx="1"/>
            <a:endCxn id="46" idx="3"/>
          </p:cNvCxnSpPr>
          <p:nvPr/>
        </p:nvCxnSpPr>
        <p:spPr>
          <a:xfrm flipH="1">
            <a:off x="7036490" y="2308552"/>
            <a:ext cx="636998" cy="0"/>
          </a:xfrm>
          <a:prstGeom prst="straightConnector1">
            <a:avLst/>
          </a:prstGeom>
          <a:noFill/>
          <a:ln w="9525" cap="flat" cmpd="sng">
            <a:solidFill>
              <a:srgbClr val="4A7DBA"/>
            </a:solidFill>
            <a:prstDash val="solid"/>
            <a:round/>
            <a:headEnd type="none" w="sm" len="sm"/>
            <a:tailEnd type="none" w="sm" len="sm"/>
          </a:ln>
        </p:spPr>
      </p:cxnSp>
      <p:cxnSp>
        <p:nvCxnSpPr>
          <p:cNvPr id="58" name="Google Shape;166;p28">
            <a:extLst>
              <a:ext uri="{FF2B5EF4-FFF2-40B4-BE49-F238E27FC236}">
                <a16:creationId xmlns:a16="http://schemas.microsoft.com/office/drawing/2014/main" id="{E7EF777F-81EA-26DB-5243-881ED33279DE}"/>
              </a:ext>
            </a:extLst>
          </p:cNvPr>
          <p:cNvCxnSpPr>
            <a:cxnSpLocks/>
            <a:stCxn id="134" idx="1"/>
            <a:endCxn id="52" idx="3"/>
          </p:cNvCxnSpPr>
          <p:nvPr/>
        </p:nvCxnSpPr>
        <p:spPr>
          <a:xfrm rot="10800000" flipV="1">
            <a:off x="8320239" y="2305944"/>
            <a:ext cx="648051" cy="2607"/>
          </a:xfrm>
          <a:prstGeom prst="bentConnector3">
            <a:avLst>
              <a:gd name="adj1" fmla="val 50000"/>
            </a:avLst>
          </a:prstGeom>
          <a:noFill/>
          <a:ln w="9525" cap="flat" cmpd="sng">
            <a:solidFill>
              <a:srgbClr val="3D85C6"/>
            </a:solidFill>
            <a:prstDash val="solid"/>
            <a:round/>
            <a:headEnd type="none" w="med" len="med"/>
            <a:tailEnd type="none" w="med" len="med"/>
          </a:ln>
        </p:spPr>
      </p:cxnSp>
      <p:sp>
        <p:nvSpPr>
          <p:cNvPr id="63" name="Google Shape;152;p28">
            <a:extLst>
              <a:ext uri="{FF2B5EF4-FFF2-40B4-BE49-F238E27FC236}">
                <a16:creationId xmlns:a16="http://schemas.microsoft.com/office/drawing/2014/main" id="{2D0D19CD-3275-280D-EEFB-B11BD1248775}"/>
              </a:ext>
            </a:extLst>
          </p:cNvPr>
          <p:cNvSpPr txBox="1"/>
          <p:nvPr/>
        </p:nvSpPr>
        <p:spPr>
          <a:xfrm>
            <a:off x="10257662" y="4483884"/>
            <a:ext cx="2064326" cy="1707415"/>
          </a:xfrm>
          <a:prstGeom prst="rect">
            <a:avLst/>
          </a:prstGeom>
          <a:noFill/>
          <a:ln>
            <a:noFill/>
          </a:ln>
        </p:spPr>
        <p:txBody>
          <a:bodyPr spcFirstLastPara="1" wrap="square" lIns="107269" tIns="53620" rIns="107269" bIns="53620" anchor="t" anchorCtr="0">
            <a:noAutofit/>
          </a:bodyPr>
          <a:lstStyle/>
          <a:p>
            <a:pPr>
              <a:buClr>
                <a:srgbClr val="000000"/>
              </a:buClr>
              <a:buFont typeface="Arial"/>
              <a:buNone/>
            </a:pPr>
            <a:r>
              <a:rPr lang="en-US" b="1" kern="0" noProof="1">
                <a:solidFill>
                  <a:srgbClr val="000000"/>
                </a:solidFill>
                <a:latin typeface="Calibri" panose="020F0502020204030204" pitchFamily="34" charset="0"/>
                <a:ea typeface="Calibri"/>
                <a:cs typeface="Calibri" panose="020F0502020204030204" pitchFamily="34" charset="0"/>
                <a:sym typeface="Calibri"/>
              </a:rPr>
              <a:t>ID</a:t>
            </a:r>
          </a:p>
          <a:p>
            <a:pPr>
              <a:buClr>
                <a:srgbClr val="000000"/>
              </a:buClr>
              <a:buFont typeface="Arial"/>
              <a:buNone/>
            </a:pPr>
            <a:r>
              <a:rPr lang="en-US" kern="0" noProof="1">
                <a:solidFill>
                  <a:srgbClr val="000000"/>
                </a:solidFill>
                <a:latin typeface="Calibri" panose="020F0502020204030204" pitchFamily="34" charset="0"/>
                <a:ea typeface="Calibri"/>
                <a:cs typeface="Calibri" panose="020F0502020204030204" pitchFamily="34" charset="0"/>
                <a:sym typeface="Calibri"/>
              </a:rPr>
              <a:t>sequence_number</a:t>
            </a:r>
          </a:p>
          <a:p>
            <a:pPr>
              <a:buClr>
                <a:srgbClr val="000000"/>
              </a:buClr>
              <a:buFont typeface="Arial"/>
              <a:buNone/>
            </a:pPr>
            <a:r>
              <a:rPr lang="en-US" kern="0" noProof="1">
                <a:solidFill>
                  <a:srgbClr val="000000"/>
                </a:solidFill>
                <a:latin typeface="Calibri" panose="020F0502020204030204" pitchFamily="34" charset="0"/>
                <a:ea typeface="Calibri"/>
                <a:cs typeface="Calibri" panose="020F0502020204030204" pitchFamily="34" charset="0"/>
                <a:sym typeface="Calibri"/>
              </a:rPr>
              <a:t>title</a:t>
            </a:r>
          </a:p>
          <a:p>
            <a:pPr>
              <a:buClr>
                <a:srgbClr val="000000"/>
              </a:buClr>
              <a:buFont typeface="Arial"/>
              <a:buNone/>
            </a:pPr>
            <a:r>
              <a:rPr lang="en-US" kern="0" noProof="1">
                <a:solidFill>
                  <a:srgbClr val="000000"/>
                </a:solidFill>
                <a:latin typeface="Calibri" panose="020F0502020204030204" pitchFamily="34" charset="0"/>
                <a:ea typeface="Calibri"/>
                <a:cs typeface="Calibri" panose="020F0502020204030204" pitchFamily="34" charset="0"/>
                <a:sym typeface="Calibri"/>
              </a:rPr>
              <a:t>description</a:t>
            </a:r>
          </a:p>
          <a:p>
            <a:pPr>
              <a:buClr>
                <a:srgbClr val="000000"/>
              </a:buClr>
              <a:buFont typeface="Arial"/>
              <a:buNone/>
            </a:pPr>
            <a:r>
              <a:rPr lang="en-US" kern="0" noProof="1">
                <a:solidFill>
                  <a:srgbClr val="000000"/>
                </a:solidFill>
                <a:latin typeface="Calibri" panose="020F0502020204030204" pitchFamily="34" charset="0"/>
                <a:ea typeface="Calibri"/>
                <a:cs typeface="Calibri" panose="020F0502020204030204" pitchFamily="34" charset="0"/>
                <a:sym typeface="Calibri"/>
              </a:rPr>
              <a:t>start_month</a:t>
            </a:r>
          </a:p>
          <a:p>
            <a:pPr>
              <a:buClr>
                <a:srgbClr val="000000"/>
              </a:buClr>
              <a:buFont typeface="Arial"/>
              <a:buNone/>
            </a:pPr>
            <a:r>
              <a:rPr lang="en-US" kern="0" noProof="1">
                <a:solidFill>
                  <a:srgbClr val="000000"/>
                </a:solidFill>
                <a:latin typeface="Calibri" panose="020F0502020204030204" pitchFamily="34" charset="0"/>
                <a:ea typeface="Calibri"/>
                <a:cs typeface="Calibri" panose="020F0502020204030204" pitchFamily="34" charset="0"/>
                <a:sym typeface="Calibri"/>
              </a:rPr>
              <a:t>end_month</a:t>
            </a:r>
          </a:p>
        </p:txBody>
      </p:sp>
      <p:sp>
        <p:nvSpPr>
          <p:cNvPr id="94" name="Google Shape;155;p28">
            <a:extLst>
              <a:ext uri="{FF2B5EF4-FFF2-40B4-BE49-F238E27FC236}">
                <a16:creationId xmlns:a16="http://schemas.microsoft.com/office/drawing/2014/main" id="{45542BE9-FDA5-74B5-0956-ABEAA9829189}"/>
              </a:ext>
            </a:extLst>
          </p:cNvPr>
          <p:cNvSpPr txBox="1"/>
          <p:nvPr/>
        </p:nvSpPr>
        <p:spPr>
          <a:xfrm>
            <a:off x="7133406" y="2459893"/>
            <a:ext cx="1726913" cy="359458"/>
          </a:xfrm>
          <a:prstGeom prst="rect">
            <a:avLst/>
          </a:prstGeom>
          <a:noFill/>
          <a:ln>
            <a:noFill/>
          </a:ln>
        </p:spPr>
        <p:txBody>
          <a:bodyPr spcFirstLastPara="1" wrap="square" lIns="107269" tIns="53620" rIns="107269" bIns="53620" anchor="t" anchorCtr="0">
            <a:noAutofit/>
          </a:bodyPr>
          <a:lstStyle/>
          <a:p>
            <a:pPr algn="ctr">
              <a:buClr>
                <a:srgbClr val="000000"/>
              </a:buClr>
              <a:buFont typeface="Arial"/>
              <a:buNone/>
            </a:pPr>
            <a:r>
              <a:rPr lang="en-US" kern="0" noProof="1">
                <a:solidFill>
                  <a:srgbClr val="000000"/>
                </a:solidFill>
                <a:latin typeface="Calibri" panose="020F0502020204030204" pitchFamily="34" charset="0"/>
                <a:ea typeface="Calibri"/>
                <a:cs typeface="Calibri" panose="020F0502020204030204" pitchFamily="34" charset="0"/>
                <a:sym typeface="Calibri"/>
              </a:rPr>
              <a:t>contains</a:t>
            </a:r>
            <a:endParaRPr lang="en-US" kern="0" noProof="1">
              <a:solidFill>
                <a:srgbClr val="000000"/>
              </a:solidFill>
              <a:latin typeface="Calibri" panose="020F0502020204030204" pitchFamily="34" charset="0"/>
              <a:cs typeface="Calibri" panose="020F0502020204030204" pitchFamily="34" charset="0"/>
              <a:sym typeface="Arial"/>
            </a:endParaRPr>
          </a:p>
        </p:txBody>
      </p:sp>
      <p:sp>
        <p:nvSpPr>
          <p:cNvPr id="97" name="Google Shape;165;p28">
            <a:extLst>
              <a:ext uri="{FF2B5EF4-FFF2-40B4-BE49-F238E27FC236}">
                <a16:creationId xmlns:a16="http://schemas.microsoft.com/office/drawing/2014/main" id="{007530A7-C594-CEDC-96E9-5BE2FEDC7D5B}"/>
              </a:ext>
            </a:extLst>
          </p:cNvPr>
          <p:cNvSpPr txBox="1"/>
          <p:nvPr/>
        </p:nvSpPr>
        <p:spPr>
          <a:xfrm>
            <a:off x="3078418" y="3399639"/>
            <a:ext cx="483712" cy="307600"/>
          </a:xfrm>
          <a:prstGeom prst="rect">
            <a:avLst/>
          </a:prstGeom>
          <a:noFill/>
          <a:ln>
            <a:noFill/>
          </a:ln>
        </p:spPr>
        <p:txBody>
          <a:bodyPr spcFirstLastPara="1" wrap="square" lIns="107269" tIns="53620" rIns="107269" bIns="53620" anchor="t" anchorCtr="0">
            <a:noAutofit/>
          </a:bodyPr>
          <a:lstStyle/>
          <a:p>
            <a:pPr algn="ctr">
              <a:buClr>
                <a:srgbClr val="000000"/>
              </a:buClr>
              <a:buFont typeface="Arial"/>
              <a:buNone/>
            </a:pPr>
            <a:r>
              <a:rPr lang="en-US" sz="1400" kern="0" noProof="1">
                <a:solidFill>
                  <a:srgbClr val="000000"/>
                </a:solidFill>
                <a:latin typeface="Calibri" panose="020F0502020204030204" pitchFamily="34" charset="0"/>
                <a:ea typeface="Calibri"/>
                <a:cs typeface="Calibri" panose="020F0502020204030204" pitchFamily="34" charset="0"/>
                <a:sym typeface="Calibri"/>
              </a:rPr>
              <a:t>0:N</a:t>
            </a:r>
          </a:p>
        </p:txBody>
      </p:sp>
      <p:sp>
        <p:nvSpPr>
          <p:cNvPr id="98" name="Google Shape;165;p28">
            <a:extLst>
              <a:ext uri="{FF2B5EF4-FFF2-40B4-BE49-F238E27FC236}">
                <a16:creationId xmlns:a16="http://schemas.microsoft.com/office/drawing/2014/main" id="{05706400-94BB-441C-82FF-CA38CFE5C963}"/>
              </a:ext>
            </a:extLst>
          </p:cNvPr>
          <p:cNvSpPr txBox="1"/>
          <p:nvPr/>
        </p:nvSpPr>
        <p:spPr>
          <a:xfrm>
            <a:off x="5246768" y="2505092"/>
            <a:ext cx="483712" cy="307600"/>
          </a:xfrm>
          <a:prstGeom prst="rect">
            <a:avLst/>
          </a:prstGeom>
          <a:noFill/>
          <a:ln>
            <a:noFill/>
          </a:ln>
        </p:spPr>
        <p:txBody>
          <a:bodyPr spcFirstLastPara="1" wrap="square" lIns="107269" tIns="53620" rIns="107269" bIns="53620" anchor="t" anchorCtr="0">
            <a:noAutofit/>
          </a:bodyPr>
          <a:lstStyle/>
          <a:p>
            <a:pPr algn="ctr">
              <a:buClr>
                <a:srgbClr val="000000"/>
              </a:buClr>
              <a:buFont typeface="Arial"/>
              <a:buNone/>
            </a:pPr>
            <a:r>
              <a:rPr lang="en-US" sz="1400" kern="0" noProof="1">
                <a:solidFill>
                  <a:srgbClr val="000000"/>
                </a:solidFill>
                <a:latin typeface="Calibri" panose="020F0502020204030204" pitchFamily="34" charset="0"/>
                <a:ea typeface="Calibri"/>
                <a:cs typeface="Calibri" panose="020F0502020204030204" pitchFamily="34" charset="0"/>
                <a:sym typeface="Calibri"/>
              </a:rPr>
              <a:t>1:1</a:t>
            </a:r>
          </a:p>
        </p:txBody>
      </p:sp>
      <p:sp>
        <p:nvSpPr>
          <p:cNvPr id="99" name="Google Shape;165;p28">
            <a:extLst>
              <a:ext uri="{FF2B5EF4-FFF2-40B4-BE49-F238E27FC236}">
                <a16:creationId xmlns:a16="http://schemas.microsoft.com/office/drawing/2014/main" id="{E333E74D-810A-3171-6663-38AC91388E68}"/>
              </a:ext>
            </a:extLst>
          </p:cNvPr>
          <p:cNvSpPr txBox="1"/>
          <p:nvPr/>
        </p:nvSpPr>
        <p:spPr>
          <a:xfrm>
            <a:off x="7049435" y="1982939"/>
            <a:ext cx="483712" cy="307600"/>
          </a:xfrm>
          <a:prstGeom prst="rect">
            <a:avLst/>
          </a:prstGeom>
          <a:noFill/>
          <a:ln>
            <a:noFill/>
          </a:ln>
        </p:spPr>
        <p:txBody>
          <a:bodyPr spcFirstLastPara="1" wrap="square" lIns="107269" tIns="53620" rIns="107269" bIns="53620" anchor="t" anchorCtr="0">
            <a:noAutofit/>
          </a:bodyPr>
          <a:lstStyle/>
          <a:p>
            <a:pPr algn="ctr">
              <a:buClr>
                <a:srgbClr val="000000"/>
              </a:buClr>
            </a:pPr>
            <a:r>
              <a:rPr lang="en-US" sz="1400" kern="0" noProof="1">
                <a:solidFill>
                  <a:srgbClr val="000000"/>
                </a:solidFill>
                <a:latin typeface="Calibri" panose="020F0502020204030204" pitchFamily="34" charset="0"/>
                <a:ea typeface="Calibri"/>
                <a:cs typeface="Calibri" panose="020F0502020204030204" pitchFamily="34" charset="0"/>
                <a:sym typeface="Calibri"/>
              </a:rPr>
              <a:t>0:N</a:t>
            </a:r>
          </a:p>
        </p:txBody>
      </p:sp>
      <p:sp>
        <p:nvSpPr>
          <p:cNvPr id="100" name="Google Shape;165;p28">
            <a:extLst>
              <a:ext uri="{FF2B5EF4-FFF2-40B4-BE49-F238E27FC236}">
                <a16:creationId xmlns:a16="http://schemas.microsoft.com/office/drawing/2014/main" id="{22D823F7-C19F-E4BB-9BEE-E40B1ABF6B73}"/>
              </a:ext>
            </a:extLst>
          </p:cNvPr>
          <p:cNvSpPr txBox="1"/>
          <p:nvPr/>
        </p:nvSpPr>
        <p:spPr>
          <a:xfrm>
            <a:off x="8428208" y="2007147"/>
            <a:ext cx="483712" cy="307600"/>
          </a:xfrm>
          <a:prstGeom prst="rect">
            <a:avLst/>
          </a:prstGeom>
          <a:noFill/>
          <a:ln>
            <a:noFill/>
          </a:ln>
        </p:spPr>
        <p:txBody>
          <a:bodyPr spcFirstLastPara="1" wrap="square" lIns="107269" tIns="53620" rIns="107269" bIns="53620" anchor="t" anchorCtr="0">
            <a:noAutofit/>
          </a:bodyPr>
          <a:lstStyle/>
          <a:p>
            <a:pPr algn="ctr">
              <a:buClr>
                <a:srgbClr val="000000"/>
              </a:buClr>
              <a:buFont typeface="Arial"/>
              <a:buNone/>
            </a:pPr>
            <a:r>
              <a:rPr lang="en-US" sz="1400" kern="0" noProof="1">
                <a:solidFill>
                  <a:srgbClr val="000000"/>
                </a:solidFill>
                <a:latin typeface="Calibri" panose="020F0502020204030204" pitchFamily="34" charset="0"/>
                <a:ea typeface="Calibri"/>
                <a:cs typeface="Calibri" panose="020F0502020204030204" pitchFamily="34" charset="0"/>
                <a:sym typeface="Calibri"/>
              </a:rPr>
              <a:t>1:1</a:t>
            </a:r>
          </a:p>
        </p:txBody>
      </p:sp>
      <p:sp>
        <p:nvSpPr>
          <p:cNvPr id="101" name="Google Shape;155;p28">
            <a:extLst>
              <a:ext uri="{FF2B5EF4-FFF2-40B4-BE49-F238E27FC236}">
                <a16:creationId xmlns:a16="http://schemas.microsoft.com/office/drawing/2014/main" id="{E585C423-89C9-EB86-E482-CC1B9F0EFB29}"/>
              </a:ext>
            </a:extLst>
          </p:cNvPr>
          <p:cNvSpPr txBox="1"/>
          <p:nvPr/>
        </p:nvSpPr>
        <p:spPr>
          <a:xfrm>
            <a:off x="3785131" y="3054721"/>
            <a:ext cx="1528132" cy="359458"/>
          </a:xfrm>
          <a:prstGeom prst="rect">
            <a:avLst/>
          </a:prstGeom>
          <a:noFill/>
          <a:ln>
            <a:noFill/>
          </a:ln>
        </p:spPr>
        <p:txBody>
          <a:bodyPr spcFirstLastPara="1" wrap="square" lIns="107269" tIns="53620" rIns="107269" bIns="53620" anchor="t" anchorCtr="0">
            <a:noAutofit/>
          </a:bodyPr>
          <a:lstStyle/>
          <a:p>
            <a:pPr algn="ctr">
              <a:buClr>
                <a:srgbClr val="000000"/>
              </a:buClr>
              <a:buFont typeface="Arial"/>
              <a:buNone/>
            </a:pPr>
            <a:r>
              <a:rPr lang="en-US" kern="0" noProof="1">
                <a:solidFill>
                  <a:srgbClr val="000000"/>
                </a:solidFill>
                <a:latin typeface="Calibri" panose="020F0502020204030204" pitchFamily="34" charset="0"/>
                <a:ea typeface="Calibri"/>
                <a:cs typeface="Calibri" panose="020F0502020204030204" pitchFamily="34" charset="0"/>
                <a:sym typeface="Calibri"/>
              </a:rPr>
              <a:t>manages</a:t>
            </a:r>
            <a:endParaRPr lang="en-US" kern="0" noProof="1">
              <a:solidFill>
                <a:srgbClr val="000000"/>
              </a:solidFill>
              <a:latin typeface="Calibri" panose="020F0502020204030204" pitchFamily="34" charset="0"/>
              <a:cs typeface="Calibri" panose="020F0502020204030204" pitchFamily="34" charset="0"/>
              <a:sym typeface="Arial"/>
            </a:endParaRPr>
          </a:p>
        </p:txBody>
      </p:sp>
      <p:sp>
        <p:nvSpPr>
          <p:cNvPr id="102" name="Google Shape;156;p28">
            <a:extLst>
              <a:ext uri="{FF2B5EF4-FFF2-40B4-BE49-F238E27FC236}">
                <a16:creationId xmlns:a16="http://schemas.microsoft.com/office/drawing/2014/main" id="{301F5A9C-1276-2156-F6A7-9E325165C2C7}"/>
              </a:ext>
            </a:extLst>
          </p:cNvPr>
          <p:cNvSpPr/>
          <p:nvPr/>
        </p:nvSpPr>
        <p:spPr>
          <a:xfrm>
            <a:off x="4295129" y="2627621"/>
            <a:ext cx="646750" cy="526400"/>
          </a:xfrm>
          <a:prstGeom prst="diamond">
            <a:avLst/>
          </a:prstGeom>
          <a:solidFill>
            <a:srgbClr val="FFFFFF"/>
          </a:solidFill>
          <a:ln w="25400" cap="flat" cmpd="sng">
            <a:solidFill>
              <a:srgbClr val="F79646"/>
            </a:solidFill>
            <a:prstDash val="solid"/>
            <a:round/>
            <a:headEnd type="none" w="sm" len="sm"/>
            <a:tailEnd type="none" w="sm" len="sm"/>
          </a:ln>
        </p:spPr>
        <p:txBody>
          <a:bodyPr spcFirstLastPara="1" wrap="square" lIns="107269" tIns="53620" rIns="107269" bIns="53620" anchor="ctr" anchorCtr="0">
            <a:noAutofit/>
          </a:bodyPr>
          <a:lstStyle/>
          <a:p>
            <a:pPr marL="0" marR="0" lvl="0" indent="0" algn="ctr" defTabSz="914400" eaLnBrk="1" fontAlgn="auto" latinLnBrk="0" hangingPunct="1">
              <a:lnSpc>
                <a:spcPct val="100000"/>
              </a:lnSpc>
              <a:spcBef>
                <a:spcPts val="0"/>
              </a:spcBef>
              <a:spcAft>
                <a:spcPts val="0"/>
              </a:spcAft>
              <a:buClr>
                <a:srgbClr val="000000"/>
              </a:buClr>
              <a:buSzTx/>
              <a:buFont typeface="Arial"/>
              <a:buNone/>
              <a:tabLst/>
              <a:defRPr/>
            </a:pPr>
            <a:endParaRPr kumimoji="0" lang="en-US" b="0" i="0" u="none" strike="noStrike" kern="0" cap="none" spc="0" normalizeH="0" baseline="0" noProof="1">
              <a:ln>
                <a:noFill/>
              </a:ln>
              <a:solidFill>
                <a:srgbClr val="000000"/>
              </a:solidFill>
              <a:effectLst/>
              <a:uLnTx/>
              <a:uFillTx/>
              <a:latin typeface="Calibri" panose="020F0502020204030204" pitchFamily="34" charset="0"/>
              <a:ea typeface="Calibri"/>
              <a:cs typeface="Calibri" panose="020F0502020204030204" pitchFamily="34" charset="0"/>
              <a:sym typeface="Calibri"/>
            </a:endParaRPr>
          </a:p>
        </p:txBody>
      </p:sp>
      <p:cxnSp>
        <p:nvCxnSpPr>
          <p:cNvPr id="103" name="Google Shape;157;p28">
            <a:extLst>
              <a:ext uri="{FF2B5EF4-FFF2-40B4-BE49-F238E27FC236}">
                <a16:creationId xmlns:a16="http://schemas.microsoft.com/office/drawing/2014/main" id="{F419210E-06A3-C668-8DD9-B0B8F278A572}"/>
              </a:ext>
            </a:extLst>
          </p:cNvPr>
          <p:cNvCxnSpPr>
            <a:cxnSpLocks/>
            <a:endCxn id="102" idx="1"/>
          </p:cNvCxnSpPr>
          <p:nvPr/>
        </p:nvCxnSpPr>
        <p:spPr>
          <a:xfrm flipV="1">
            <a:off x="3195971" y="2890821"/>
            <a:ext cx="1099158" cy="978796"/>
          </a:xfrm>
          <a:prstGeom prst="straightConnector1">
            <a:avLst/>
          </a:prstGeom>
          <a:noFill/>
          <a:ln w="9525" cap="flat" cmpd="sng">
            <a:solidFill>
              <a:srgbClr val="4A7DBA"/>
            </a:solidFill>
            <a:prstDash val="solid"/>
            <a:round/>
            <a:headEnd type="none" w="sm" len="sm"/>
            <a:tailEnd type="none" w="sm" len="sm"/>
          </a:ln>
        </p:spPr>
      </p:cxnSp>
      <p:cxnSp>
        <p:nvCxnSpPr>
          <p:cNvPr id="104" name="Google Shape;158;p28">
            <a:extLst>
              <a:ext uri="{FF2B5EF4-FFF2-40B4-BE49-F238E27FC236}">
                <a16:creationId xmlns:a16="http://schemas.microsoft.com/office/drawing/2014/main" id="{272F0A0D-E2AC-B2EA-49E5-D7E65C5F20DF}"/>
              </a:ext>
            </a:extLst>
          </p:cNvPr>
          <p:cNvCxnSpPr>
            <a:cxnSpLocks/>
            <a:stCxn id="102" idx="3"/>
            <a:endCxn id="46" idx="1"/>
          </p:cNvCxnSpPr>
          <p:nvPr/>
        </p:nvCxnSpPr>
        <p:spPr>
          <a:xfrm flipV="1">
            <a:off x="4941879" y="2308552"/>
            <a:ext cx="762508" cy="582269"/>
          </a:xfrm>
          <a:prstGeom prst="straightConnector1">
            <a:avLst/>
          </a:prstGeom>
          <a:noFill/>
          <a:ln w="9525" cap="flat" cmpd="sng">
            <a:solidFill>
              <a:srgbClr val="4A7DBA"/>
            </a:solidFill>
            <a:prstDash val="solid"/>
            <a:round/>
            <a:headEnd type="none" w="sm" len="sm"/>
            <a:tailEnd type="none" w="sm" len="sm"/>
          </a:ln>
        </p:spPr>
      </p:cxnSp>
      <p:sp>
        <p:nvSpPr>
          <p:cNvPr id="105" name="Google Shape;165;p28">
            <a:extLst>
              <a:ext uri="{FF2B5EF4-FFF2-40B4-BE49-F238E27FC236}">
                <a16:creationId xmlns:a16="http://schemas.microsoft.com/office/drawing/2014/main" id="{3D109A6D-1981-4CBE-2FD7-E94C686CD417}"/>
              </a:ext>
            </a:extLst>
          </p:cNvPr>
          <p:cNvSpPr txBox="1"/>
          <p:nvPr/>
        </p:nvSpPr>
        <p:spPr>
          <a:xfrm>
            <a:off x="3562130" y="1806963"/>
            <a:ext cx="483712" cy="307600"/>
          </a:xfrm>
          <a:prstGeom prst="rect">
            <a:avLst/>
          </a:prstGeom>
          <a:noFill/>
          <a:ln>
            <a:noFill/>
          </a:ln>
        </p:spPr>
        <p:txBody>
          <a:bodyPr spcFirstLastPara="1" wrap="square" lIns="107269" tIns="53620" rIns="107269" bIns="53620" anchor="t" anchorCtr="0">
            <a:noAutofit/>
          </a:bodyPr>
          <a:lstStyle/>
          <a:p>
            <a:pPr algn="ctr">
              <a:buClr>
                <a:srgbClr val="000000"/>
              </a:buClr>
              <a:buFont typeface="Arial"/>
              <a:buNone/>
            </a:pPr>
            <a:r>
              <a:rPr lang="en-US" sz="1400" kern="0" noProof="1">
                <a:solidFill>
                  <a:srgbClr val="000000"/>
                </a:solidFill>
                <a:latin typeface="Calibri" panose="020F0502020204030204" pitchFamily="34" charset="0"/>
                <a:ea typeface="Calibri"/>
                <a:cs typeface="Calibri" panose="020F0502020204030204" pitchFamily="34" charset="0"/>
                <a:sym typeface="Calibri"/>
              </a:rPr>
              <a:t>0:N</a:t>
            </a:r>
          </a:p>
        </p:txBody>
      </p:sp>
      <p:sp>
        <p:nvSpPr>
          <p:cNvPr id="106" name="Google Shape;165;p28">
            <a:extLst>
              <a:ext uri="{FF2B5EF4-FFF2-40B4-BE49-F238E27FC236}">
                <a16:creationId xmlns:a16="http://schemas.microsoft.com/office/drawing/2014/main" id="{202249CD-0B3A-428E-4910-7F836B0B79DD}"/>
              </a:ext>
            </a:extLst>
          </p:cNvPr>
          <p:cNvSpPr txBox="1"/>
          <p:nvPr/>
        </p:nvSpPr>
        <p:spPr>
          <a:xfrm>
            <a:off x="5213593" y="1739179"/>
            <a:ext cx="483712" cy="307600"/>
          </a:xfrm>
          <a:prstGeom prst="rect">
            <a:avLst/>
          </a:prstGeom>
          <a:noFill/>
          <a:ln>
            <a:noFill/>
          </a:ln>
        </p:spPr>
        <p:txBody>
          <a:bodyPr spcFirstLastPara="1" wrap="square" lIns="107269" tIns="53620" rIns="107269" bIns="53620" anchor="t" anchorCtr="0">
            <a:noAutofit/>
          </a:bodyPr>
          <a:lstStyle/>
          <a:p>
            <a:pPr algn="ctr">
              <a:buClr>
                <a:srgbClr val="000000"/>
              </a:buClr>
              <a:buFont typeface="Arial"/>
              <a:buNone/>
            </a:pPr>
            <a:r>
              <a:rPr lang="en-US" sz="1400" kern="0" noProof="1">
                <a:solidFill>
                  <a:srgbClr val="000000"/>
                </a:solidFill>
                <a:latin typeface="Calibri" panose="020F0502020204030204" pitchFamily="34" charset="0"/>
                <a:ea typeface="Calibri"/>
                <a:cs typeface="Calibri" panose="020F0502020204030204" pitchFamily="34" charset="0"/>
                <a:sym typeface="Calibri"/>
              </a:rPr>
              <a:t>1:1</a:t>
            </a:r>
          </a:p>
        </p:txBody>
      </p:sp>
      <p:sp>
        <p:nvSpPr>
          <p:cNvPr id="131" name="Google Shape;153;p28">
            <a:extLst>
              <a:ext uri="{FF2B5EF4-FFF2-40B4-BE49-F238E27FC236}">
                <a16:creationId xmlns:a16="http://schemas.microsoft.com/office/drawing/2014/main" id="{9CD792EF-7029-0B99-E4BE-858924E4D03E}"/>
              </a:ext>
            </a:extLst>
          </p:cNvPr>
          <p:cNvSpPr/>
          <p:nvPr/>
        </p:nvSpPr>
        <p:spPr>
          <a:xfrm>
            <a:off x="8970344" y="4483884"/>
            <a:ext cx="1332103" cy="526400"/>
          </a:xfrm>
          <a:prstGeom prst="rect">
            <a:avLst/>
          </a:prstGeom>
          <a:solidFill>
            <a:srgbClr val="FFFFFF"/>
          </a:solidFill>
          <a:ln w="25400" cap="flat" cmpd="sng">
            <a:solidFill>
              <a:srgbClr val="4F81BD"/>
            </a:solidFill>
            <a:prstDash val="solid"/>
            <a:round/>
            <a:headEnd type="none" w="sm" len="sm"/>
            <a:tailEnd type="none" w="sm" len="sm"/>
          </a:ln>
        </p:spPr>
        <p:txBody>
          <a:bodyPr spcFirstLastPara="1" wrap="square" lIns="107269" tIns="53620" rIns="107269" bIns="53620" anchor="ctr" anchorCtr="0">
            <a:noAutofit/>
          </a:bodyPr>
          <a:lstStyle/>
          <a:p>
            <a:pPr algn="ctr">
              <a:buClr>
                <a:srgbClr val="000000"/>
              </a:buClr>
            </a:pPr>
            <a:r>
              <a:rPr lang="en-US" kern="0" noProof="1">
                <a:solidFill>
                  <a:srgbClr val="000000"/>
                </a:solidFill>
                <a:latin typeface="Calibri" panose="020F0502020204030204" pitchFamily="34" charset="0"/>
                <a:ea typeface="Calibri"/>
                <a:cs typeface="Calibri" panose="020F0502020204030204" pitchFamily="34" charset="0"/>
                <a:sym typeface="Calibri"/>
              </a:rPr>
              <a:t>Task</a:t>
            </a:r>
            <a:endParaRPr kumimoji="0" lang="en-US" b="0" i="0" u="none" strike="noStrike" kern="0" cap="none" spc="0" normalizeH="0" baseline="0" noProof="1">
              <a:ln>
                <a:noFill/>
              </a:ln>
              <a:solidFill>
                <a:srgbClr val="000000"/>
              </a:solidFill>
              <a:effectLst/>
              <a:uLnTx/>
              <a:uFillTx/>
              <a:latin typeface="Calibri" panose="020F0502020204030204" pitchFamily="34" charset="0"/>
              <a:ea typeface="Calibri"/>
              <a:cs typeface="Calibri" panose="020F0502020204030204" pitchFamily="34" charset="0"/>
              <a:sym typeface="Calibri"/>
            </a:endParaRPr>
          </a:p>
        </p:txBody>
      </p:sp>
      <p:sp>
        <p:nvSpPr>
          <p:cNvPr id="134" name="Google Shape;153;p28">
            <a:extLst>
              <a:ext uri="{FF2B5EF4-FFF2-40B4-BE49-F238E27FC236}">
                <a16:creationId xmlns:a16="http://schemas.microsoft.com/office/drawing/2014/main" id="{F5A6A4A3-41DE-8099-8FC0-79FE669C326F}"/>
              </a:ext>
            </a:extLst>
          </p:cNvPr>
          <p:cNvSpPr/>
          <p:nvPr/>
        </p:nvSpPr>
        <p:spPr>
          <a:xfrm>
            <a:off x="8968289" y="2042745"/>
            <a:ext cx="1332103" cy="526400"/>
          </a:xfrm>
          <a:prstGeom prst="rect">
            <a:avLst/>
          </a:prstGeom>
          <a:solidFill>
            <a:srgbClr val="FFFFFF"/>
          </a:solidFill>
          <a:ln w="25400" cap="flat" cmpd="sng">
            <a:solidFill>
              <a:srgbClr val="4F81BD"/>
            </a:solidFill>
            <a:prstDash val="solid"/>
            <a:round/>
            <a:headEnd type="none" w="sm" len="sm"/>
            <a:tailEnd type="none" w="sm" len="sm"/>
          </a:ln>
        </p:spPr>
        <p:txBody>
          <a:bodyPr spcFirstLastPara="1" wrap="square" lIns="107269" tIns="53620" rIns="107269" bIns="53620" anchor="ctr" anchorCtr="0">
            <a:noAutofit/>
          </a:bodyPr>
          <a:lstStyle/>
          <a:p>
            <a:pPr algn="ctr">
              <a:buClr>
                <a:srgbClr val="000000"/>
              </a:buClr>
            </a:pPr>
            <a:r>
              <a:rPr lang="en-US" kern="0" noProof="1">
                <a:solidFill>
                  <a:srgbClr val="000000"/>
                </a:solidFill>
                <a:latin typeface="Calibri" panose="020F0502020204030204" pitchFamily="34" charset="0"/>
                <a:ea typeface="Calibri"/>
                <a:cs typeface="Calibri" panose="020F0502020204030204" pitchFamily="34" charset="0"/>
                <a:sym typeface="Calibri"/>
              </a:rPr>
              <a:t>WP</a:t>
            </a:r>
            <a:endParaRPr kumimoji="0" lang="en-US" b="0" i="0" u="none" strike="noStrike" kern="0" cap="none" spc="0" normalizeH="0" baseline="0" noProof="1">
              <a:ln>
                <a:noFill/>
              </a:ln>
              <a:solidFill>
                <a:srgbClr val="000000"/>
              </a:solidFill>
              <a:effectLst/>
              <a:uLnTx/>
              <a:uFillTx/>
              <a:latin typeface="Calibri" panose="020F0502020204030204" pitchFamily="34" charset="0"/>
              <a:ea typeface="Calibri"/>
              <a:cs typeface="Calibri" panose="020F0502020204030204" pitchFamily="34" charset="0"/>
              <a:sym typeface="Calibri"/>
            </a:endParaRPr>
          </a:p>
        </p:txBody>
      </p:sp>
      <p:sp>
        <p:nvSpPr>
          <p:cNvPr id="137" name="Google Shape;160;p28">
            <a:extLst>
              <a:ext uri="{FF2B5EF4-FFF2-40B4-BE49-F238E27FC236}">
                <a16:creationId xmlns:a16="http://schemas.microsoft.com/office/drawing/2014/main" id="{645853E2-B9FC-1D36-F9BD-D998FE1744FE}"/>
              </a:ext>
            </a:extLst>
          </p:cNvPr>
          <p:cNvSpPr/>
          <p:nvPr/>
        </p:nvSpPr>
        <p:spPr>
          <a:xfrm>
            <a:off x="9310047" y="3302869"/>
            <a:ext cx="646750" cy="526400"/>
          </a:xfrm>
          <a:prstGeom prst="diamond">
            <a:avLst/>
          </a:prstGeom>
          <a:solidFill>
            <a:srgbClr val="FFFFFF"/>
          </a:solidFill>
          <a:ln w="25400" cap="flat" cmpd="sng">
            <a:solidFill>
              <a:srgbClr val="F79646"/>
            </a:solidFill>
            <a:prstDash val="solid"/>
            <a:round/>
            <a:headEnd type="none" w="sm" len="sm"/>
            <a:tailEnd type="none" w="sm" len="sm"/>
          </a:ln>
        </p:spPr>
        <p:txBody>
          <a:bodyPr spcFirstLastPara="1" wrap="square" lIns="107269" tIns="53620" rIns="107269" bIns="53620" anchor="ctr" anchorCtr="0">
            <a:noAutofit/>
          </a:bodyPr>
          <a:lstStyle/>
          <a:p>
            <a:pPr marL="0" marR="0" lvl="0" indent="0" algn="ctr" defTabSz="914400" eaLnBrk="1" fontAlgn="auto" latinLnBrk="0" hangingPunct="1">
              <a:lnSpc>
                <a:spcPct val="100000"/>
              </a:lnSpc>
              <a:spcBef>
                <a:spcPts val="0"/>
              </a:spcBef>
              <a:spcAft>
                <a:spcPts val="0"/>
              </a:spcAft>
              <a:buClr>
                <a:srgbClr val="000000"/>
              </a:buClr>
              <a:buSzTx/>
              <a:buFont typeface="Arial"/>
              <a:buNone/>
              <a:tabLst/>
              <a:defRPr/>
            </a:pPr>
            <a:endParaRPr kumimoji="0" lang="en-US" b="0" i="0" u="none" strike="noStrike" kern="0" cap="none" spc="0" normalizeH="0" baseline="0" noProof="1">
              <a:ln>
                <a:noFill/>
              </a:ln>
              <a:solidFill>
                <a:srgbClr val="000000"/>
              </a:solidFill>
              <a:effectLst/>
              <a:uLnTx/>
              <a:uFillTx/>
              <a:latin typeface="Calibri" panose="020F0502020204030204" pitchFamily="34" charset="0"/>
              <a:ea typeface="Calibri"/>
              <a:cs typeface="Calibri" panose="020F0502020204030204" pitchFamily="34" charset="0"/>
              <a:sym typeface="Calibri"/>
            </a:endParaRPr>
          </a:p>
        </p:txBody>
      </p:sp>
      <p:cxnSp>
        <p:nvCxnSpPr>
          <p:cNvPr id="138" name="Google Shape;161;p28">
            <a:extLst>
              <a:ext uri="{FF2B5EF4-FFF2-40B4-BE49-F238E27FC236}">
                <a16:creationId xmlns:a16="http://schemas.microsoft.com/office/drawing/2014/main" id="{0F569F59-0E7F-AF3D-2CC8-407F391CB886}"/>
              </a:ext>
            </a:extLst>
          </p:cNvPr>
          <p:cNvCxnSpPr>
            <a:cxnSpLocks/>
            <a:stCxn id="137" idx="0"/>
            <a:endCxn id="134" idx="2"/>
          </p:cNvCxnSpPr>
          <p:nvPr/>
        </p:nvCxnSpPr>
        <p:spPr>
          <a:xfrm flipV="1">
            <a:off x="9633422" y="2569145"/>
            <a:ext cx="919" cy="733724"/>
          </a:xfrm>
          <a:prstGeom prst="straightConnector1">
            <a:avLst/>
          </a:prstGeom>
          <a:noFill/>
          <a:ln w="9525" cap="flat" cmpd="sng">
            <a:solidFill>
              <a:srgbClr val="4A7DBA"/>
            </a:solidFill>
            <a:prstDash val="solid"/>
            <a:round/>
            <a:headEnd type="none" w="sm" len="sm"/>
            <a:tailEnd type="none" w="sm" len="sm"/>
          </a:ln>
        </p:spPr>
      </p:cxnSp>
      <p:cxnSp>
        <p:nvCxnSpPr>
          <p:cNvPr id="139" name="Google Shape;166;p28">
            <a:extLst>
              <a:ext uri="{FF2B5EF4-FFF2-40B4-BE49-F238E27FC236}">
                <a16:creationId xmlns:a16="http://schemas.microsoft.com/office/drawing/2014/main" id="{D3574FE5-31F8-999C-DAF8-7202FF580EE7}"/>
              </a:ext>
            </a:extLst>
          </p:cNvPr>
          <p:cNvCxnSpPr>
            <a:cxnSpLocks/>
            <a:stCxn id="131" idx="0"/>
            <a:endCxn id="137" idx="2"/>
          </p:cNvCxnSpPr>
          <p:nvPr/>
        </p:nvCxnSpPr>
        <p:spPr>
          <a:xfrm rot="16200000" flipV="1">
            <a:off x="9307602" y="4155090"/>
            <a:ext cx="654615" cy="2974"/>
          </a:xfrm>
          <a:prstGeom prst="bentConnector3">
            <a:avLst>
              <a:gd name="adj1" fmla="val 50000"/>
            </a:avLst>
          </a:prstGeom>
          <a:noFill/>
          <a:ln w="9525" cap="flat" cmpd="sng">
            <a:solidFill>
              <a:srgbClr val="3D85C6"/>
            </a:solidFill>
            <a:prstDash val="solid"/>
            <a:round/>
            <a:headEnd type="none" w="med" len="med"/>
            <a:tailEnd type="none" w="med" len="med"/>
          </a:ln>
        </p:spPr>
      </p:cxnSp>
      <p:sp>
        <p:nvSpPr>
          <p:cNvPr id="153" name="Google Shape;155;p28">
            <a:extLst>
              <a:ext uri="{FF2B5EF4-FFF2-40B4-BE49-F238E27FC236}">
                <a16:creationId xmlns:a16="http://schemas.microsoft.com/office/drawing/2014/main" id="{86CDD963-4767-7A28-86AB-F9284B45F720}"/>
              </a:ext>
            </a:extLst>
          </p:cNvPr>
          <p:cNvSpPr txBox="1"/>
          <p:nvPr/>
        </p:nvSpPr>
        <p:spPr>
          <a:xfrm>
            <a:off x="8225488" y="3362969"/>
            <a:ext cx="1726913" cy="359458"/>
          </a:xfrm>
          <a:prstGeom prst="rect">
            <a:avLst/>
          </a:prstGeom>
          <a:noFill/>
          <a:ln>
            <a:noFill/>
          </a:ln>
        </p:spPr>
        <p:txBody>
          <a:bodyPr spcFirstLastPara="1" wrap="square" lIns="107269" tIns="53620" rIns="107269" bIns="53620" anchor="t" anchorCtr="0">
            <a:noAutofit/>
          </a:bodyPr>
          <a:lstStyle/>
          <a:p>
            <a:pPr algn="ctr">
              <a:buClr>
                <a:srgbClr val="000000"/>
              </a:buClr>
              <a:buFont typeface="Arial"/>
              <a:buNone/>
            </a:pPr>
            <a:r>
              <a:rPr lang="en-US" kern="0" noProof="1">
                <a:solidFill>
                  <a:srgbClr val="000000"/>
                </a:solidFill>
                <a:latin typeface="Calibri" panose="020F0502020204030204" pitchFamily="34" charset="0"/>
                <a:ea typeface="Calibri"/>
                <a:cs typeface="Calibri" panose="020F0502020204030204" pitchFamily="34" charset="0"/>
                <a:sym typeface="Calibri"/>
              </a:rPr>
              <a:t>has</a:t>
            </a:r>
            <a:endParaRPr lang="en-US" kern="0" noProof="1">
              <a:solidFill>
                <a:srgbClr val="000000"/>
              </a:solidFill>
              <a:latin typeface="Calibri" panose="020F0502020204030204" pitchFamily="34" charset="0"/>
              <a:cs typeface="Calibri" panose="020F0502020204030204" pitchFamily="34" charset="0"/>
              <a:sym typeface="Arial"/>
            </a:endParaRPr>
          </a:p>
        </p:txBody>
      </p:sp>
      <p:sp>
        <p:nvSpPr>
          <p:cNvPr id="154" name="Google Shape;165;p28">
            <a:extLst>
              <a:ext uri="{FF2B5EF4-FFF2-40B4-BE49-F238E27FC236}">
                <a16:creationId xmlns:a16="http://schemas.microsoft.com/office/drawing/2014/main" id="{17A4287C-5FA8-2151-3F8C-8675040DE89F}"/>
              </a:ext>
            </a:extLst>
          </p:cNvPr>
          <p:cNvSpPr txBox="1"/>
          <p:nvPr/>
        </p:nvSpPr>
        <p:spPr>
          <a:xfrm>
            <a:off x="9153024" y="2613418"/>
            <a:ext cx="483712" cy="307600"/>
          </a:xfrm>
          <a:prstGeom prst="rect">
            <a:avLst/>
          </a:prstGeom>
          <a:noFill/>
          <a:ln>
            <a:noFill/>
          </a:ln>
        </p:spPr>
        <p:txBody>
          <a:bodyPr spcFirstLastPara="1" wrap="square" lIns="107269" tIns="53620" rIns="107269" bIns="53620" anchor="t" anchorCtr="0">
            <a:noAutofit/>
          </a:bodyPr>
          <a:lstStyle/>
          <a:p>
            <a:pPr algn="ctr">
              <a:buClr>
                <a:srgbClr val="000000"/>
              </a:buClr>
            </a:pPr>
            <a:r>
              <a:rPr lang="en-US" sz="1400" kern="0" noProof="1">
                <a:solidFill>
                  <a:srgbClr val="000000"/>
                </a:solidFill>
                <a:latin typeface="Calibri" panose="020F0502020204030204" pitchFamily="34" charset="0"/>
                <a:ea typeface="Calibri"/>
                <a:cs typeface="Calibri" panose="020F0502020204030204" pitchFamily="34" charset="0"/>
                <a:sym typeface="Calibri"/>
              </a:rPr>
              <a:t>0:N</a:t>
            </a:r>
          </a:p>
        </p:txBody>
      </p:sp>
      <p:sp>
        <p:nvSpPr>
          <p:cNvPr id="155" name="Google Shape;165;p28">
            <a:extLst>
              <a:ext uri="{FF2B5EF4-FFF2-40B4-BE49-F238E27FC236}">
                <a16:creationId xmlns:a16="http://schemas.microsoft.com/office/drawing/2014/main" id="{A5DC3C8F-802B-C2DB-9C44-A761E763A26A}"/>
              </a:ext>
            </a:extLst>
          </p:cNvPr>
          <p:cNvSpPr txBox="1"/>
          <p:nvPr/>
        </p:nvSpPr>
        <p:spPr>
          <a:xfrm>
            <a:off x="9221462" y="4187311"/>
            <a:ext cx="483712" cy="307600"/>
          </a:xfrm>
          <a:prstGeom prst="rect">
            <a:avLst/>
          </a:prstGeom>
          <a:noFill/>
          <a:ln>
            <a:noFill/>
          </a:ln>
        </p:spPr>
        <p:txBody>
          <a:bodyPr spcFirstLastPara="1" wrap="square" lIns="107269" tIns="53620" rIns="107269" bIns="53620" anchor="t" anchorCtr="0">
            <a:noAutofit/>
          </a:bodyPr>
          <a:lstStyle/>
          <a:p>
            <a:pPr algn="ctr">
              <a:buClr>
                <a:srgbClr val="000000"/>
              </a:buClr>
              <a:buFont typeface="Arial"/>
              <a:buNone/>
            </a:pPr>
            <a:r>
              <a:rPr lang="en-US" sz="1400" kern="0" noProof="1">
                <a:solidFill>
                  <a:srgbClr val="000000"/>
                </a:solidFill>
                <a:latin typeface="Calibri" panose="020F0502020204030204" pitchFamily="34" charset="0"/>
                <a:ea typeface="Calibri"/>
                <a:cs typeface="Calibri" panose="020F0502020204030204" pitchFamily="34" charset="0"/>
                <a:sym typeface="Calibri"/>
              </a:rPr>
              <a:t>1:1</a:t>
            </a:r>
          </a:p>
        </p:txBody>
      </p:sp>
      <p:sp>
        <p:nvSpPr>
          <p:cNvPr id="156" name="Google Shape;160;p28">
            <a:extLst>
              <a:ext uri="{FF2B5EF4-FFF2-40B4-BE49-F238E27FC236}">
                <a16:creationId xmlns:a16="http://schemas.microsoft.com/office/drawing/2014/main" id="{0405066B-3AE4-2B38-E311-7D7165C95E2A}"/>
              </a:ext>
            </a:extLst>
          </p:cNvPr>
          <p:cNvSpPr/>
          <p:nvPr/>
        </p:nvSpPr>
        <p:spPr>
          <a:xfrm>
            <a:off x="4295042" y="3866575"/>
            <a:ext cx="646750" cy="526400"/>
          </a:xfrm>
          <a:prstGeom prst="diamond">
            <a:avLst/>
          </a:prstGeom>
          <a:solidFill>
            <a:srgbClr val="FFFFFF"/>
          </a:solidFill>
          <a:ln w="25400" cap="flat" cmpd="sng">
            <a:solidFill>
              <a:srgbClr val="F79646"/>
            </a:solidFill>
            <a:prstDash val="solid"/>
            <a:round/>
            <a:headEnd type="none" w="sm" len="sm"/>
            <a:tailEnd type="none" w="sm" len="sm"/>
          </a:ln>
        </p:spPr>
        <p:txBody>
          <a:bodyPr spcFirstLastPara="1" wrap="square" lIns="107269" tIns="53620" rIns="107269" bIns="53620" anchor="ctr" anchorCtr="0">
            <a:noAutofit/>
          </a:bodyPr>
          <a:lstStyle/>
          <a:p>
            <a:pPr marL="0" marR="0" lvl="0" indent="0" algn="ctr" defTabSz="914400" eaLnBrk="1" fontAlgn="auto" latinLnBrk="0" hangingPunct="1">
              <a:lnSpc>
                <a:spcPct val="100000"/>
              </a:lnSpc>
              <a:spcBef>
                <a:spcPts val="0"/>
              </a:spcBef>
              <a:spcAft>
                <a:spcPts val="0"/>
              </a:spcAft>
              <a:buClr>
                <a:srgbClr val="000000"/>
              </a:buClr>
              <a:buSzTx/>
              <a:buFont typeface="Arial"/>
              <a:buNone/>
              <a:tabLst/>
              <a:defRPr/>
            </a:pPr>
            <a:endParaRPr kumimoji="0" lang="en-US" b="0" i="0" u="none" strike="noStrike" kern="0" cap="none" spc="0" normalizeH="0" baseline="0" noProof="1">
              <a:ln>
                <a:noFill/>
              </a:ln>
              <a:solidFill>
                <a:srgbClr val="000000"/>
              </a:solidFill>
              <a:effectLst/>
              <a:uLnTx/>
              <a:uFillTx/>
              <a:latin typeface="Calibri" panose="020F0502020204030204" pitchFamily="34" charset="0"/>
              <a:ea typeface="Calibri"/>
              <a:cs typeface="Calibri" panose="020F0502020204030204" pitchFamily="34" charset="0"/>
              <a:sym typeface="Calibri"/>
            </a:endParaRPr>
          </a:p>
        </p:txBody>
      </p:sp>
      <p:cxnSp>
        <p:nvCxnSpPr>
          <p:cNvPr id="157" name="Google Shape;161;p28">
            <a:extLst>
              <a:ext uri="{FF2B5EF4-FFF2-40B4-BE49-F238E27FC236}">
                <a16:creationId xmlns:a16="http://schemas.microsoft.com/office/drawing/2014/main" id="{03927E48-169E-B31D-8070-BE4E6C8CABCB}"/>
              </a:ext>
            </a:extLst>
          </p:cNvPr>
          <p:cNvCxnSpPr>
            <a:cxnSpLocks/>
            <a:stCxn id="156" idx="1"/>
          </p:cNvCxnSpPr>
          <p:nvPr/>
        </p:nvCxnSpPr>
        <p:spPr>
          <a:xfrm flipH="1">
            <a:off x="3197551" y="4129775"/>
            <a:ext cx="1097491" cy="721"/>
          </a:xfrm>
          <a:prstGeom prst="straightConnector1">
            <a:avLst/>
          </a:prstGeom>
          <a:noFill/>
          <a:ln w="9525" cap="flat" cmpd="sng">
            <a:solidFill>
              <a:srgbClr val="4A7DBA"/>
            </a:solidFill>
            <a:prstDash val="solid"/>
            <a:round/>
            <a:headEnd type="none" w="sm" len="sm"/>
            <a:tailEnd type="none" w="sm" len="sm"/>
          </a:ln>
        </p:spPr>
      </p:cxnSp>
      <p:cxnSp>
        <p:nvCxnSpPr>
          <p:cNvPr id="158" name="Google Shape;166;p28">
            <a:extLst>
              <a:ext uri="{FF2B5EF4-FFF2-40B4-BE49-F238E27FC236}">
                <a16:creationId xmlns:a16="http://schemas.microsoft.com/office/drawing/2014/main" id="{A89F929A-A13F-E99C-701F-6E8BE251D975}"/>
              </a:ext>
            </a:extLst>
          </p:cNvPr>
          <p:cNvCxnSpPr>
            <a:cxnSpLocks/>
            <a:endCxn id="156" idx="3"/>
          </p:cNvCxnSpPr>
          <p:nvPr/>
        </p:nvCxnSpPr>
        <p:spPr>
          <a:xfrm rot="10800000">
            <a:off x="4941793" y="4129775"/>
            <a:ext cx="4026497" cy="406362"/>
          </a:xfrm>
          <a:prstGeom prst="bentConnector3">
            <a:avLst>
              <a:gd name="adj1" fmla="val 50000"/>
            </a:avLst>
          </a:prstGeom>
          <a:noFill/>
          <a:ln w="9525" cap="flat" cmpd="sng">
            <a:solidFill>
              <a:srgbClr val="3D85C6"/>
            </a:solidFill>
            <a:prstDash val="solid"/>
            <a:round/>
            <a:headEnd type="none" w="med" len="med"/>
            <a:tailEnd type="none" w="med" len="med"/>
          </a:ln>
        </p:spPr>
      </p:cxnSp>
      <p:sp>
        <p:nvSpPr>
          <p:cNvPr id="159" name="Google Shape;155;p28">
            <a:extLst>
              <a:ext uri="{FF2B5EF4-FFF2-40B4-BE49-F238E27FC236}">
                <a16:creationId xmlns:a16="http://schemas.microsoft.com/office/drawing/2014/main" id="{3C86D7E3-808B-3752-DB7E-F4629D646C15}"/>
              </a:ext>
            </a:extLst>
          </p:cNvPr>
          <p:cNvSpPr txBox="1"/>
          <p:nvPr/>
        </p:nvSpPr>
        <p:spPr>
          <a:xfrm>
            <a:off x="3702988" y="4268893"/>
            <a:ext cx="1726913" cy="359458"/>
          </a:xfrm>
          <a:prstGeom prst="rect">
            <a:avLst/>
          </a:prstGeom>
          <a:noFill/>
          <a:ln>
            <a:noFill/>
          </a:ln>
        </p:spPr>
        <p:txBody>
          <a:bodyPr spcFirstLastPara="1" wrap="square" lIns="107269" tIns="53620" rIns="107269" bIns="53620" anchor="t" anchorCtr="0">
            <a:noAutofit/>
          </a:bodyPr>
          <a:lstStyle/>
          <a:p>
            <a:pPr algn="ctr">
              <a:buClr>
                <a:srgbClr val="000000"/>
              </a:buClr>
              <a:buFont typeface="Arial"/>
              <a:buNone/>
            </a:pPr>
            <a:r>
              <a:rPr lang="en-US" kern="0" noProof="1">
                <a:solidFill>
                  <a:srgbClr val="000000"/>
                </a:solidFill>
                <a:latin typeface="Calibri" panose="020F0502020204030204" pitchFamily="34" charset="0"/>
                <a:ea typeface="Calibri"/>
                <a:cs typeface="Calibri" panose="020F0502020204030204" pitchFamily="34" charset="0"/>
                <a:sym typeface="Calibri"/>
              </a:rPr>
              <a:t>assigned_to</a:t>
            </a:r>
            <a:endParaRPr lang="en-US" kern="0" noProof="1">
              <a:solidFill>
                <a:srgbClr val="000000"/>
              </a:solidFill>
              <a:latin typeface="Calibri" panose="020F0502020204030204" pitchFamily="34" charset="0"/>
              <a:cs typeface="Calibri" panose="020F0502020204030204" pitchFamily="34" charset="0"/>
              <a:sym typeface="Arial"/>
            </a:endParaRPr>
          </a:p>
        </p:txBody>
      </p:sp>
      <p:sp>
        <p:nvSpPr>
          <p:cNvPr id="160" name="Google Shape;165;p28">
            <a:extLst>
              <a:ext uri="{FF2B5EF4-FFF2-40B4-BE49-F238E27FC236}">
                <a16:creationId xmlns:a16="http://schemas.microsoft.com/office/drawing/2014/main" id="{99C2C401-3245-43C8-AD1C-24F18E82073E}"/>
              </a:ext>
            </a:extLst>
          </p:cNvPr>
          <p:cNvSpPr txBox="1"/>
          <p:nvPr/>
        </p:nvSpPr>
        <p:spPr>
          <a:xfrm>
            <a:off x="3219276" y="3882928"/>
            <a:ext cx="483712" cy="307600"/>
          </a:xfrm>
          <a:prstGeom prst="rect">
            <a:avLst/>
          </a:prstGeom>
          <a:noFill/>
          <a:ln>
            <a:noFill/>
          </a:ln>
        </p:spPr>
        <p:txBody>
          <a:bodyPr spcFirstLastPara="1" wrap="square" lIns="107269" tIns="53620" rIns="107269" bIns="53620" anchor="t" anchorCtr="0">
            <a:noAutofit/>
          </a:bodyPr>
          <a:lstStyle/>
          <a:p>
            <a:pPr algn="ctr">
              <a:buClr>
                <a:srgbClr val="000000"/>
              </a:buClr>
            </a:pPr>
            <a:r>
              <a:rPr lang="en-US" sz="1400" kern="0" noProof="1">
                <a:solidFill>
                  <a:srgbClr val="000000"/>
                </a:solidFill>
                <a:latin typeface="Calibri" panose="020F0502020204030204" pitchFamily="34" charset="0"/>
                <a:ea typeface="Calibri"/>
                <a:cs typeface="Calibri" panose="020F0502020204030204" pitchFamily="34" charset="0"/>
                <a:sym typeface="Calibri"/>
              </a:rPr>
              <a:t>0:N</a:t>
            </a:r>
          </a:p>
        </p:txBody>
      </p:sp>
      <p:sp>
        <p:nvSpPr>
          <p:cNvPr id="173" name="Google Shape;153;p28">
            <a:extLst>
              <a:ext uri="{FF2B5EF4-FFF2-40B4-BE49-F238E27FC236}">
                <a16:creationId xmlns:a16="http://schemas.microsoft.com/office/drawing/2014/main" id="{1E0995A8-AF1A-EBF9-C41E-6F0E9B71B4D4}"/>
              </a:ext>
            </a:extLst>
          </p:cNvPr>
          <p:cNvSpPr/>
          <p:nvPr/>
        </p:nvSpPr>
        <p:spPr>
          <a:xfrm>
            <a:off x="5249317" y="5798117"/>
            <a:ext cx="2385581" cy="526400"/>
          </a:xfrm>
          <a:prstGeom prst="rect">
            <a:avLst/>
          </a:prstGeom>
          <a:solidFill>
            <a:srgbClr val="FFFFFF"/>
          </a:solidFill>
          <a:ln w="25400" cap="flat" cmpd="sng">
            <a:solidFill>
              <a:srgbClr val="4F81BD"/>
            </a:solidFill>
            <a:prstDash val="solid"/>
            <a:round/>
            <a:headEnd type="none" w="sm" len="sm"/>
            <a:tailEnd type="none" w="sm" len="sm"/>
          </a:ln>
        </p:spPr>
        <p:txBody>
          <a:bodyPr spcFirstLastPara="1" wrap="square" lIns="107269" tIns="53620" rIns="107269" bIns="53620" anchor="ctr" anchorCtr="0">
            <a:noAutofit/>
          </a:bodyPr>
          <a:lstStyle/>
          <a:p>
            <a:pPr algn="ctr">
              <a:buClr>
                <a:srgbClr val="000000"/>
              </a:buClr>
            </a:pPr>
            <a:r>
              <a:rPr kumimoji="0" lang="en-US" b="0" i="0" u="none" strike="noStrike" kern="0" cap="none" spc="0" normalizeH="0" baseline="0" noProof="1">
                <a:ln>
                  <a:noFill/>
                </a:ln>
                <a:solidFill>
                  <a:srgbClr val="000000"/>
                </a:solidFill>
                <a:effectLst/>
                <a:uLnTx/>
                <a:uFillTx/>
                <a:latin typeface="Calibri" panose="020F0502020204030204" pitchFamily="34" charset="0"/>
                <a:ea typeface="Calibri"/>
                <a:cs typeface="Calibri" panose="020F0502020204030204" pitchFamily="34" charset="0"/>
                <a:sym typeface="Calibri"/>
              </a:rPr>
              <a:t>Expected_Hours</a:t>
            </a:r>
          </a:p>
        </p:txBody>
      </p:sp>
      <p:sp>
        <p:nvSpPr>
          <p:cNvPr id="174" name="Google Shape;153;p28">
            <a:extLst>
              <a:ext uri="{FF2B5EF4-FFF2-40B4-BE49-F238E27FC236}">
                <a16:creationId xmlns:a16="http://schemas.microsoft.com/office/drawing/2014/main" id="{2F0454E4-A4C7-A4CE-8D93-B61E5004B95E}"/>
              </a:ext>
            </a:extLst>
          </p:cNvPr>
          <p:cNvSpPr/>
          <p:nvPr/>
        </p:nvSpPr>
        <p:spPr>
          <a:xfrm>
            <a:off x="2350684" y="5805866"/>
            <a:ext cx="2385581" cy="526400"/>
          </a:xfrm>
          <a:prstGeom prst="rect">
            <a:avLst/>
          </a:prstGeom>
          <a:solidFill>
            <a:srgbClr val="FFFFFF"/>
          </a:solidFill>
          <a:ln w="25400" cap="flat" cmpd="sng">
            <a:solidFill>
              <a:srgbClr val="4F81BD"/>
            </a:solidFill>
            <a:prstDash val="solid"/>
            <a:round/>
            <a:headEnd type="none" w="sm" len="sm"/>
            <a:tailEnd type="none" w="sm" len="sm"/>
          </a:ln>
        </p:spPr>
        <p:txBody>
          <a:bodyPr spcFirstLastPara="1" wrap="square" lIns="107269" tIns="53620" rIns="107269" bIns="53620" anchor="ctr" anchorCtr="0">
            <a:noAutofit/>
          </a:bodyPr>
          <a:lstStyle/>
          <a:p>
            <a:pPr algn="ctr">
              <a:buClr>
                <a:srgbClr val="000000"/>
              </a:buClr>
            </a:pPr>
            <a:r>
              <a:rPr lang="en-US" noProof="1"/>
              <a:t>Worked_Hours</a:t>
            </a:r>
            <a:endParaRPr kumimoji="0" lang="en-US" b="0" i="0" u="none" strike="noStrike" kern="0" cap="none" spc="0" normalizeH="0" baseline="0" noProof="1">
              <a:ln>
                <a:noFill/>
              </a:ln>
              <a:solidFill>
                <a:srgbClr val="000000"/>
              </a:solidFill>
              <a:effectLst/>
              <a:uLnTx/>
              <a:uFillTx/>
              <a:latin typeface="Calibri" panose="020F0502020204030204" pitchFamily="34" charset="0"/>
              <a:ea typeface="Calibri"/>
              <a:cs typeface="Calibri" panose="020F0502020204030204" pitchFamily="34" charset="0"/>
              <a:sym typeface="Calibri"/>
            </a:endParaRPr>
          </a:p>
        </p:txBody>
      </p:sp>
      <p:sp>
        <p:nvSpPr>
          <p:cNvPr id="185" name="Google Shape;160;p28">
            <a:extLst>
              <a:ext uri="{FF2B5EF4-FFF2-40B4-BE49-F238E27FC236}">
                <a16:creationId xmlns:a16="http://schemas.microsoft.com/office/drawing/2014/main" id="{5E8C9928-1349-EB92-63F0-A02E59EAC4C4}"/>
              </a:ext>
            </a:extLst>
          </p:cNvPr>
          <p:cNvSpPr/>
          <p:nvPr/>
        </p:nvSpPr>
        <p:spPr>
          <a:xfrm>
            <a:off x="8494635" y="5800731"/>
            <a:ext cx="646750" cy="526400"/>
          </a:xfrm>
          <a:prstGeom prst="diamond">
            <a:avLst/>
          </a:prstGeom>
          <a:solidFill>
            <a:srgbClr val="FFFFFF"/>
          </a:solidFill>
          <a:ln w="25400" cap="flat" cmpd="sng">
            <a:solidFill>
              <a:srgbClr val="F79646"/>
            </a:solidFill>
            <a:prstDash val="solid"/>
            <a:round/>
            <a:headEnd type="none" w="sm" len="sm"/>
            <a:tailEnd type="none" w="sm" len="sm"/>
          </a:ln>
        </p:spPr>
        <p:txBody>
          <a:bodyPr spcFirstLastPara="1" wrap="square" lIns="107269" tIns="53620" rIns="107269" bIns="53620" anchor="ctr" anchorCtr="0">
            <a:noAutofit/>
          </a:bodyPr>
          <a:lstStyle/>
          <a:p>
            <a:pPr marL="0" marR="0" lvl="0" indent="0" algn="ctr" defTabSz="914400" eaLnBrk="1" fontAlgn="auto" latinLnBrk="0" hangingPunct="1">
              <a:lnSpc>
                <a:spcPct val="100000"/>
              </a:lnSpc>
              <a:spcBef>
                <a:spcPts val="0"/>
              </a:spcBef>
              <a:spcAft>
                <a:spcPts val="0"/>
              </a:spcAft>
              <a:buClr>
                <a:srgbClr val="000000"/>
              </a:buClr>
              <a:buSzTx/>
              <a:buFont typeface="Arial"/>
              <a:buNone/>
              <a:tabLst/>
              <a:defRPr/>
            </a:pPr>
            <a:endParaRPr kumimoji="0" lang="en-US" b="0" i="0" u="none" strike="noStrike" kern="0" cap="none" spc="0" normalizeH="0" baseline="0" noProof="1">
              <a:ln>
                <a:noFill/>
              </a:ln>
              <a:solidFill>
                <a:srgbClr val="000000"/>
              </a:solidFill>
              <a:effectLst/>
              <a:uLnTx/>
              <a:uFillTx/>
              <a:latin typeface="Calibri" panose="020F0502020204030204" pitchFamily="34" charset="0"/>
              <a:ea typeface="Calibri"/>
              <a:cs typeface="Calibri" panose="020F0502020204030204" pitchFamily="34" charset="0"/>
              <a:sym typeface="Calibri"/>
            </a:endParaRPr>
          </a:p>
        </p:txBody>
      </p:sp>
      <p:cxnSp>
        <p:nvCxnSpPr>
          <p:cNvPr id="187" name="Google Shape;166;p28">
            <a:extLst>
              <a:ext uri="{FF2B5EF4-FFF2-40B4-BE49-F238E27FC236}">
                <a16:creationId xmlns:a16="http://schemas.microsoft.com/office/drawing/2014/main" id="{981D1129-1CAB-EDE0-F7D8-E6DD717CEE94}"/>
              </a:ext>
            </a:extLst>
          </p:cNvPr>
          <p:cNvCxnSpPr>
            <a:cxnSpLocks/>
            <a:stCxn id="173" idx="3"/>
            <a:endCxn id="185" idx="1"/>
          </p:cNvCxnSpPr>
          <p:nvPr/>
        </p:nvCxnSpPr>
        <p:spPr>
          <a:xfrm>
            <a:off x="7634898" y="6061317"/>
            <a:ext cx="859737" cy="2614"/>
          </a:xfrm>
          <a:prstGeom prst="bentConnector3">
            <a:avLst>
              <a:gd name="adj1" fmla="val 50000"/>
            </a:avLst>
          </a:prstGeom>
          <a:noFill/>
          <a:ln w="9525" cap="flat" cmpd="sng">
            <a:solidFill>
              <a:srgbClr val="3D85C6"/>
            </a:solidFill>
            <a:prstDash val="solid"/>
            <a:round/>
            <a:headEnd type="none" w="med" len="med"/>
            <a:tailEnd type="none" w="med" len="med"/>
          </a:ln>
        </p:spPr>
      </p:cxnSp>
      <p:sp>
        <p:nvSpPr>
          <p:cNvPr id="198" name="Google Shape;160;p28">
            <a:extLst>
              <a:ext uri="{FF2B5EF4-FFF2-40B4-BE49-F238E27FC236}">
                <a16:creationId xmlns:a16="http://schemas.microsoft.com/office/drawing/2014/main" id="{0D3735C6-3750-5246-7496-FBF5AA9201E2}"/>
              </a:ext>
            </a:extLst>
          </p:cNvPr>
          <p:cNvSpPr/>
          <p:nvPr/>
        </p:nvSpPr>
        <p:spPr>
          <a:xfrm>
            <a:off x="3805969" y="4876947"/>
            <a:ext cx="646750" cy="526400"/>
          </a:xfrm>
          <a:prstGeom prst="diamond">
            <a:avLst/>
          </a:prstGeom>
          <a:solidFill>
            <a:srgbClr val="FFFFFF"/>
          </a:solidFill>
          <a:ln w="25400" cap="flat" cmpd="sng">
            <a:solidFill>
              <a:srgbClr val="F79646"/>
            </a:solidFill>
            <a:prstDash val="solid"/>
            <a:round/>
            <a:headEnd type="none" w="sm" len="sm"/>
            <a:tailEnd type="none" w="sm" len="sm"/>
          </a:ln>
        </p:spPr>
        <p:txBody>
          <a:bodyPr spcFirstLastPara="1" wrap="square" lIns="107269" tIns="53620" rIns="107269" bIns="53620" anchor="ctr" anchorCtr="0">
            <a:noAutofit/>
          </a:bodyPr>
          <a:lstStyle/>
          <a:p>
            <a:pPr marL="0" marR="0" lvl="0" indent="0" algn="ctr" defTabSz="914400" eaLnBrk="1" fontAlgn="auto" latinLnBrk="0" hangingPunct="1">
              <a:lnSpc>
                <a:spcPct val="100000"/>
              </a:lnSpc>
              <a:spcBef>
                <a:spcPts val="0"/>
              </a:spcBef>
              <a:spcAft>
                <a:spcPts val="0"/>
              </a:spcAft>
              <a:buClr>
                <a:srgbClr val="000000"/>
              </a:buClr>
              <a:buSzTx/>
              <a:buFont typeface="Arial"/>
              <a:buNone/>
              <a:tabLst/>
              <a:defRPr/>
            </a:pPr>
            <a:endParaRPr kumimoji="0" lang="en-US" b="0" i="0" u="none" strike="noStrike" kern="0" cap="none" spc="0" normalizeH="0" baseline="0" noProof="1">
              <a:ln>
                <a:noFill/>
              </a:ln>
              <a:solidFill>
                <a:srgbClr val="000000"/>
              </a:solidFill>
              <a:effectLst/>
              <a:uLnTx/>
              <a:uFillTx/>
              <a:latin typeface="Calibri" panose="020F0502020204030204" pitchFamily="34" charset="0"/>
              <a:ea typeface="Calibri"/>
              <a:cs typeface="Calibri" panose="020F0502020204030204" pitchFamily="34" charset="0"/>
              <a:sym typeface="Calibri"/>
            </a:endParaRPr>
          </a:p>
        </p:txBody>
      </p:sp>
      <p:cxnSp>
        <p:nvCxnSpPr>
          <p:cNvPr id="200" name="Google Shape;166;p28">
            <a:extLst>
              <a:ext uri="{FF2B5EF4-FFF2-40B4-BE49-F238E27FC236}">
                <a16:creationId xmlns:a16="http://schemas.microsoft.com/office/drawing/2014/main" id="{A773CADD-3187-DA7E-D346-C12B986DCA7D}"/>
              </a:ext>
            </a:extLst>
          </p:cNvPr>
          <p:cNvCxnSpPr>
            <a:cxnSpLocks/>
            <a:stCxn id="174" idx="0"/>
            <a:endCxn id="198" idx="1"/>
          </p:cNvCxnSpPr>
          <p:nvPr/>
        </p:nvCxnSpPr>
        <p:spPr>
          <a:xfrm rot="5400000" flipH="1" flipV="1">
            <a:off x="3341863" y="5341760"/>
            <a:ext cx="665719" cy="262494"/>
          </a:xfrm>
          <a:prstGeom prst="bentConnector2">
            <a:avLst/>
          </a:prstGeom>
          <a:noFill/>
          <a:ln w="9525" cap="flat" cmpd="sng">
            <a:solidFill>
              <a:srgbClr val="3D85C6"/>
            </a:solidFill>
            <a:prstDash val="solid"/>
            <a:round/>
            <a:headEnd type="none" w="med" len="med"/>
            <a:tailEnd type="none" w="med" len="med"/>
          </a:ln>
        </p:spPr>
      </p:cxnSp>
      <p:sp>
        <p:nvSpPr>
          <p:cNvPr id="206" name="Google Shape;160;p28">
            <a:extLst>
              <a:ext uri="{FF2B5EF4-FFF2-40B4-BE49-F238E27FC236}">
                <a16:creationId xmlns:a16="http://schemas.microsoft.com/office/drawing/2014/main" id="{A4E85FDB-44A8-509F-726B-34E86D068798}"/>
              </a:ext>
            </a:extLst>
          </p:cNvPr>
          <p:cNvSpPr/>
          <p:nvPr/>
        </p:nvSpPr>
        <p:spPr>
          <a:xfrm>
            <a:off x="515884" y="5805866"/>
            <a:ext cx="646750" cy="526400"/>
          </a:xfrm>
          <a:prstGeom prst="diamond">
            <a:avLst/>
          </a:prstGeom>
          <a:solidFill>
            <a:srgbClr val="FFFFFF"/>
          </a:solidFill>
          <a:ln w="25400" cap="flat" cmpd="sng">
            <a:solidFill>
              <a:srgbClr val="F79646"/>
            </a:solidFill>
            <a:prstDash val="solid"/>
            <a:round/>
            <a:headEnd type="none" w="sm" len="sm"/>
            <a:tailEnd type="none" w="sm" len="sm"/>
          </a:ln>
        </p:spPr>
        <p:txBody>
          <a:bodyPr spcFirstLastPara="1" wrap="square" lIns="107269" tIns="53620" rIns="107269" bIns="53620" anchor="ctr" anchorCtr="0">
            <a:noAutofit/>
          </a:bodyPr>
          <a:lstStyle/>
          <a:p>
            <a:pPr marL="0" marR="0" lvl="0" indent="0" algn="ctr" defTabSz="914400" eaLnBrk="1" fontAlgn="auto" latinLnBrk="0" hangingPunct="1">
              <a:lnSpc>
                <a:spcPct val="100000"/>
              </a:lnSpc>
              <a:spcBef>
                <a:spcPts val="0"/>
              </a:spcBef>
              <a:spcAft>
                <a:spcPts val="0"/>
              </a:spcAft>
              <a:buClr>
                <a:srgbClr val="000000"/>
              </a:buClr>
              <a:buSzTx/>
              <a:buFont typeface="Arial"/>
              <a:buNone/>
              <a:tabLst/>
              <a:defRPr/>
            </a:pPr>
            <a:endParaRPr kumimoji="0" lang="en-US" b="0" i="0" u="none" strike="noStrike" kern="0" cap="none" spc="0" normalizeH="0" baseline="0" noProof="1">
              <a:ln>
                <a:noFill/>
              </a:ln>
              <a:solidFill>
                <a:srgbClr val="000000"/>
              </a:solidFill>
              <a:effectLst/>
              <a:uLnTx/>
              <a:uFillTx/>
              <a:latin typeface="Calibri" panose="020F0502020204030204" pitchFamily="34" charset="0"/>
              <a:ea typeface="Calibri"/>
              <a:cs typeface="Calibri" panose="020F0502020204030204" pitchFamily="34" charset="0"/>
              <a:sym typeface="Calibri"/>
            </a:endParaRPr>
          </a:p>
        </p:txBody>
      </p:sp>
      <p:cxnSp>
        <p:nvCxnSpPr>
          <p:cNvPr id="207" name="Google Shape;161;p28">
            <a:extLst>
              <a:ext uri="{FF2B5EF4-FFF2-40B4-BE49-F238E27FC236}">
                <a16:creationId xmlns:a16="http://schemas.microsoft.com/office/drawing/2014/main" id="{AFB72917-63B1-E35C-08F9-2ABD8A052BB0}"/>
              </a:ext>
            </a:extLst>
          </p:cNvPr>
          <p:cNvCxnSpPr>
            <a:cxnSpLocks/>
            <a:stCxn id="206" idx="3"/>
            <a:endCxn id="174" idx="1"/>
          </p:cNvCxnSpPr>
          <p:nvPr/>
        </p:nvCxnSpPr>
        <p:spPr>
          <a:xfrm>
            <a:off x="1162634" y="6069066"/>
            <a:ext cx="1188050" cy="0"/>
          </a:xfrm>
          <a:prstGeom prst="straightConnector1">
            <a:avLst/>
          </a:prstGeom>
          <a:noFill/>
          <a:ln w="9525" cap="flat" cmpd="sng">
            <a:solidFill>
              <a:srgbClr val="4A7DBA"/>
            </a:solidFill>
            <a:prstDash val="solid"/>
            <a:round/>
            <a:headEnd type="none" w="sm" len="sm"/>
            <a:tailEnd type="none" w="sm" len="sm"/>
          </a:ln>
        </p:spPr>
      </p:cxnSp>
      <p:cxnSp>
        <p:nvCxnSpPr>
          <p:cNvPr id="208" name="Google Shape;166;p28">
            <a:extLst>
              <a:ext uri="{FF2B5EF4-FFF2-40B4-BE49-F238E27FC236}">
                <a16:creationId xmlns:a16="http://schemas.microsoft.com/office/drawing/2014/main" id="{204A1F3C-BC31-034C-EC52-21E23CF80AA5}"/>
              </a:ext>
            </a:extLst>
          </p:cNvPr>
          <p:cNvCxnSpPr>
            <a:cxnSpLocks/>
            <a:stCxn id="291" idx="2"/>
            <a:endCxn id="206" idx="0"/>
          </p:cNvCxnSpPr>
          <p:nvPr/>
        </p:nvCxnSpPr>
        <p:spPr>
          <a:xfrm rot="5400000">
            <a:off x="980337" y="4257448"/>
            <a:ext cx="1407341" cy="1689495"/>
          </a:xfrm>
          <a:prstGeom prst="bentConnector3">
            <a:avLst>
              <a:gd name="adj1" fmla="val 50000"/>
            </a:avLst>
          </a:prstGeom>
          <a:noFill/>
          <a:ln w="9525" cap="flat" cmpd="sng">
            <a:solidFill>
              <a:srgbClr val="3D85C6"/>
            </a:solidFill>
            <a:prstDash val="solid"/>
            <a:round/>
            <a:headEnd type="none" w="med" len="med"/>
            <a:tailEnd type="none" w="med" len="med"/>
          </a:ln>
        </p:spPr>
      </p:cxnSp>
      <p:sp>
        <p:nvSpPr>
          <p:cNvPr id="238" name="Google Shape;155;p28">
            <a:extLst>
              <a:ext uri="{FF2B5EF4-FFF2-40B4-BE49-F238E27FC236}">
                <a16:creationId xmlns:a16="http://schemas.microsoft.com/office/drawing/2014/main" id="{34526AA3-F70B-B225-4E3F-1C7DE1105F61}"/>
              </a:ext>
            </a:extLst>
          </p:cNvPr>
          <p:cNvSpPr txBox="1"/>
          <p:nvPr/>
        </p:nvSpPr>
        <p:spPr>
          <a:xfrm>
            <a:off x="7232906" y="6274570"/>
            <a:ext cx="3170208" cy="359458"/>
          </a:xfrm>
          <a:prstGeom prst="rect">
            <a:avLst/>
          </a:prstGeom>
          <a:noFill/>
          <a:ln>
            <a:noFill/>
          </a:ln>
        </p:spPr>
        <p:txBody>
          <a:bodyPr spcFirstLastPara="1" wrap="square" lIns="107269" tIns="53620" rIns="107269" bIns="53620" anchor="t" anchorCtr="0">
            <a:noAutofit/>
          </a:bodyPr>
          <a:lstStyle/>
          <a:p>
            <a:pPr algn="ctr">
              <a:buClr>
                <a:srgbClr val="000000"/>
              </a:buClr>
              <a:buFont typeface="Arial"/>
              <a:buNone/>
            </a:pPr>
            <a:r>
              <a:rPr lang="en-US" noProof="1"/>
              <a:t>requires</a:t>
            </a:r>
            <a:endParaRPr lang="en-US" kern="0" noProof="1">
              <a:solidFill>
                <a:srgbClr val="000000"/>
              </a:solidFill>
              <a:latin typeface="Calibri" panose="020F0502020204030204" pitchFamily="34" charset="0"/>
              <a:cs typeface="Calibri" panose="020F0502020204030204" pitchFamily="34" charset="0"/>
              <a:sym typeface="Arial"/>
            </a:endParaRPr>
          </a:p>
        </p:txBody>
      </p:sp>
      <p:sp>
        <p:nvSpPr>
          <p:cNvPr id="239" name="Google Shape;155;p28">
            <a:extLst>
              <a:ext uri="{FF2B5EF4-FFF2-40B4-BE49-F238E27FC236}">
                <a16:creationId xmlns:a16="http://schemas.microsoft.com/office/drawing/2014/main" id="{F12D573C-9B09-2BF2-AA30-D0C77C56931D}"/>
              </a:ext>
            </a:extLst>
          </p:cNvPr>
          <p:cNvSpPr txBox="1"/>
          <p:nvPr/>
        </p:nvSpPr>
        <p:spPr>
          <a:xfrm>
            <a:off x="3562130" y="5262209"/>
            <a:ext cx="1018293" cy="359458"/>
          </a:xfrm>
          <a:prstGeom prst="rect">
            <a:avLst/>
          </a:prstGeom>
          <a:noFill/>
          <a:ln>
            <a:noFill/>
          </a:ln>
        </p:spPr>
        <p:txBody>
          <a:bodyPr spcFirstLastPara="1" wrap="square" lIns="107269" tIns="53620" rIns="107269" bIns="53620" anchor="t" anchorCtr="0">
            <a:noAutofit/>
          </a:bodyPr>
          <a:lstStyle/>
          <a:p>
            <a:pPr algn="ctr">
              <a:buClr>
                <a:srgbClr val="000000"/>
              </a:buClr>
              <a:buFont typeface="Arial"/>
              <a:buNone/>
            </a:pPr>
            <a:r>
              <a:rPr lang="en-US" noProof="1"/>
              <a:t>records</a:t>
            </a:r>
            <a:endParaRPr lang="en-US" kern="0" noProof="1">
              <a:solidFill>
                <a:srgbClr val="000000"/>
              </a:solidFill>
              <a:latin typeface="Calibri" panose="020F0502020204030204" pitchFamily="34" charset="0"/>
              <a:cs typeface="Calibri" panose="020F0502020204030204" pitchFamily="34" charset="0"/>
              <a:sym typeface="Arial"/>
            </a:endParaRPr>
          </a:p>
        </p:txBody>
      </p:sp>
      <p:sp>
        <p:nvSpPr>
          <p:cNvPr id="244" name="Google Shape;165;p28">
            <a:extLst>
              <a:ext uri="{FF2B5EF4-FFF2-40B4-BE49-F238E27FC236}">
                <a16:creationId xmlns:a16="http://schemas.microsoft.com/office/drawing/2014/main" id="{B1EF59FE-DD81-4B80-A94B-2CB88095F99D}"/>
              </a:ext>
            </a:extLst>
          </p:cNvPr>
          <p:cNvSpPr txBox="1"/>
          <p:nvPr/>
        </p:nvSpPr>
        <p:spPr>
          <a:xfrm>
            <a:off x="8541357" y="4232379"/>
            <a:ext cx="483712" cy="307600"/>
          </a:xfrm>
          <a:prstGeom prst="rect">
            <a:avLst/>
          </a:prstGeom>
          <a:noFill/>
          <a:ln>
            <a:noFill/>
          </a:ln>
        </p:spPr>
        <p:txBody>
          <a:bodyPr spcFirstLastPara="1" wrap="square" lIns="107269" tIns="53620" rIns="107269" bIns="53620" anchor="t" anchorCtr="0">
            <a:noAutofit/>
          </a:bodyPr>
          <a:lstStyle/>
          <a:p>
            <a:pPr algn="ctr">
              <a:buClr>
                <a:srgbClr val="000000"/>
              </a:buClr>
              <a:buFont typeface="Arial"/>
              <a:buNone/>
            </a:pPr>
            <a:r>
              <a:rPr lang="en-US" sz="1400" kern="0" noProof="1">
                <a:solidFill>
                  <a:srgbClr val="000000"/>
                </a:solidFill>
                <a:latin typeface="Calibri" panose="020F0502020204030204" pitchFamily="34" charset="0"/>
                <a:ea typeface="Calibri"/>
                <a:cs typeface="Calibri" panose="020F0502020204030204" pitchFamily="34" charset="0"/>
                <a:sym typeface="Calibri"/>
              </a:rPr>
              <a:t>0:N</a:t>
            </a:r>
          </a:p>
        </p:txBody>
      </p:sp>
      <p:cxnSp>
        <p:nvCxnSpPr>
          <p:cNvPr id="255" name="Google Shape;166;p28">
            <a:extLst>
              <a:ext uri="{FF2B5EF4-FFF2-40B4-BE49-F238E27FC236}">
                <a16:creationId xmlns:a16="http://schemas.microsoft.com/office/drawing/2014/main" id="{96A3B543-9C9E-2A7D-E005-BEF2286BF763}"/>
              </a:ext>
            </a:extLst>
          </p:cNvPr>
          <p:cNvCxnSpPr>
            <a:cxnSpLocks/>
            <a:stCxn id="131" idx="2"/>
            <a:endCxn id="185" idx="3"/>
          </p:cNvCxnSpPr>
          <p:nvPr/>
        </p:nvCxnSpPr>
        <p:spPr>
          <a:xfrm rot="5400000">
            <a:off x="8862068" y="5289602"/>
            <a:ext cx="1053647" cy="495011"/>
          </a:xfrm>
          <a:prstGeom prst="bentConnector2">
            <a:avLst/>
          </a:prstGeom>
          <a:noFill/>
          <a:ln w="9525" cap="flat" cmpd="sng">
            <a:solidFill>
              <a:srgbClr val="3D85C6"/>
            </a:solidFill>
            <a:prstDash val="solid"/>
            <a:round/>
            <a:headEnd type="none" w="med" len="med"/>
            <a:tailEnd type="none" w="med" len="med"/>
          </a:ln>
        </p:spPr>
      </p:cxnSp>
      <p:sp>
        <p:nvSpPr>
          <p:cNvPr id="273" name="Google Shape;152;p28">
            <a:extLst>
              <a:ext uri="{FF2B5EF4-FFF2-40B4-BE49-F238E27FC236}">
                <a16:creationId xmlns:a16="http://schemas.microsoft.com/office/drawing/2014/main" id="{1739240F-B37C-4E93-6317-4507AFF54D40}"/>
              </a:ext>
            </a:extLst>
          </p:cNvPr>
          <p:cNvSpPr txBox="1"/>
          <p:nvPr/>
        </p:nvSpPr>
        <p:spPr>
          <a:xfrm>
            <a:off x="5249317" y="6273455"/>
            <a:ext cx="1858878" cy="653159"/>
          </a:xfrm>
          <a:prstGeom prst="rect">
            <a:avLst/>
          </a:prstGeom>
          <a:noFill/>
          <a:ln>
            <a:noFill/>
          </a:ln>
        </p:spPr>
        <p:txBody>
          <a:bodyPr spcFirstLastPara="1" wrap="square" lIns="107269" tIns="53620" rIns="107269" bIns="53620" anchor="t" anchorCtr="0">
            <a:noAutofit/>
          </a:bodyPr>
          <a:lstStyle/>
          <a:p>
            <a:pPr>
              <a:buClr>
                <a:srgbClr val="000000"/>
              </a:buClr>
              <a:buFont typeface="Arial"/>
              <a:buNone/>
            </a:pPr>
            <a:r>
              <a:rPr lang="en-US" kern="0" noProof="1">
                <a:solidFill>
                  <a:srgbClr val="000000"/>
                </a:solidFill>
                <a:latin typeface="Calibri" panose="020F0502020204030204" pitchFamily="34" charset="0"/>
                <a:ea typeface="Calibri"/>
                <a:cs typeface="Calibri" panose="020F0502020204030204" pitchFamily="34" charset="0"/>
                <a:sym typeface="Calibri"/>
              </a:rPr>
              <a:t>month_index</a:t>
            </a:r>
          </a:p>
          <a:p>
            <a:pPr>
              <a:buClr>
                <a:srgbClr val="000000"/>
              </a:buClr>
              <a:buFont typeface="Arial"/>
              <a:buNone/>
            </a:pPr>
            <a:r>
              <a:rPr lang="en-US" kern="0" noProof="1">
                <a:solidFill>
                  <a:srgbClr val="000000"/>
                </a:solidFill>
                <a:latin typeface="Calibri" panose="020F0502020204030204" pitchFamily="34" charset="0"/>
                <a:ea typeface="Calibri"/>
                <a:cs typeface="Calibri" panose="020F0502020204030204" pitchFamily="34" charset="0"/>
                <a:sym typeface="Calibri"/>
              </a:rPr>
              <a:t>hours</a:t>
            </a:r>
          </a:p>
        </p:txBody>
      </p:sp>
      <p:sp>
        <p:nvSpPr>
          <p:cNvPr id="274" name="Google Shape;152;p28">
            <a:extLst>
              <a:ext uri="{FF2B5EF4-FFF2-40B4-BE49-F238E27FC236}">
                <a16:creationId xmlns:a16="http://schemas.microsoft.com/office/drawing/2014/main" id="{A622BB90-6B0C-5F70-98FC-F38AA601C42A}"/>
              </a:ext>
            </a:extLst>
          </p:cNvPr>
          <p:cNvSpPr txBox="1"/>
          <p:nvPr/>
        </p:nvSpPr>
        <p:spPr>
          <a:xfrm>
            <a:off x="2350684" y="6301181"/>
            <a:ext cx="1858878" cy="653159"/>
          </a:xfrm>
          <a:prstGeom prst="rect">
            <a:avLst/>
          </a:prstGeom>
          <a:noFill/>
          <a:ln>
            <a:noFill/>
          </a:ln>
        </p:spPr>
        <p:txBody>
          <a:bodyPr spcFirstLastPara="1" wrap="square" lIns="107269" tIns="53620" rIns="107269" bIns="53620" anchor="t" anchorCtr="0">
            <a:noAutofit/>
          </a:bodyPr>
          <a:lstStyle/>
          <a:p>
            <a:pPr>
              <a:buClr>
                <a:srgbClr val="000000"/>
              </a:buClr>
              <a:buFont typeface="Arial"/>
              <a:buNone/>
            </a:pPr>
            <a:r>
              <a:rPr lang="en-US" kern="0" noProof="1">
                <a:solidFill>
                  <a:srgbClr val="000000"/>
                </a:solidFill>
                <a:latin typeface="Calibri" panose="020F0502020204030204" pitchFamily="34" charset="0"/>
                <a:ea typeface="Calibri"/>
                <a:cs typeface="Calibri" panose="020F0502020204030204" pitchFamily="34" charset="0"/>
                <a:sym typeface="Calibri"/>
              </a:rPr>
              <a:t>month_index</a:t>
            </a:r>
          </a:p>
          <a:p>
            <a:pPr>
              <a:buClr>
                <a:srgbClr val="000000"/>
              </a:buClr>
              <a:buFont typeface="Arial"/>
              <a:buNone/>
            </a:pPr>
            <a:r>
              <a:rPr lang="en-US" kern="0" noProof="1">
                <a:solidFill>
                  <a:srgbClr val="000000"/>
                </a:solidFill>
                <a:latin typeface="Calibri" panose="020F0502020204030204" pitchFamily="34" charset="0"/>
                <a:ea typeface="Calibri"/>
                <a:cs typeface="Calibri" panose="020F0502020204030204" pitchFamily="34" charset="0"/>
                <a:sym typeface="Calibri"/>
              </a:rPr>
              <a:t>hours</a:t>
            </a:r>
          </a:p>
        </p:txBody>
      </p:sp>
      <p:sp>
        <p:nvSpPr>
          <p:cNvPr id="275" name="Google Shape;155;p28">
            <a:extLst>
              <a:ext uri="{FF2B5EF4-FFF2-40B4-BE49-F238E27FC236}">
                <a16:creationId xmlns:a16="http://schemas.microsoft.com/office/drawing/2014/main" id="{1A1D538F-29F1-48BE-4D6D-21A8DEAEA1CB}"/>
              </a:ext>
            </a:extLst>
          </p:cNvPr>
          <p:cNvSpPr txBox="1"/>
          <p:nvPr/>
        </p:nvSpPr>
        <p:spPr>
          <a:xfrm>
            <a:off x="-80477" y="6259331"/>
            <a:ext cx="1726913" cy="359458"/>
          </a:xfrm>
          <a:prstGeom prst="rect">
            <a:avLst/>
          </a:prstGeom>
          <a:noFill/>
          <a:ln>
            <a:noFill/>
          </a:ln>
        </p:spPr>
        <p:txBody>
          <a:bodyPr spcFirstLastPara="1" wrap="square" lIns="107269" tIns="53620" rIns="107269" bIns="53620" anchor="t" anchorCtr="0">
            <a:noAutofit/>
          </a:bodyPr>
          <a:lstStyle/>
          <a:p>
            <a:pPr algn="ctr">
              <a:buClr>
                <a:srgbClr val="000000"/>
              </a:buClr>
              <a:buFont typeface="Arial"/>
              <a:buNone/>
            </a:pPr>
            <a:r>
              <a:rPr lang="en-US" kern="0" noProof="1">
                <a:solidFill>
                  <a:srgbClr val="000000"/>
                </a:solidFill>
                <a:latin typeface="Calibri" panose="020F0502020204030204" pitchFamily="34" charset="0"/>
                <a:ea typeface="Calibri"/>
                <a:cs typeface="Calibri" panose="020F0502020204030204" pitchFamily="34" charset="0"/>
                <a:sym typeface="Calibri"/>
              </a:rPr>
              <a:t>logs</a:t>
            </a:r>
            <a:endParaRPr lang="en-US" kern="0" noProof="1">
              <a:solidFill>
                <a:srgbClr val="000000"/>
              </a:solidFill>
              <a:latin typeface="Calibri" panose="020F0502020204030204" pitchFamily="34" charset="0"/>
              <a:cs typeface="Calibri" panose="020F0502020204030204" pitchFamily="34" charset="0"/>
              <a:sym typeface="Arial"/>
            </a:endParaRPr>
          </a:p>
        </p:txBody>
      </p:sp>
      <p:sp>
        <p:nvSpPr>
          <p:cNvPr id="276" name="Google Shape;165;p28">
            <a:extLst>
              <a:ext uri="{FF2B5EF4-FFF2-40B4-BE49-F238E27FC236}">
                <a16:creationId xmlns:a16="http://schemas.microsoft.com/office/drawing/2014/main" id="{BD347546-EE35-FAAB-A02D-0F70A09E5EDF}"/>
              </a:ext>
            </a:extLst>
          </p:cNvPr>
          <p:cNvSpPr txBox="1"/>
          <p:nvPr/>
        </p:nvSpPr>
        <p:spPr>
          <a:xfrm>
            <a:off x="9584680" y="5092224"/>
            <a:ext cx="483712" cy="307600"/>
          </a:xfrm>
          <a:prstGeom prst="rect">
            <a:avLst/>
          </a:prstGeom>
          <a:noFill/>
          <a:ln>
            <a:noFill/>
          </a:ln>
        </p:spPr>
        <p:txBody>
          <a:bodyPr spcFirstLastPara="1" wrap="square" lIns="107269" tIns="53620" rIns="107269" bIns="53620" anchor="t" anchorCtr="0">
            <a:noAutofit/>
          </a:bodyPr>
          <a:lstStyle/>
          <a:p>
            <a:pPr algn="ctr">
              <a:buClr>
                <a:srgbClr val="000000"/>
              </a:buClr>
              <a:buFont typeface="Arial"/>
              <a:buNone/>
            </a:pPr>
            <a:r>
              <a:rPr lang="en-US" sz="1400" kern="0" noProof="1">
                <a:solidFill>
                  <a:srgbClr val="000000"/>
                </a:solidFill>
                <a:latin typeface="Calibri" panose="020F0502020204030204" pitchFamily="34" charset="0"/>
                <a:ea typeface="Calibri"/>
                <a:cs typeface="Calibri" panose="020F0502020204030204" pitchFamily="34" charset="0"/>
                <a:sym typeface="Calibri"/>
              </a:rPr>
              <a:t>0:N</a:t>
            </a:r>
          </a:p>
        </p:txBody>
      </p:sp>
      <p:sp>
        <p:nvSpPr>
          <p:cNvPr id="277" name="Google Shape;165;p28">
            <a:extLst>
              <a:ext uri="{FF2B5EF4-FFF2-40B4-BE49-F238E27FC236}">
                <a16:creationId xmlns:a16="http://schemas.microsoft.com/office/drawing/2014/main" id="{1C9BA714-258D-44B1-87F5-4F39B7DA0CDA}"/>
              </a:ext>
            </a:extLst>
          </p:cNvPr>
          <p:cNvSpPr txBox="1"/>
          <p:nvPr/>
        </p:nvSpPr>
        <p:spPr>
          <a:xfrm>
            <a:off x="7662574" y="5786540"/>
            <a:ext cx="483712" cy="307600"/>
          </a:xfrm>
          <a:prstGeom prst="rect">
            <a:avLst/>
          </a:prstGeom>
          <a:noFill/>
          <a:ln>
            <a:noFill/>
          </a:ln>
        </p:spPr>
        <p:txBody>
          <a:bodyPr spcFirstLastPara="1" wrap="square" lIns="107269" tIns="53620" rIns="107269" bIns="53620" anchor="t" anchorCtr="0">
            <a:noAutofit/>
          </a:bodyPr>
          <a:lstStyle/>
          <a:p>
            <a:pPr algn="ctr">
              <a:buClr>
                <a:srgbClr val="000000"/>
              </a:buClr>
              <a:buFont typeface="Arial"/>
              <a:buNone/>
            </a:pPr>
            <a:r>
              <a:rPr lang="en-US" sz="1400" kern="0" noProof="1">
                <a:solidFill>
                  <a:srgbClr val="000000"/>
                </a:solidFill>
                <a:latin typeface="Calibri" panose="020F0502020204030204" pitchFamily="34" charset="0"/>
                <a:ea typeface="Calibri"/>
                <a:cs typeface="Calibri" panose="020F0502020204030204" pitchFamily="34" charset="0"/>
                <a:sym typeface="Calibri"/>
              </a:rPr>
              <a:t>1:1</a:t>
            </a:r>
          </a:p>
        </p:txBody>
      </p:sp>
      <p:sp>
        <p:nvSpPr>
          <p:cNvPr id="278" name="Google Shape;165;p28">
            <a:extLst>
              <a:ext uri="{FF2B5EF4-FFF2-40B4-BE49-F238E27FC236}">
                <a16:creationId xmlns:a16="http://schemas.microsoft.com/office/drawing/2014/main" id="{202F472E-10EE-56F0-556F-044A495A03BC}"/>
              </a:ext>
            </a:extLst>
          </p:cNvPr>
          <p:cNvSpPr txBox="1"/>
          <p:nvPr/>
        </p:nvSpPr>
        <p:spPr>
          <a:xfrm>
            <a:off x="8446775" y="4913157"/>
            <a:ext cx="483712" cy="307600"/>
          </a:xfrm>
          <a:prstGeom prst="rect">
            <a:avLst/>
          </a:prstGeom>
          <a:noFill/>
          <a:ln>
            <a:noFill/>
          </a:ln>
        </p:spPr>
        <p:txBody>
          <a:bodyPr spcFirstLastPara="1" wrap="square" lIns="107269" tIns="53620" rIns="107269" bIns="53620" anchor="t" anchorCtr="0">
            <a:noAutofit/>
          </a:bodyPr>
          <a:lstStyle/>
          <a:p>
            <a:pPr algn="ctr">
              <a:buClr>
                <a:srgbClr val="000000"/>
              </a:buClr>
              <a:buFont typeface="Arial"/>
              <a:buNone/>
            </a:pPr>
            <a:r>
              <a:rPr lang="en-US" sz="1400" kern="0" noProof="1">
                <a:solidFill>
                  <a:srgbClr val="000000"/>
                </a:solidFill>
                <a:latin typeface="Calibri" panose="020F0502020204030204" pitchFamily="34" charset="0"/>
                <a:ea typeface="Calibri"/>
                <a:cs typeface="Calibri" panose="020F0502020204030204" pitchFamily="34" charset="0"/>
                <a:sym typeface="Calibri"/>
              </a:rPr>
              <a:t>0:N</a:t>
            </a:r>
          </a:p>
        </p:txBody>
      </p:sp>
      <p:sp>
        <p:nvSpPr>
          <p:cNvPr id="279" name="Google Shape;165;p28">
            <a:extLst>
              <a:ext uri="{FF2B5EF4-FFF2-40B4-BE49-F238E27FC236}">
                <a16:creationId xmlns:a16="http://schemas.microsoft.com/office/drawing/2014/main" id="{A1B021C9-4C65-8A62-6EA9-16D2CE1FA5E0}"/>
              </a:ext>
            </a:extLst>
          </p:cNvPr>
          <p:cNvSpPr txBox="1"/>
          <p:nvPr/>
        </p:nvSpPr>
        <p:spPr>
          <a:xfrm>
            <a:off x="3024403" y="5415572"/>
            <a:ext cx="483712" cy="307600"/>
          </a:xfrm>
          <a:prstGeom prst="rect">
            <a:avLst/>
          </a:prstGeom>
          <a:noFill/>
          <a:ln>
            <a:noFill/>
          </a:ln>
        </p:spPr>
        <p:txBody>
          <a:bodyPr spcFirstLastPara="1" wrap="square" lIns="107269" tIns="53620" rIns="107269" bIns="53620" anchor="t" anchorCtr="0">
            <a:noAutofit/>
          </a:bodyPr>
          <a:lstStyle/>
          <a:p>
            <a:pPr algn="ctr">
              <a:buClr>
                <a:srgbClr val="000000"/>
              </a:buClr>
              <a:buFont typeface="Arial"/>
              <a:buNone/>
            </a:pPr>
            <a:r>
              <a:rPr lang="en-US" sz="1400" kern="0" noProof="1">
                <a:solidFill>
                  <a:srgbClr val="000000"/>
                </a:solidFill>
                <a:latin typeface="Calibri" panose="020F0502020204030204" pitchFamily="34" charset="0"/>
                <a:ea typeface="Calibri"/>
                <a:cs typeface="Calibri" panose="020F0502020204030204" pitchFamily="34" charset="0"/>
                <a:sym typeface="Calibri"/>
              </a:rPr>
              <a:t>1:1</a:t>
            </a:r>
          </a:p>
        </p:txBody>
      </p:sp>
      <p:sp>
        <p:nvSpPr>
          <p:cNvPr id="280" name="Google Shape;165;p28">
            <a:extLst>
              <a:ext uri="{FF2B5EF4-FFF2-40B4-BE49-F238E27FC236}">
                <a16:creationId xmlns:a16="http://schemas.microsoft.com/office/drawing/2014/main" id="{52ECBAEA-AEC0-D438-0DC6-A7705288F66F}"/>
              </a:ext>
            </a:extLst>
          </p:cNvPr>
          <p:cNvSpPr txBox="1"/>
          <p:nvPr/>
        </p:nvSpPr>
        <p:spPr>
          <a:xfrm>
            <a:off x="2453910" y="4382337"/>
            <a:ext cx="483712" cy="307600"/>
          </a:xfrm>
          <a:prstGeom prst="rect">
            <a:avLst/>
          </a:prstGeom>
          <a:noFill/>
          <a:ln>
            <a:noFill/>
          </a:ln>
        </p:spPr>
        <p:txBody>
          <a:bodyPr spcFirstLastPara="1" wrap="square" lIns="107269" tIns="53620" rIns="107269" bIns="53620" anchor="t" anchorCtr="0">
            <a:noAutofit/>
          </a:bodyPr>
          <a:lstStyle/>
          <a:p>
            <a:pPr algn="ctr">
              <a:buClr>
                <a:srgbClr val="000000"/>
              </a:buClr>
            </a:pPr>
            <a:r>
              <a:rPr lang="en-US" sz="1400" kern="0" noProof="1">
                <a:solidFill>
                  <a:srgbClr val="000000"/>
                </a:solidFill>
                <a:latin typeface="Calibri" panose="020F0502020204030204" pitchFamily="34" charset="0"/>
                <a:ea typeface="Calibri"/>
                <a:cs typeface="Calibri" panose="020F0502020204030204" pitchFamily="34" charset="0"/>
                <a:sym typeface="Calibri"/>
              </a:rPr>
              <a:t>0:N</a:t>
            </a:r>
          </a:p>
        </p:txBody>
      </p:sp>
      <p:sp>
        <p:nvSpPr>
          <p:cNvPr id="281" name="Google Shape;165;p28">
            <a:extLst>
              <a:ext uri="{FF2B5EF4-FFF2-40B4-BE49-F238E27FC236}">
                <a16:creationId xmlns:a16="http://schemas.microsoft.com/office/drawing/2014/main" id="{F1D42418-0E6C-39AA-C271-AD432FF46FB2}"/>
              </a:ext>
            </a:extLst>
          </p:cNvPr>
          <p:cNvSpPr txBox="1"/>
          <p:nvPr/>
        </p:nvSpPr>
        <p:spPr>
          <a:xfrm>
            <a:off x="1901291" y="5786540"/>
            <a:ext cx="483712" cy="307600"/>
          </a:xfrm>
          <a:prstGeom prst="rect">
            <a:avLst/>
          </a:prstGeom>
          <a:noFill/>
          <a:ln>
            <a:noFill/>
          </a:ln>
        </p:spPr>
        <p:txBody>
          <a:bodyPr spcFirstLastPara="1" wrap="square" lIns="107269" tIns="53620" rIns="107269" bIns="53620" anchor="t" anchorCtr="0">
            <a:noAutofit/>
          </a:bodyPr>
          <a:lstStyle/>
          <a:p>
            <a:pPr algn="ctr">
              <a:buClr>
                <a:srgbClr val="000000"/>
              </a:buClr>
              <a:buFont typeface="Arial"/>
              <a:buNone/>
            </a:pPr>
            <a:r>
              <a:rPr lang="en-US" sz="1400" kern="0" noProof="1">
                <a:solidFill>
                  <a:srgbClr val="000000"/>
                </a:solidFill>
                <a:latin typeface="Calibri" panose="020F0502020204030204" pitchFamily="34" charset="0"/>
                <a:ea typeface="Calibri"/>
                <a:cs typeface="Calibri" panose="020F0502020204030204" pitchFamily="34" charset="0"/>
                <a:sym typeface="Calibri"/>
              </a:rPr>
              <a:t>1:1</a:t>
            </a:r>
          </a:p>
        </p:txBody>
      </p:sp>
      <p:cxnSp>
        <p:nvCxnSpPr>
          <p:cNvPr id="282" name="Google Shape;166;p28">
            <a:extLst>
              <a:ext uri="{FF2B5EF4-FFF2-40B4-BE49-F238E27FC236}">
                <a16:creationId xmlns:a16="http://schemas.microsoft.com/office/drawing/2014/main" id="{7F2B5146-E05C-3275-0C32-9336EFE55AF6}"/>
              </a:ext>
            </a:extLst>
          </p:cNvPr>
          <p:cNvCxnSpPr>
            <a:cxnSpLocks/>
          </p:cNvCxnSpPr>
          <p:nvPr/>
        </p:nvCxnSpPr>
        <p:spPr>
          <a:xfrm rot="16200000" flipH="1">
            <a:off x="7262306" y="5716789"/>
            <a:ext cx="468435" cy="455117"/>
          </a:xfrm>
          <a:prstGeom prst="bentConnector3">
            <a:avLst>
              <a:gd name="adj1" fmla="val 372"/>
            </a:avLst>
          </a:prstGeom>
          <a:noFill/>
          <a:ln w="9525" cap="flat" cmpd="sng">
            <a:solidFill>
              <a:srgbClr val="3D85C6"/>
            </a:solidFill>
            <a:prstDash val="solid"/>
            <a:round/>
            <a:headEnd type="none" w="med" len="med"/>
            <a:tailEnd type="none" w="med" len="med"/>
          </a:ln>
        </p:spPr>
      </p:cxnSp>
      <p:cxnSp>
        <p:nvCxnSpPr>
          <p:cNvPr id="286" name="Google Shape;166;p28">
            <a:extLst>
              <a:ext uri="{FF2B5EF4-FFF2-40B4-BE49-F238E27FC236}">
                <a16:creationId xmlns:a16="http://schemas.microsoft.com/office/drawing/2014/main" id="{466AF4EE-44D0-3263-242E-ACF9DD2A1B53}"/>
              </a:ext>
            </a:extLst>
          </p:cNvPr>
          <p:cNvCxnSpPr>
            <a:cxnSpLocks/>
          </p:cNvCxnSpPr>
          <p:nvPr/>
        </p:nvCxnSpPr>
        <p:spPr>
          <a:xfrm>
            <a:off x="3298755" y="5723172"/>
            <a:ext cx="1518567" cy="478780"/>
          </a:xfrm>
          <a:prstGeom prst="bentConnector3">
            <a:avLst>
              <a:gd name="adj1" fmla="val 100041"/>
            </a:avLst>
          </a:prstGeom>
          <a:noFill/>
          <a:ln w="9525" cap="flat" cmpd="sng">
            <a:solidFill>
              <a:srgbClr val="3D85C6"/>
            </a:solidFill>
            <a:prstDash val="solid"/>
            <a:round/>
            <a:headEnd type="none" w="med" len="med"/>
            <a:tailEnd type="none" w="med" len="med"/>
          </a:ln>
        </p:spPr>
      </p:cxnSp>
      <p:sp>
        <p:nvSpPr>
          <p:cNvPr id="291" name="Google Shape;150;p28">
            <a:extLst>
              <a:ext uri="{FF2B5EF4-FFF2-40B4-BE49-F238E27FC236}">
                <a16:creationId xmlns:a16="http://schemas.microsoft.com/office/drawing/2014/main" id="{C3B3D506-FF04-541F-DC29-13D7E42E8AE6}"/>
              </a:ext>
            </a:extLst>
          </p:cNvPr>
          <p:cNvSpPr/>
          <p:nvPr/>
        </p:nvSpPr>
        <p:spPr>
          <a:xfrm>
            <a:off x="1861537" y="3872125"/>
            <a:ext cx="1334434" cy="526400"/>
          </a:xfrm>
          <a:prstGeom prst="rect">
            <a:avLst/>
          </a:prstGeom>
          <a:solidFill>
            <a:srgbClr val="FFFFFF"/>
          </a:solidFill>
          <a:ln w="25400" cap="flat" cmpd="sng">
            <a:solidFill>
              <a:srgbClr val="4F81BD"/>
            </a:solidFill>
            <a:prstDash val="solid"/>
            <a:round/>
            <a:headEnd type="none" w="sm" len="sm"/>
            <a:tailEnd type="none" w="sm" len="sm"/>
          </a:ln>
        </p:spPr>
        <p:txBody>
          <a:bodyPr spcFirstLastPara="1" wrap="square" lIns="107269" tIns="53620" rIns="107269" bIns="53620" anchor="ctr" anchorCtr="0">
            <a:noAutofit/>
          </a:bodyPr>
          <a:lstStyle/>
          <a:p>
            <a:pPr marL="0" marR="0" lvl="0" indent="0" algn="ctr" defTabSz="914400" eaLnBrk="1" fontAlgn="auto" latinLnBrk="0" hangingPunct="1">
              <a:lnSpc>
                <a:spcPct val="100000"/>
              </a:lnSpc>
              <a:spcBef>
                <a:spcPts val="0"/>
              </a:spcBef>
              <a:spcAft>
                <a:spcPts val="0"/>
              </a:spcAft>
              <a:buClr>
                <a:srgbClr val="000000"/>
              </a:buClr>
              <a:buSzTx/>
              <a:buFont typeface="Arial"/>
              <a:buNone/>
              <a:tabLst/>
              <a:defRPr/>
            </a:pPr>
            <a:r>
              <a:rPr lang="en-US" kern="0" noProof="1">
                <a:solidFill>
                  <a:srgbClr val="000000"/>
                </a:solidFill>
                <a:latin typeface="Calibri" panose="020F0502020204030204" pitchFamily="34" charset="0"/>
                <a:ea typeface="Calibri"/>
                <a:cs typeface="Calibri" panose="020F0502020204030204" pitchFamily="34" charset="0"/>
                <a:sym typeface="Calibri"/>
              </a:rPr>
              <a:t>Technical</a:t>
            </a:r>
            <a:endParaRPr kumimoji="0" lang="en-US" b="0" i="0" u="none" strike="noStrike" kern="0" cap="none" spc="0" normalizeH="0" baseline="0" noProof="1">
              <a:ln>
                <a:noFill/>
              </a:ln>
              <a:solidFill>
                <a:srgbClr val="000000"/>
              </a:solidFill>
              <a:effectLst/>
              <a:uLnTx/>
              <a:uFillTx/>
              <a:latin typeface="Calibri" panose="020F0502020204030204" pitchFamily="34" charset="0"/>
              <a:ea typeface="Calibri"/>
              <a:cs typeface="Calibri" panose="020F0502020204030204" pitchFamily="34" charset="0"/>
              <a:sym typeface="Calibri"/>
            </a:endParaRPr>
          </a:p>
        </p:txBody>
      </p:sp>
      <p:sp>
        <p:nvSpPr>
          <p:cNvPr id="292" name="Google Shape;150;p28">
            <a:extLst>
              <a:ext uri="{FF2B5EF4-FFF2-40B4-BE49-F238E27FC236}">
                <a16:creationId xmlns:a16="http://schemas.microsoft.com/office/drawing/2014/main" id="{BE8F61D5-5E31-1A1D-EA50-57AFBE202C48}"/>
              </a:ext>
            </a:extLst>
          </p:cNvPr>
          <p:cNvSpPr/>
          <p:nvPr/>
        </p:nvSpPr>
        <p:spPr>
          <a:xfrm>
            <a:off x="2157810" y="2037986"/>
            <a:ext cx="1334434" cy="526400"/>
          </a:xfrm>
          <a:prstGeom prst="rect">
            <a:avLst/>
          </a:prstGeom>
          <a:solidFill>
            <a:srgbClr val="FFFFFF"/>
          </a:solidFill>
          <a:ln w="25400" cap="flat" cmpd="sng">
            <a:solidFill>
              <a:srgbClr val="4F81BD"/>
            </a:solidFill>
            <a:prstDash val="solid"/>
            <a:round/>
            <a:headEnd type="none" w="sm" len="sm"/>
            <a:tailEnd type="none" w="sm" len="sm"/>
          </a:ln>
        </p:spPr>
        <p:txBody>
          <a:bodyPr spcFirstLastPara="1" wrap="square" lIns="107269" tIns="53620" rIns="107269" bIns="53620" anchor="ctr" anchorCtr="0">
            <a:noAutofit/>
          </a:bodyPr>
          <a:lstStyle/>
          <a:p>
            <a:pPr marL="0" marR="0" lvl="0" indent="0" algn="ctr" defTabSz="914400" eaLnBrk="1" fontAlgn="auto" latinLnBrk="0" hangingPunct="1">
              <a:lnSpc>
                <a:spcPct val="100000"/>
              </a:lnSpc>
              <a:spcBef>
                <a:spcPts val="0"/>
              </a:spcBef>
              <a:spcAft>
                <a:spcPts val="0"/>
              </a:spcAft>
              <a:buClr>
                <a:srgbClr val="000000"/>
              </a:buClr>
              <a:buSzTx/>
              <a:buFont typeface="Arial"/>
              <a:buNone/>
              <a:tabLst/>
              <a:defRPr/>
            </a:pPr>
            <a:r>
              <a:rPr lang="en-US" kern="0" noProof="1">
                <a:solidFill>
                  <a:srgbClr val="000000"/>
                </a:solidFill>
                <a:latin typeface="Calibri" panose="020F0502020204030204" pitchFamily="34" charset="0"/>
                <a:ea typeface="Calibri"/>
                <a:cs typeface="Calibri" panose="020F0502020204030204" pitchFamily="34" charset="0"/>
                <a:sym typeface="Calibri"/>
              </a:rPr>
              <a:t>Admin</a:t>
            </a:r>
            <a:endParaRPr kumimoji="0" lang="en-US" b="0" i="0" u="none" strike="noStrike" kern="0" cap="none" spc="0" normalizeH="0" baseline="0" noProof="1">
              <a:ln>
                <a:noFill/>
              </a:ln>
              <a:solidFill>
                <a:srgbClr val="000000"/>
              </a:solidFill>
              <a:effectLst/>
              <a:uLnTx/>
              <a:uFillTx/>
              <a:latin typeface="Calibri" panose="020F0502020204030204" pitchFamily="34" charset="0"/>
              <a:ea typeface="Calibri"/>
              <a:cs typeface="Calibri" panose="020F0502020204030204" pitchFamily="34" charset="0"/>
              <a:sym typeface="Calibri"/>
            </a:endParaRPr>
          </a:p>
        </p:txBody>
      </p:sp>
      <p:cxnSp>
        <p:nvCxnSpPr>
          <p:cNvPr id="305" name="Google Shape;166;p28">
            <a:extLst>
              <a:ext uri="{FF2B5EF4-FFF2-40B4-BE49-F238E27FC236}">
                <a16:creationId xmlns:a16="http://schemas.microsoft.com/office/drawing/2014/main" id="{A5BE847B-1C42-389A-B5E4-EAE9EF6A03E4}"/>
              </a:ext>
            </a:extLst>
          </p:cNvPr>
          <p:cNvCxnSpPr>
            <a:cxnSpLocks/>
            <a:stCxn id="198" idx="3"/>
          </p:cNvCxnSpPr>
          <p:nvPr/>
        </p:nvCxnSpPr>
        <p:spPr>
          <a:xfrm flipV="1">
            <a:off x="4452719" y="4955312"/>
            <a:ext cx="4515570" cy="184835"/>
          </a:xfrm>
          <a:prstGeom prst="bentConnector3">
            <a:avLst>
              <a:gd name="adj1" fmla="val 50000"/>
            </a:avLst>
          </a:prstGeom>
          <a:noFill/>
          <a:ln w="9525" cap="flat" cmpd="sng">
            <a:solidFill>
              <a:srgbClr val="3D85C6"/>
            </a:solidFill>
            <a:prstDash val="solid"/>
            <a:round/>
            <a:headEnd type="none" w="med" len="med"/>
            <a:tailEnd type="none" w="med" len="med"/>
          </a:ln>
        </p:spPr>
      </p:cxnSp>
      <p:cxnSp>
        <p:nvCxnSpPr>
          <p:cNvPr id="328" name="Elbow Connector 327">
            <a:extLst>
              <a:ext uri="{FF2B5EF4-FFF2-40B4-BE49-F238E27FC236}">
                <a16:creationId xmlns:a16="http://schemas.microsoft.com/office/drawing/2014/main" id="{234481AF-3C8F-44DD-BEBD-2F9861968671}"/>
              </a:ext>
            </a:extLst>
          </p:cNvPr>
          <p:cNvCxnSpPr>
            <a:cxnSpLocks/>
            <a:stCxn id="292" idx="1"/>
            <a:endCxn id="43" idx="3"/>
          </p:cNvCxnSpPr>
          <p:nvPr/>
        </p:nvCxnSpPr>
        <p:spPr>
          <a:xfrm rot="10800000" flipV="1">
            <a:off x="1435396" y="2301185"/>
            <a:ext cx="722414" cy="305327"/>
          </a:xfrm>
          <a:prstGeom prst="bentConnector3">
            <a:avLst>
              <a:gd name="adj1" fmla="val 70956"/>
            </a:avLst>
          </a:prstGeom>
          <a:ln w="9525">
            <a:solidFill>
              <a:schemeClr val="accent1"/>
            </a:solidFill>
            <a:tailEnd type="triangle"/>
          </a:ln>
        </p:spPr>
        <p:style>
          <a:lnRef idx="2">
            <a:schemeClr val="accent1"/>
          </a:lnRef>
          <a:fillRef idx="0">
            <a:schemeClr val="accent1"/>
          </a:fillRef>
          <a:effectRef idx="1">
            <a:schemeClr val="accent1"/>
          </a:effectRef>
          <a:fontRef idx="minor">
            <a:schemeClr val="tx1"/>
          </a:fontRef>
        </p:style>
      </p:cxnSp>
      <p:cxnSp>
        <p:nvCxnSpPr>
          <p:cNvPr id="336" name="Elbow Connector 335">
            <a:extLst>
              <a:ext uri="{FF2B5EF4-FFF2-40B4-BE49-F238E27FC236}">
                <a16:creationId xmlns:a16="http://schemas.microsoft.com/office/drawing/2014/main" id="{0A99EE1C-245F-82C7-8421-99320E8C6393}"/>
              </a:ext>
            </a:extLst>
          </p:cNvPr>
          <p:cNvCxnSpPr>
            <a:cxnSpLocks/>
            <a:stCxn id="291" idx="1"/>
            <a:endCxn id="43" idx="3"/>
          </p:cNvCxnSpPr>
          <p:nvPr/>
        </p:nvCxnSpPr>
        <p:spPr>
          <a:xfrm rot="10800000">
            <a:off x="1435397" y="2606513"/>
            <a:ext cx="426141" cy="1528812"/>
          </a:xfrm>
          <a:prstGeom prst="bentConnector3">
            <a:avLst/>
          </a:prstGeom>
          <a:ln w="9525">
            <a:solidFill>
              <a:schemeClr val="accent1"/>
            </a:solidFill>
            <a:tailEnd type="triangle"/>
          </a:ln>
        </p:spPr>
        <p:style>
          <a:lnRef idx="2">
            <a:schemeClr val="accent1"/>
          </a:lnRef>
          <a:fillRef idx="0">
            <a:schemeClr val="accent1"/>
          </a:fillRef>
          <a:effectRef idx="1">
            <a:schemeClr val="accent1"/>
          </a:effectRef>
          <a:fontRef idx="minor">
            <a:schemeClr val="tx1"/>
          </a:fontRef>
        </p:style>
      </p:cxnSp>
      <p:sp>
        <p:nvSpPr>
          <p:cNvPr id="340" name="Google Shape;165;p28">
            <a:extLst>
              <a:ext uri="{FF2B5EF4-FFF2-40B4-BE49-F238E27FC236}">
                <a16:creationId xmlns:a16="http://schemas.microsoft.com/office/drawing/2014/main" id="{580EBAE8-606D-C35C-A073-0D48908A8D5B}"/>
              </a:ext>
            </a:extLst>
          </p:cNvPr>
          <p:cNvSpPr txBox="1"/>
          <p:nvPr/>
        </p:nvSpPr>
        <p:spPr>
          <a:xfrm>
            <a:off x="1593497" y="2455469"/>
            <a:ext cx="538219" cy="307600"/>
          </a:xfrm>
          <a:prstGeom prst="rect">
            <a:avLst/>
          </a:prstGeom>
          <a:noFill/>
          <a:ln>
            <a:noFill/>
          </a:ln>
        </p:spPr>
        <p:txBody>
          <a:bodyPr spcFirstLastPara="1" wrap="square" lIns="107269" tIns="53620" rIns="107269" bIns="53620" anchor="t" anchorCtr="0">
            <a:noAutofit/>
          </a:bodyPr>
          <a:lstStyle/>
          <a:p>
            <a:pPr algn="ctr">
              <a:buClr>
                <a:srgbClr val="000000"/>
              </a:buClr>
              <a:buFont typeface="Arial"/>
              <a:buNone/>
            </a:pPr>
            <a:r>
              <a:rPr lang="en-US" sz="1400" kern="0" noProof="1">
                <a:solidFill>
                  <a:srgbClr val="000000"/>
                </a:solidFill>
                <a:latin typeface="Calibri" panose="020F0502020204030204" pitchFamily="34" charset="0"/>
                <a:ea typeface="Calibri"/>
                <a:cs typeface="Calibri" panose="020F0502020204030204" pitchFamily="34" charset="0"/>
                <a:sym typeface="Calibri"/>
              </a:rPr>
              <a:t>(t,e)</a:t>
            </a:r>
          </a:p>
        </p:txBody>
      </p:sp>
    </p:spTree>
    <p:extLst>
      <p:ext uri="{BB962C8B-B14F-4D97-AF65-F5344CB8AC3E}">
        <p14:creationId xmlns:p14="http://schemas.microsoft.com/office/powerpoint/2010/main" val="3229531080"/>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AE0742F-C20C-10D2-A04D-B26377053CC2}"/>
            </a:ext>
          </a:extLst>
        </p:cNvPr>
        <p:cNvGrpSpPr/>
        <p:nvPr/>
      </p:nvGrpSpPr>
      <p:grpSpPr>
        <a:xfrm>
          <a:off x="0" y="0"/>
          <a:ext cx="0" cy="0"/>
          <a:chOff x="0" y="0"/>
          <a:chExt cx="0" cy="0"/>
        </a:xfrm>
      </p:grpSpPr>
      <p:sp>
        <p:nvSpPr>
          <p:cNvPr id="4" name="Google Shape;135;p26">
            <a:extLst>
              <a:ext uri="{FF2B5EF4-FFF2-40B4-BE49-F238E27FC236}">
                <a16:creationId xmlns:a16="http://schemas.microsoft.com/office/drawing/2014/main" id="{EFA8609B-0910-2CD3-8B6C-35646D91F0C5}"/>
              </a:ext>
            </a:extLst>
          </p:cNvPr>
          <p:cNvSpPr txBox="1">
            <a:spLocks/>
          </p:cNvSpPr>
          <p:nvPr/>
        </p:nvSpPr>
        <p:spPr>
          <a:xfrm>
            <a:off x="426631" y="258833"/>
            <a:ext cx="11338737" cy="1143000"/>
          </a:xfrm>
          <a:prstGeom prst="rect">
            <a:avLst/>
          </a:prstGeom>
          <a:noFill/>
          <a:ln>
            <a:noFill/>
          </a:ln>
        </p:spPr>
        <p:txBody>
          <a:bodyPr spcFirstLastPara="1" wrap="square" lIns="107269" tIns="53620" rIns="107269" bIns="53620" anchor="ctr" anchorCtr="0">
            <a:noAutofit/>
          </a:bodyPr>
          <a:lstStyle>
            <a:defPPr marR="0" lvl="0" algn="l" rtl="0">
              <a:lnSpc>
                <a:spcPct val="100000"/>
              </a:lnSpc>
              <a:spcBef>
                <a:spcPts val="0"/>
              </a:spcBef>
              <a:spcAft>
                <a:spcPts val="0"/>
              </a:spcAft>
            </a:defPPr>
            <a:lvl1pPr marR="0" lvl="0" algn="ctr" rtl="0">
              <a:lnSpc>
                <a:spcPct val="100000"/>
              </a:lnSpc>
              <a:spcBef>
                <a:spcPts val="0"/>
              </a:spcBef>
              <a:spcAft>
                <a:spcPts val="0"/>
              </a:spcAft>
              <a:buClr>
                <a:schemeClr val="dk1"/>
              </a:buClr>
              <a:buSzPts val="1800"/>
              <a:buFont typeface="Calibri"/>
              <a:buNone/>
              <a:defRPr sz="44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9pPr>
          </a:lstStyle>
          <a:p>
            <a:r>
              <a:rPr lang="en-US" noProof="1"/>
              <a:t>Database schema</a:t>
            </a:r>
          </a:p>
        </p:txBody>
      </p:sp>
      <p:sp>
        <p:nvSpPr>
          <p:cNvPr id="5" name="Google Shape;136;p26">
            <a:extLst>
              <a:ext uri="{FF2B5EF4-FFF2-40B4-BE49-F238E27FC236}">
                <a16:creationId xmlns:a16="http://schemas.microsoft.com/office/drawing/2014/main" id="{523D56CD-12A3-7DEC-8BD1-CC6A3CA0C008}"/>
              </a:ext>
            </a:extLst>
          </p:cNvPr>
          <p:cNvSpPr txBox="1">
            <a:spLocks/>
          </p:cNvSpPr>
          <p:nvPr/>
        </p:nvSpPr>
        <p:spPr>
          <a:xfrm>
            <a:off x="426631" y="1401833"/>
            <a:ext cx="11338736" cy="5331476"/>
          </a:xfrm>
          <a:prstGeom prst="rect">
            <a:avLst/>
          </a:prstGeom>
          <a:noFill/>
          <a:ln>
            <a:noFill/>
          </a:ln>
        </p:spPr>
        <p:txBody>
          <a:bodyPr spcFirstLastPara="1" wrap="square" lIns="107269" tIns="53620" rIns="107269" bIns="53620" anchor="t" anchorCtr="0">
            <a:noAutofit/>
          </a:bodyPr>
          <a:lstStyle>
            <a:defPPr marR="0" lvl="0" algn="l" rtl="0">
              <a:lnSpc>
                <a:spcPct val="100000"/>
              </a:lnSpc>
              <a:spcBef>
                <a:spcPts val="0"/>
              </a:spcBef>
              <a:spcAft>
                <a:spcPts val="0"/>
              </a:spcAft>
            </a:defPPr>
            <a:lvl1pPr marL="536433" marR="0" lvl="0" indent="-402325" algn="l" rtl="0">
              <a:lnSpc>
                <a:spcPct val="100000"/>
              </a:lnSpc>
              <a:spcBef>
                <a:spcPts val="422"/>
              </a:spcBef>
              <a:spcAft>
                <a:spcPts val="0"/>
              </a:spcAft>
              <a:buClr>
                <a:schemeClr val="dk1"/>
              </a:buClr>
              <a:buSzPts val="1800"/>
              <a:buFont typeface="Arial"/>
              <a:buChar char="•"/>
              <a:defRPr sz="3200" b="0" i="0" u="none" strike="noStrike" cap="none">
                <a:solidFill>
                  <a:schemeClr val="dk1"/>
                </a:solidFill>
                <a:latin typeface="Calibri"/>
                <a:ea typeface="Calibri"/>
                <a:cs typeface="Calibri"/>
                <a:sym typeface="Calibri"/>
              </a:defRPr>
            </a:lvl1pPr>
            <a:lvl2pPr marL="1072866" marR="0" lvl="1" indent="-402325" algn="l" rtl="0">
              <a:lnSpc>
                <a:spcPct val="100000"/>
              </a:lnSpc>
              <a:spcBef>
                <a:spcPts val="422"/>
              </a:spcBef>
              <a:spcAft>
                <a:spcPts val="0"/>
              </a:spcAft>
              <a:buClr>
                <a:schemeClr val="dk1"/>
              </a:buClr>
              <a:buSzPts val="1800"/>
              <a:buFont typeface="Arial"/>
              <a:buChar char="–"/>
              <a:defRPr sz="2800" b="0" i="0" u="none" strike="noStrike" cap="none">
                <a:solidFill>
                  <a:schemeClr val="dk1"/>
                </a:solidFill>
                <a:latin typeface="Calibri"/>
                <a:ea typeface="Calibri"/>
                <a:cs typeface="Calibri"/>
                <a:sym typeface="Calibri"/>
              </a:defRPr>
            </a:lvl2pPr>
            <a:lvl3pPr marL="1609298" marR="0" lvl="2" indent="-402325" algn="l" rtl="0">
              <a:lnSpc>
                <a:spcPct val="100000"/>
              </a:lnSpc>
              <a:spcBef>
                <a:spcPts val="422"/>
              </a:spcBef>
              <a:spcAft>
                <a:spcPts val="0"/>
              </a:spcAft>
              <a:buClr>
                <a:schemeClr val="dk1"/>
              </a:buClr>
              <a:buSzPts val="1800"/>
              <a:buFont typeface="Arial"/>
              <a:buChar char="•"/>
              <a:defRPr sz="2400" b="0" i="0" u="none" strike="noStrike" cap="none">
                <a:solidFill>
                  <a:schemeClr val="dk1"/>
                </a:solidFill>
                <a:latin typeface="Calibri"/>
                <a:ea typeface="Calibri"/>
                <a:cs typeface="Calibri"/>
                <a:sym typeface="Calibri"/>
              </a:defRPr>
            </a:lvl3pPr>
            <a:lvl4pPr marL="2145731" marR="0" lvl="3"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4pPr>
            <a:lvl5pPr marL="2682164" marR="0" lvl="4"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5pPr>
            <a:lvl6pPr marL="3218597" marR="0" lvl="5"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6pPr>
            <a:lvl7pPr marL="3755029" marR="0" lvl="6"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7pPr>
            <a:lvl8pPr marL="4291462" marR="0" lvl="7"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8pPr>
            <a:lvl9pPr marL="4827895" marR="0" lvl="8"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9pPr>
          </a:lstStyle>
          <a:p>
            <a:pPr marL="0" indent="0" algn="just">
              <a:spcBef>
                <a:spcPts val="0"/>
              </a:spcBef>
              <a:spcAft>
                <a:spcPts val="1173"/>
              </a:spcAft>
              <a:buClr>
                <a:srgbClr val="000000"/>
              </a:buClr>
              <a:buSzPts val="1100"/>
              <a:buNone/>
            </a:pPr>
            <a:endParaRPr lang="en-US" sz="1500" kern="0" noProof="1">
              <a:solidFill>
                <a:srgbClr val="00B0F0"/>
              </a:solidFill>
            </a:endParaRPr>
          </a:p>
        </p:txBody>
      </p:sp>
    </p:spTree>
    <p:extLst>
      <p:ext uri="{BB962C8B-B14F-4D97-AF65-F5344CB8AC3E}">
        <p14:creationId xmlns:p14="http://schemas.microsoft.com/office/powerpoint/2010/main" val="2550135830"/>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9DE3899-CEEF-C760-A092-B8573618E788}"/>
            </a:ext>
          </a:extLst>
        </p:cNvPr>
        <p:cNvGrpSpPr/>
        <p:nvPr/>
      </p:nvGrpSpPr>
      <p:grpSpPr>
        <a:xfrm>
          <a:off x="0" y="0"/>
          <a:ext cx="0" cy="0"/>
          <a:chOff x="0" y="0"/>
          <a:chExt cx="0" cy="0"/>
        </a:xfrm>
      </p:grpSpPr>
      <p:sp>
        <p:nvSpPr>
          <p:cNvPr id="4" name="Google Shape;135;p26">
            <a:extLst>
              <a:ext uri="{FF2B5EF4-FFF2-40B4-BE49-F238E27FC236}">
                <a16:creationId xmlns:a16="http://schemas.microsoft.com/office/drawing/2014/main" id="{3CC680FE-3F17-AC92-6A01-8CD3136D7FC3}"/>
              </a:ext>
            </a:extLst>
          </p:cNvPr>
          <p:cNvSpPr txBox="1">
            <a:spLocks/>
          </p:cNvSpPr>
          <p:nvPr/>
        </p:nvSpPr>
        <p:spPr>
          <a:xfrm>
            <a:off x="426631" y="258833"/>
            <a:ext cx="11338737" cy="1143000"/>
          </a:xfrm>
          <a:prstGeom prst="rect">
            <a:avLst/>
          </a:prstGeom>
          <a:noFill/>
          <a:ln>
            <a:noFill/>
          </a:ln>
        </p:spPr>
        <p:txBody>
          <a:bodyPr spcFirstLastPara="1" wrap="square" lIns="107269" tIns="53620" rIns="107269" bIns="53620" anchor="ctr" anchorCtr="0">
            <a:noAutofit/>
          </a:bodyPr>
          <a:lstStyle>
            <a:defPPr marR="0" lvl="0" algn="l" rtl="0">
              <a:lnSpc>
                <a:spcPct val="100000"/>
              </a:lnSpc>
              <a:spcBef>
                <a:spcPts val="0"/>
              </a:spcBef>
              <a:spcAft>
                <a:spcPts val="0"/>
              </a:spcAft>
            </a:defPPr>
            <a:lvl1pPr marR="0" lvl="0" algn="ctr" rtl="0">
              <a:lnSpc>
                <a:spcPct val="100000"/>
              </a:lnSpc>
              <a:spcBef>
                <a:spcPts val="0"/>
              </a:spcBef>
              <a:spcAft>
                <a:spcPts val="0"/>
              </a:spcAft>
              <a:buClr>
                <a:schemeClr val="dk1"/>
              </a:buClr>
              <a:buSzPts val="1800"/>
              <a:buFont typeface="Calibri"/>
              <a:buNone/>
              <a:defRPr sz="44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9pPr>
          </a:lstStyle>
          <a:p>
            <a:r>
              <a:rPr lang="en-US" noProof="1"/>
              <a:t>Database schema</a:t>
            </a:r>
          </a:p>
        </p:txBody>
      </p:sp>
      <p:sp>
        <p:nvSpPr>
          <p:cNvPr id="5" name="Google Shape;136;p26">
            <a:extLst>
              <a:ext uri="{FF2B5EF4-FFF2-40B4-BE49-F238E27FC236}">
                <a16:creationId xmlns:a16="http://schemas.microsoft.com/office/drawing/2014/main" id="{B4A7F727-0058-CD2E-9FCC-8695A255221F}"/>
              </a:ext>
            </a:extLst>
          </p:cNvPr>
          <p:cNvSpPr txBox="1">
            <a:spLocks/>
          </p:cNvSpPr>
          <p:nvPr/>
        </p:nvSpPr>
        <p:spPr>
          <a:xfrm>
            <a:off x="426631" y="1401833"/>
            <a:ext cx="11338736" cy="5331476"/>
          </a:xfrm>
          <a:prstGeom prst="rect">
            <a:avLst/>
          </a:prstGeom>
          <a:noFill/>
          <a:ln>
            <a:noFill/>
          </a:ln>
        </p:spPr>
        <p:txBody>
          <a:bodyPr spcFirstLastPara="1" wrap="square" lIns="107269" tIns="53620" rIns="107269" bIns="53620" anchor="t" anchorCtr="0">
            <a:noAutofit/>
          </a:bodyPr>
          <a:lstStyle>
            <a:defPPr marR="0" lvl="0" algn="l" rtl="0">
              <a:lnSpc>
                <a:spcPct val="100000"/>
              </a:lnSpc>
              <a:spcBef>
                <a:spcPts val="0"/>
              </a:spcBef>
              <a:spcAft>
                <a:spcPts val="0"/>
              </a:spcAft>
            </a:defPPr>
            <a:lvl1pPr marL="536433" marR="0" lvl="0" indent="-402325" algn="l" rtl="0">
              <a:lnSpc>
                <a:spcPct val="100000"/>
              </a:lnSpc>
              <a:spcBef>
                <a:spcPts val="422"/>
              </a:spcBef>
              <a:spcAft>
                <a:spcPts val="0"/>
              </a:spcAft>
              <a:buClr>
                <a:schemeClr val="dk1"/>
              </a:buClr>
              <a:buSzPts val="1800"/>
              <a:buFont typeface="Arial"/>
              <a:buChar char="•"/>
              <a:defRPr sz="3200" b="0" i="0" u="none" strike="noStrike" cap="none">
                <a:solidFill>
                  <a:schemeClr val="dk1"/>
                </a:solidFill>
                <a:latin typeface="Calibri"/>
                <a:ea typeface="Calibri"/>
                <a:cs typeface="Calibri"/>
                <a:sym typeface="Calibri"/>
              </a:defRPr>
            </a:lvl1pPr>
            <a:lvl2pPr marL="1072866" marR="0" lvl="1" indent="-402325" algn="l" rtl="0">
              <a:lnSpc>
                <a:spcPct val="100000"/>
              </a:lnSpc>
              <a:spcBef>
                <a:spcPts val="422"/>
              </a:spcBef>
              <a:spcAft>
                <a:spcPts val="0"/>
              </a:spcAft>
              <a:buClr>
                <a:schemeClr val="dk1"/>
              </a:buClr>
              <a:buSzPts val="1800"/>
              <a:buFont typeface="Arial"/>
              <a:buChar char="–"/>
              <a:defRPr sz="2800" b="0" i="0" u="none" strike="noStrike" cap="none">
                <a:solidFill>
                  <a:schemeClr val="dk1"/>
                </a:solidFill>
                <a:latin typeface="Calibri"/>
                <a:ea typeface="Calibri"/>
                <a:cs typeface="Calibri"/>
                <a:sym typeface="Calibri"/>
              </a:defRPr>
            </a:lvl2pPr>
            <a:lvl3pPr marL="1609298" marR="0" lvl="2" indent="-402325" algn="l" rtl="0">
              <a:lnSpc>
                <a:spcPct val="100000"/>
              </a:lnSpc>
              <a:spcBef>
                <a:spcPts val="422"/>
              </a:spcBef>
              <a:spcAft>
                <a:spcPts val="0"/>
              </a:spcAft>
              <a:buClr>
                <a:schemeClr val="dk1"/>
              </a:buClr>
              <a:buSzPts val="1800"/>
              <a:buFont typeface="Arial"/>
              <a:buChar char="•"/>
              <a:defRPr sz="2400" b="0" i="0" u="none" strike="noStrike" cap="none">
                <a:solidFill>
                  <a:schemeClr val="dk1"/>
                </a:solidFill>
                <a:latin typeface="Calibri"/>
                <a:ea typeface="Calibri"/>
                <a:cs typeface="Calibri"/>
                <a:sym typeface="Calibri"/>
              </a:defRPr>
            </a:lvl3pPr>
            <a:lvl4pPr marL="2145731" marR="0" lvl="3"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4pPr>
            <a:lvl5pPr marL="2682164" marR="0" lvl="4"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5pPr>
            <a:lvl6pPr marL="3218597" marR="0" lvl="5"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6pPr>
            <a:lvl7pPr marL="3755029" marR="0" lvl="6"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7pPr>
            <a:lvl8pPr marL="4291462" marR="0" lvl="7"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8pPr>
            <a:lvl9pPr marL="4827895" marR="0" lvl="8"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9pPr>
          </a:lstStyle>
          <a:p>
            <a:pPr marL="0" indent="0" algn="just">
              <a:spcBef>
                <a:spcPts val="0"/>
              </a:spcBef>
              <a:spcAft>
                <a:spcPts val="1173"/>
              </a:spcAft>
              <a:buClr>
                <a:srgbClr val="000000"/>
              </a:buClr>
              <a:buSzPts val="1100"/>
              <a:buNone/>
            </a:pPr>
            <a:endParaRPr lang="en-US" sz="1500" kern="0" noProof="1">
              <a:solidFill>
                <a:srgbClr val="00B0F0"/>
              </a:solidFill>
            </a:endParaRPr>
          </a:p>
        </p:txBody>
      </p:sp>
    </p:spTree>
    <p:extLst>
      <p:ext uri="{BB962C8B-B14F-4D97-AF65-F5344CB8AC3E}">
        <p14:creationId xmlns:p14="http://schemas.microsoft.com/office/powerpoint/2010/main" val="1556688219"/>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E04F1DC-4C99-1205-B06A-25992AB73F3D}"/>
            </a:ext>
          </a:extLst>
        </p:cNvPr>
        <p:cNvGrpSpPr/>
        <p:nvPr/>
      </p:nvGrpSpPr>
      <p:grpSpPr>
        <a:xfrm>
          <a:off x="0" y="0"/>
          <a:ext cx="0" cy="0"/>
          <a:chOff x="0" y="0"/>
          <a:chExt cx="0" cy="0"/>
        </a:xfrm>
      </p:grpSpPr>
      <p:sp>
        <p:nvSpPr>
          <p:cNvPr id="4" name="Google Shape;135;p26">
            <a:extLst>
              <a:ext uri="{FF2B5EF4-FFF2-40B4-BE49-F238E27FC236}">
                <a16:creationId xmlns:a16="http://schemas.microsoft.com/office/drawing/2014/main" id="{6CB50491-9225-48B3-4039-2F9B4148445D}"/>
              </a:ext>
            </a:extLst>
          </p:cNvPr>
          <p:cNvSpPr txBox="1">
            <a:spLocks/>
          </p:cNvSpPr>
          <p:nvPr/>
        </p:nvSpPr>
        <p:spPr>
          <a:xfrm>
            <a:off x="426631" y="258833"/>
            <a:ext cx="11338737" cy="1143000"/>
          </a:xfrm>
          <a:prstGeom prst="rect">
            <a:avLst/>
          </a:prstGeom>
          <a:noFill/>
          <a:ln>
            <a:noFill/>
          </a:ln>
        </p:spPr>
        <p:txBody>
          <a:bodyPr spcFirstLastPara="1" wrap="square" lIns="107269" tIns="53620" rIns="107269" bIns="53620" anchor="ctr" anchorCtr="0">
            <a:noAutofit/>
          </a:bodyPr>
          <a:lstStyle>
            <a:defPPr marR="0" lvl="0" algn="l" rtl="0">
              <a:lnSpc>
                <a:spcPct val="100000"/>
              </a:lnSpc>
              <a:spcBef>
                <a:spcPts val="0"/>
              </a:spcBef>
              <a:spcAft>
                <a:spcPts val="0"/>
              </a:spcAft>
            </a:defPPr>
            <a:lvl1pPr marR="0" lvl="0" algn="ctr" rtl="0">
              <a:lnSpc>
                <a:spcPct val="100000"/>
              </a:lnSpc>
              <a:spcBef>
                <a:spcPts val="0"/>
              </a:spcBef>
              <a:spcAft>
                <a:spcPts val="0"/>
              </a:spcAft>
              <a:buClr>
                <a:schemeClr val="dk1"/>
              </a:buClr>
              <a:buSzPts val="1800"/>
              <a:buFont typeface="Calibri"/>
              <a:buNone/>
              <a:defRPr sz="44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9pPr>
          </a:lstStyle>
          <a:p>
            <a:r>
              <a:rPr lang="en-US" noProof="1"/>
              <a:t>Database schema</a:t>
            </a:r>
          </a:p>
        </p:txBody>
      </p:sp>
      <p:sp>
        <p:nvSpPr>
          <p:cNvPr id="5" name="Google Shape;136;p26">
            <a:extLst>
              <a:ext uri="{FF2B5EF4-FFF2-40B4-BE49-F238E27FC236}">
                <a16:creationId xmlns:a16="http://schemas.microsoft.com/office/drawing/2014/main" id="{AA9E65FF-7688-E8A5-A2A1-87E107A08B8D}"/>
              </a:ext>
            </a:extLst>
          </p:cNvPr>
          <p:cNvSpPr txBox="1">
            <a:spLocks/>
          </p:cNvSpPr>
          <p:nvPr/>
        </p:nvSpPr>
        <p:spPr>
          <a:xfrm>
            <a:off x="426631" y="1401833"/>
            <a:ext cx="11338736" cy="5331476"/>
          </a:xfrm>
          <a:prstGeom prst="rect">
            <a:avLst/>
          </a:prstGeom>
          <a:noFill/>
          <a:ln>
            <a:noFill/>
          </a:ln>
        </p:spPr>
        <p:txBody>
          <a:bodyPr spcFirstLastPara="1" wrap="square" lIns="107269" tIns="53620" rIns="107269" bIns="53620" anchor="t" anchorCtr="0">
            <a:noAutofit/>
          </a:bodyPr>
          <a:lstStyle>
            <a:defPPr marR="0" lvl="0" algn="l" rtl="0">
              <a:lnSpc>
                <a:spcPct val="100000"/>
              </a:lnSpc>
              <a:spcBef>
                <a:spcPts val="0"/>
              </a:spcBef>
              <a:spcAft>
                <a:spcPts val="0"/>
              </a:spcAft>
            </a:defPPr>
            <a:lvl1pPr marL="536433" marR="0" lvl="0" indent="-402325" algn="l" rtl="0">
              <a:lnSpc>
                <a:spcPct val="100000"/>
              </a:lnSpc>
              <a:spcBef>
                <a:spcPts val="422"/>
              </a:spcBef>
              <a:spcAft>
                <a:spcPts val="0"/>
              </a:spcAft>
              <a:buClr>
                <a:schemeClr val="dk1"/>
              </a:buClr>
              <a:buSzPts val="1800"/>
              <a:buFont typeface="Arial"/>
              <a:buChar char="•"/>
              <a:defRPr sz="3200" b="0" i="0" u="none" strike="noStrike" cap="none">
                <a:solidFill>
                  <a:schemeClr val="dk1"/>
                </a:solidFill>
                <a:latin typeface="Calibri"/>
                <a:ea typeface="Calibri"/>
                <a:cs typeface="Calibri"/>
                <a:sym typeface="Calibri"/>
              </a:defRPr>
            </a:lvl1pPr>
            <a:lvl2pPr marL="1072866" marR="0" lvl="1" indent="-402325" algn="l" rtl="0">
              <a:lnSpc>
                <a:spcPct val="100000"/>
              </a:lnSpc>
              <a:spcBef>
                <a:spcPts val="422"/>
              </a:spcBef>
              <a:spcAft>
                <a:spcPts val="0"/>
              </a:spcAft>
              <a:buClr>
                <a:schemeClr val="dk1"/>
              </a:buClr>
              <a:buSzPts val="1800"/>
              <a:buFont typeface="Arial"/>
              <a:buChar char="–"/>
              <a:defRPr sz="2800" b="0" i="0" u="none" strike="noStrike" cap="none">
                <a:solidFill>
                  <a:schemeClr val="dk1"/>
                </a:solidFill>
                <a:latin typeface="Calibri"/>
                <a:ea typeface="Calibri"/>
                <a:cs typeface="Calibri"/>
                <a:sym typeface="Calibri"/>
              </a:defRPr>
            </a:lvl2pPr>
            <a:lvl3pPr marL="1609298" marR="0" lvl="2" indent="-402325" algn="l" rtl="0">
              <a:lnSpc>
                <a:spcPct val="100000"/>
              </a:lnSpc>
              <a:spcBef>
                <a:spcPts val="422"/>
              </a:spcBef>
              <a:spcAft>
                <a:spcPts val="0"/>
              </a:spcAft>
              <a:buClr>
                <a:schemeClr val="dk1"/>
              </a:buClr>
              <a:buSzPts val="1800"/>
              <a:buFont typeface="Arial"/>
              <a:buChar char="•"/>
              <a:defRPr sz="2400" b="0" i="0" u="none" strike="noStrike" cap="none">
                <a:solidFill>
                  <a:schemeClr val="dk1"/>
                </a:solidFill>
                <a:latin typeface="Calibri"/>
                <a:ea typeface="Calibri"/>
                <a:cs typeface="Calibri"/>
                <a:sym typeface="Calibri"/>
              </a:defRPr>
            </a:lvl3pPr>
            <a:lvl4pPr marL="2145731" marR="0" lvl="3"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4pPr>
            <a:lvl5pPr marL="2682164" marR="0" lvl="4"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5pPr>
            <a:lvl6pPr marL="3218597" marR="0" lvl="5"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6pPr>
            <a:lvl7pPr marL="3755029" marR="0" lvl="6"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7pPr>
            <a:lvl8pPr marL="4291462" marR="0" lvl="7"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8pPr>
            <a:lvl9pPr marL="4827895" marR="0" lvl="8"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9pPr>
          </a:lstStyle>
          <a:p>
            <a:pPr marL="0" indent="0" algn="just">
              <a:spcBef>
                <a:spcPts val="0"/>
              </a:spcBef>
              <a:spcAft>
                <a:spcPts val="1173"/>
              </a:spcAft>
              <a:buClr>
                <a:srgbClr val="000000"/>
              </a:buClr>
              <a:buSzPts val="1100"/>
              <a:buNone/>
            </a:pPr>
            <a:endParaRPr lang="en-US" sz="1500" kern="0" noProof="1">
              <a:solidFill>
                <a:srgbClr val="00B0F0"/>
              </a:solidFill>
            </a:endParaRPr>
          </a:p>
        </p:txBody>
      </p:sp>
    </p:spTree>
    <p:extLst>
      <p:ext uri="{BB962C8B-B14F-4D97-AF65-F5344CB8AC3E}">
        <p14:creationId xmlns:p14="http://schemas.microsoft.com/office/powerpoint/2010/main" val="1236738939"/>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1D774A3-D484-055E-A199-1498F485047E}"/>
            </a:ext>
          </a:extLst>
        </p:cNvPr>
        <p:cNvGrpSpPr/>
        <p:nvPr/>
      </p:nvGrpSpPr>
      <p:grpSpPr>
        <a:xfrm>
          <a:off x="0" y="0"/>
          <a:ext cx="0" cy="0"/>
          <a:chOff x="0" y="0"/>
          <a:chExt cx="0" cy="0"/>
        </a:xfrm>
      </p:grpSpPr>
      <p:sp>
        <p:nvSpPr>
          <p:cNvPr id="4" name="Google Shape;135;p26">
            <a:extLst>
              <a:ext uri="{FF2B5EF4-FFF2-40B4-BE49-F238E27FC236}">
                <a16:creationId xmlns:a16="http://schemas.microsoft.com/office/drawing/2014/main" id="{492B6E1C-34C8-8B52-F62F-1D018D2FD5BE}"/>
              </a:ext>
            </a:extLst>
          </p:cNvPr>
          <p:cNvSpPr txBox="1">
            <a:spLocks/>
          </p:cNvSpPr>
          <p:nvPr/>
        </p:nvSpPr>
        <p:spPr>
          <a:xfrm>
            <a:off x="426631" y="258833"/>
            <a:ext cx="11338737" cy="1143000"/>
          </a:xfrm>
          <a:prstGeom prst="rect">
            <a:avLst/>
          </a:prstGeom>
          <a:noFill/>
          <a:ln>
            <a:noFill/>
          </a:ln>
        </p:spPr>
        <p:txBody>
          <a:bodyPr spcFirstLastPara="1" wrap="square" lIns="107269" tIns="53620" rIns="107269" bIns="53620" anchor="ctr" anchorCtr="0">
            <a:noAutofit/>
          </a:bodyPr>
          <a:lstStyle>
            <a:defPPr marR="0" lvl="0" algn="l" rtl="0">
              <a:lnSpc>
                <a:spcPct val="100000"/>
              </a:lnSpc>
              <a:spcBef>
                <a:spcPts val="0"/>
              </a:spcBef>
              <a:spcAft>
                <a:spcPts val="0"/>
              </a:spcAft>
            </a:defPPr>
            <a:lvl1pPr marR="0" lvl="0" algn="ctr" rtl="0">
              <a:lnSpc>
                <a:spcPct val="100000"/>
              </a:lnSpc>
              <a:spcBef>
                <a:spcPts val="0"/>
              </a:spcBef>
              <a:spcAft>
                <a:spcPts val="0"/>
              </a:spcAft>
              <a:buClr>
                <a:schemeClr val="dk1"/>
              </a:buClr>
              <a:buSzPts val="1800"/>
              <a:buFont typeface="Calibri"/>
              <a:buNone/>
              <a:defRPr sz="44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9pPr>
          </a:lstStyle>
          <a:p>
            <a:r>
              <a:rPr lang="en-US" noProof="1"/>
              <a:t>Analisi dei requisiti applicativi – Amministratore</a:t>
            </a:r>
          </a:p>
        </p:txBody>
      </p:sp>
      <p:sp>
        <p:nvSpPr>
          <p:cNvPr id="5" name="Google Shape;136;p26">
            <a:extLst>
              <a:ext uri="{FF2B5EF4-FFF2-40B4-BE49-F238E27FC236}">
                <a16:creationId xmlns:a16="http://schemas.microsoft.com/office/drawing/2014/main" id="{6FFB5C73-ACEA-6376-5DDB-433C98BEC2ED}"/>
              </a:ext>
            </a:extLst>
          </p:cNvPr>
          <p:cNvSpPr txBox="1">
            <a:spLocks/>
          </p:cNvSpPr>
          <p:nvPr/>
        </p:nvSpPr>
        <p:spPr>
          <a:xfrm>
            <a:off x="426631" y="1401833"/>
            <a:ext cx="11338736" cy="5331476"/>
          </a:xfrm>
          <a:prstGeom prst="rect">
            <a:avLst/>
          </a:prstGeom>
          <a:noFill/>
          <a:ln>
            <a:noFill/>
          </a:ln>
        </p:spPr>
        <p:txBody>
          <a:bodyPr spcFirstLastPara="1" wrap="square" lIns="107269" tIns="53620" rIns="107269" bIns="53620" anchor="t" anchorCtr="0">
            <a:noAutofit/>
          </a:bodyPr>
          <a:lstStyle>
            <a:defPPr marR="0" lvl="0" algn="l" rtl="0">
              <a:lnSpc>
                <a:spcPct val="100000"/>
              </a:lnSpc>
              <a:spcBef>
                <a:spcPts val="0"/>
              </a:spcBef>
              <a:spcAft>
                <a:spcPts val="0"/>
              </a:spcAft>
            </a:defPPr>
            <a:lvl1pPr marL="536433" marR="0" lvl="0" indent="-402325" algn="l" rtl="0">
              <a:lnSpc>
                <a:spcPct val="100000"/>
              </a:lnSpc>
              <a:spcBef>
                <a:spcPts val="422"/>
              </a:spcBef>
              <a:spcAft>
                <a:spcPts val="0"/>
              </a:spcAft>
              <a:buClr>
                <a:schemeClr val="dk1"/>
              </a:buClr>
              <a:buSzPts val="1800"/>
              <a:buFont typeface="Arial"/>
              <a:buChar char="•"/>
              <a:defRPr sz="3200" b="0" i="0" u="none" strike="noStrike" cap="none">
                <a:solidFill>
                  <a:schemeClr val="dk1"/>
                </a:solidFill>
                <a:latin typeface="Calibri"/>
                <a:ea typeface="Calibri"/>
                <a:cs typeface="Calibri"/>
                <a:sym typeface="Calibri"/>
              </a:defRPr>
            </a:lvl1pPr>
            <a:lvl2pPr marL="1072866" marR="0" lvl="1" indent="-402325" algn="l" rtl="0">
              <a:lnSpc>
                <a:spcPct val="100000"/>
              </a:lnSpc>
              <a:spcBef>
                <a:spcPts val="422"/>
              </a:spcBef>
              <a:spcAft>
                <a:spcPts val="0"/>
              </a:spcAft>
              <a:buClr>
                <a:schemeClr val="dk1"/>
              </a:buClr>
              <a:buSzPts val="1800"/>
              <a:buFont typeface="Arial"/>
              <a:buChar char="–"/>
              <a:defRPr sz="2800" b="0" i="0" u="none" strike="noStrike" cap="none">
                <a:solidFill>
                  <a:schemeClr val="dk1"/>
                </a:solidFill>
                <a:latin typeface="Calibri"/>
                <a:ea typeface="Calibri"/>
                <a:cs typeface="Calibri"/>
                <a:sym typeface="Calibri"/>
              </a:defRPr>
            </a:lvl2pPr>
            <a:lvl3pPr marL="1609298" marR="0" lvl="2" indent="-402325" algn="l" rtl="0">
              <a:lnSpc>
                <a:spcPct val="100000"/>
              </a:lnSpc>
              <a:spcBef>
                <a:spcPts val="422"/>
              </a:spcBef>
              <a:spcAft>
                <a:spcPts val="0"/>
              </a:spcAft>
              <a:buClr>
                <a:schemeClr val="dk1"/>
              </a:buClr>
              <a:buSzPts val="1800"/>
              <a:buFont typeface="Arial"/>
              <a:buChar char="•"/>
              <a:defRPr sz="2400" b="0" i="0" u="none" strike="noStrike" cap="none">
                <a:solidFill>
                  <a:schemeClr val="dk1"/>
                </a:solidFill>
                <a:latin typeface="Calibri"/>
                <a:ea typeface="Calibri"/>
                <a:cs typeface="Calibri"/>
                <a:sym typeface="Calibri"/>
              </a:defRPr>
            </a:lvl3pPr>
            <a:lvl4pPr marL="2145731" marR="0" lvl="3"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4pPr>
            <a:lvl5pPr marL="2682164" marR="0" lvl="4"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5pPr>
            <a:lvl6pPr marL="3218597" marR="0" lvl="5"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6pPr>
            <a:lvl7pPr marL="3755029" marR="0" lvl="6"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7pPr>
            <a:lvl8pPr marL="4291462" marR="0" lvl="7"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8pPr>
            <a:lvl9pPr marL="4827895" marR="0" lvl="8"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9pPr>
          </a:lstStyle>
          <a:p>
            <a:pPr marL="0" indent="0" algn="just">
              <a:spcBef>
                <a:spcPts val="0"/>
              </a:spcBef>
              <a:spcAft>
                <a:spcPts val="1173"/>
              </a:spcAft>
              <a:buClr>
                <a:srgbClr val="000000"/>
              </a:buClr>
              <a:buSzPts val="1100"/>
              <a:buNone/>
            </a:pPr>
            <a:r>
              <a:rPr lang="en-US" sz="1500" kern="0" noProof="1">
                <a:solidFill>
                  <a:srgbClr val="00B0F0"/>
                </a:solidFill>
              </a:rPr>
              <a:t>Dopo il lo</a:t>
            </a:r>
            <a:r>
              <a:rPr lang="en-US" sz="1500" kern="0" noProof="1">
                <a:solidFill>
                  <a:srgbClr val="FF0000"/>
                </a:solidFill>
              </a:rPr>
              <a:t>gin</a:t>
            </a:r>
            <a:r>
              <a:rPr lang="en-US" sz="1500" kern="0" noProof="1">
                <a:solidFill>
                  <a:schemeClr val="tx1"/>
                </a:solidFill>
              </a:rPr>
              <a:t>, l’amministratore </a:t>
            </a:r>
            <a:r>
              <a:rPr lang="en-US" sz="1500" kern="0" noProof="1">
                <a:solidFill>
                  <a:srgbClr val="00B0F0"/>
                </a:solidFill>
              </a:rPr>
              <a:t>accede</a:t>
            </a:r>
            <a:r>
              <a:rPr lang="en-US" sz="1500" kern="0" noProof="1">
                <a:solidFill>
                  <a:schemeClr val="tx1"/>
                </a:solidFill>
              </a:rPr>
              <a:t> a una pagina </a:t>
            </a:r>
            <a:r>
              <a:rPr lang="en-US" sz="1500" kern="0" noProof="1">
                <a:solidFill>
                  <a:srgbClr val="FF0000"/>
                </a:solidFill>
              </a:rPr>
              <a:t>HOME AMMINISTRATORE </a:t>
            </a:r>
            <a:r>
              <a:rPr lang="en-US" sz="1500" kern="0" noProof="1">
                <a:solidFill>
                  <a:schemeClr val="tx1"/>
                </a:solidFill>
              </a:rPr>
              <a:t>con una </a:t>
            </a:r>
            <a:r>
              <a:rPr lang="en-US" sz="1500" kern="0" noProof="1">
                <a:solidFill>
                  <a:srgbClr val="00B050"/>
                </a:solidFill>
              </a:rPr>
              <a:t>form</a:t>
            </a:r>
            <a:r>
              <a:rPr lang="en-US" sz="1500" kern="0" noProof="1">
                <a:solidFill>
                  <a:schemeClr val="tx1"/>
                </a:solidFill>
              </a:rPr>
              <a:t> per creare un nuovo progetto. La form per creare un progetto permette di creare un nuovo progetto e di </a:t>
            </a:r>
            <a:r>
              <a:rPr lang="en-US" sz="1500" kern="0" noProof="1">
                <a:solidFill>
                  <a:srgbClr val="00B0F0"/>
                </a:solidFill>
              </a:rPr>
              <a:t>inserire il valore di tutti i suoi attributi </a:t>
            </a:r>
            <a:r>
              <a:rPr lang="en-US" sz="1500" kern="0" noProof="1">
                <a:solidFill>
                  <a:schemeClr val="tx1"/>
                </a:solidFill>
              </a:rPr>
              <a:t>(titolo e  durata in mesi, ad esempio, 24 o 36). Mediante la stessa form, l’amministratore </a:t>
            </a:r>
            <a:r>
              <a:rPr lang="en-US" sz="1500" kern="0" noProof="1">
                <a:solidFill>
                  <a:srgbClr val="00B0F0"/>
                </a:solidFill>
              </a:rPr>
              <a:t>seleziona l'utente </a:t>
            </a:r>
            <a:r>
              <a:rPr lang="en-US" sz="1500" kern="0" noProof="1">
                <a:solidFill>
                  <a:schemeClr val="tx1"/>
                </a:solidFill>
              </a:rPr>
              <a:t>del personale tecnico responsabile del progetto.  </a:t>
            </a:r>
            <a:r>
              <a:rPr lang="en-US" sz="1500" kern="0" noProof="1">
                <a:solidFill>
                  <a:srgbClr val="00B0F0"/>
                </a:solidFill>
              </a:rPr>
              <a:t>L’invio della form </a:t>
            </a:r>
            <a:r>
              <a:rPr lang="en-US" sz="1500" kern="0" noProof="1">
                <a:solidFill>
                  <a:schemeClr val="tx1"/>
                </a:solidFill>
              </a:rPr>
              <a:t>di creazione del progetto mediante il </a:t>
            </a:r>
            <a:r>
              <a:rPr lang="en-US" sz="1500" kern="0" noProof="1">
                <a:solidFill>
                  <a:srgbClr val="00B050"/>
                </a:solidFill>
              </a:rPr>
              <a:t>bottone SALVA PROGETTO </a:t>
            </a:r>
            <a:r>
              <a:rPr lang="en-US" sz="1500" kern="0" noProof="1">
                <a:solidFill>
                  <a:schemeClr val="tx1"/>
                </a:solidFill>
              </a:rPr>
              <a:t>produce </a:t>
            </a:r>
            <a:r>
              <a:rPr lang="en-US" sz="1500" kern="0" noProof="1">
                <a:solidFill>
                  <a:srgbClr val="FFC000"/>
                </a:solidFill>
              </a:rPr>
              <a:t>l’inserimento nella base di </a:t>
            </a:r>
            <a:r>
              <a:rPr lang="en-US" sz="1500" kern="0" noProof="1">
                <a:solidFill>
                  <a:schemeClr val="tx1"/>
                </a:solidFill>
              </a:rPr>
              <a:t>dati del progetto nello stato creato e la sua associazione al responsabile.</a:t>
            </a:r>
          </a:p>
          <a:p>
            <a:pPr marL="0" indent="0" algn="just">
              <a:spcBef>
                <a:spcPts val="0"/>
              </a:spcBef>
              <a:spcAft>
                <a:spcPts val="1173"/>
              </a:spcAft>
              <a:buClr>
                <a:srgbClr val="000000"/>
              </a:buClr>
              <a:buSzPts val="1100"/>
              <a:buNone/>
            </a:pPr>
            <a:r>
              <a:rPr lang="en-US" sz="1500" kern="0" noProof="1">
                <a:solidFill>
                  <a:schemeClr val="tx1"/>
                </a:solidFill>
              </a:rPr>
              <a:t>La pagina HOME contiene una </a:t>
            </a:r>
            <a:r>
              <a:rPr lang="en-US" sz="1500" kern="0" noProof="1">
                <a:solidFill>
                  <a:srgbClr val="00B050"/>
                </a:solidFill>
              </a:rPr>
              <a:t>form</a:t>
            </a:r>
            <a:r>
              <a:rPr lang="en-US" sz="1500" kern="0" noProof="1">
                <a:solidFill>
                  <a:schemeClr val="tx1"/>
                </a:solidFill>
              </a:rPr>
              <a:t> per creare un WP con tutti gli attributi necessari. Tale form permette di </a:t>
            </a:r>
            <a:r>
              <a:rPr lang="en-US" sz="1500" kern="0" noProof="1">
                <a:solidFill>
                  <a:srgbClr val="00B0F0"/>
                </a:solidFill>
              </a:rPr>
              <a:t>selezionare il progetto </a:t>
            </a:r>
            <a:r>
              <a:rPr lang="en-US" sz="1500" kern="0" noProof="1">
                <a:solidFill>
                  <a:schemeClr val="tx1"/>
                </a:solidFill>
              </a:rPr>
              <a:t>a cui il WP appartiene. I progetti assegnabili sono solo quelli nello stato CREATO. </a:t>
            </a:r>
            <a:r>
              <a:rPr lang="en-US" sz="1500" kern="0" noProof="1">
                <a:solidFill>
                  <a:srgbClr val="00B0F0"/>
                </a:solidFill>
              </a:rPr>
              <a:t>L’invio della form </a:t>
            </a:r>
            <a:r>
              <a:rPr lang="en-US" sz="1500" kern="0" noProof="1">
                <a:solidFill>
                  <a:schemeClr val="tx1"/>
                </a:solidFill>
              </a:rPr>
              <a:t>di creazione del WP mediante il </a:t>
            </a:r>
            <a:r>
              <a:rPr lang="en-US" sz="1500" kern="0" noProof="1">
                <a:solidFill>
                  <a:srgbClr val="00B050"/>
                </a:solidFill>
              </a:rPr>
              <a:t>bottone  SALVA WP </a:t>
            </a:r>
            <a:r>
              <a:rPr lang="en-US" sz="1500" kern="0" noProof="1">
                <a:solidFill>
                  <a:srgbClr val="FFC000"/>
                </a:solidFill>
              </a:rPr>
              <a:t>produce l’inserimento del WP nella base di dati </a:t>
            </a:r>
            <a:r>
              <a:rPr lang="en-US" sz="1500" kern="0" noProof="1">
                <a:solidFill>
                  <a:schemeClr val="tx1"/>
                </a:solidFill>
              </a:rPr>
              <a:t>e la sua associazione al progetto scelto. Il numero d’ordine di un WP è assegnato in modo automatico a partire dall’ultimo valore inserito (il primo WP ha numero d’ordine 1). Se il mese di inizio o di fine di un WP non risulta contenuto nell’intervallo del progetto si produce un </a:t>
            </a:r>
            <a:r>
              <a:rPr lang="en-US" sz="1500" kern="0" noProof="1">
                <a:solidFill>
                  <a:srgbClr val="FFC000"/>
                </a:solidFill>
              </a:rPr>
              <a:t>errore e l’inserimento fallisce</a:t>
            </a:r>
            <a:r>
              <a:rPr lang="en-US" sz="1500" kern="0" noProof="1">
                <a:solidFill>
                  <a:schemeClr val="tx1"/>
                </a:solidFill>
              </a:rPr>
              <a:t>.</a:t>
            </a:r>
          </a:p>
          <a:p>
            <a:pPr marL="0" indent="0" algn="just">
              <a:spcBef>
                <a:spcPts val="0"/>
              </a:spcBef>
              <a:spcAft>
                <a:spcPts val="1173"/>
              </a:spcAft>
              <a:buClr>
                <a:srgbClr val="000000"/>
              </a:buClr>
              <a:buSzPts val="1100"/>
              <a:buNone/>
            </a:pPr>
            <a:r>
              <a:rPr lang="en-US" sz="1500" kern="0" noProof="1">
                <a:solidFill>
                  <a:schemeClr val="tx1"/>
                </a:solidFill>
              </a:rPr>
              <a:t>La pagina HOME contiene una </a:t>
            </a:r>
            <a:r>
              <a:rPr lang="en-US" sz="1500" kern="0" noProof="1">
                <a:solidFill>
                  <a:srgbClr val="00B050"/>
                </a:solidFill>
              </a:rPr>
              <a:t>form</a:t>
            </a:r>
            <a:r>
              <a:rPr lang="en-US" sz="1500" kern="0" noProof="1">
                <a:solidFill>
                  <a:schemeClr val="tx1"/>
                </a:solidFill>
              </a:rPr>
              <a:t> per creare task. Tale form permette di </a:t>
            </a:r>
            <a:r>
              <a:rPr lang="en-US" sz="1500" kern="0" noProof="1">
                <a:solidFill>
                  <a:srgbClr val="00B0F0"/>
                </a:solidFill>
              </a:rPr>
              <a:t>selezionare il progetto e il WP </a:t>
            </a:r>
            <a:r>
              <a:rPr lang="en-US" sz="1500" kern="0" noProof="1">
                <a:solidFill>
                  <a:schemeClr val="tx1"/>
                </a:solidFill>
              </a:rPr>
              <a:t>a cui il task appartiene.  I progetti selezionabili sono solo quelli nello stato creato e amministrati dall’utente. </a:t>
            </a:r>
            <a:r>
              <a:rPr lang="en-US" sz="1500" kern="0" noProof="1">
                <a:solidFill>
                  <a:srgbClr val="00B0F0"/>
                </a:solidFill>
              </a:rPr>
              <a:t>L’invio della form </a:t>
            </a:r>
            <a:r>
              <a:rPr lang="en-US" sz="1500" kern="0" noProof="1">
                <a:solidFill>
                  <a:schemeClr val="tx1"/>
                </a:solidFill>
              </a:rPr>
              <a:t>di creazione del task mediante il </a:t>
            </a:r>
            <a:r>
              <a:rPr lang="en-US" sz="1500" kern="0" noProof="1">
                <a:solidFill>
                  <a:srgbClr val="00B050"/>
                </a:solidFill>
              </a:rPr>
              <a:t>bottone SALVA TASK </a:t>
            </a:r>
            <a:r>
              <a:rPr lang="en-US" sz="1500" kern="0" noProof="1">
                <a:solidFill>
                  <a:srgbClr val="FFC000"/>
                </a:solidFill>
              </a:rPr>
              <a:t>produce l’inserimento del task con tutti i suoi attributi nella base di dati </a:t>
            </a:r>
            <a:r>
              <a:rPr lang="en-US" sz="1500" kern="0" noProof="1">
                <a:solidFill>
                  <a:schemeClr val="tx1"/>
                </a:solidFill>
              </a:rPr>
              <a:t>e la sua associazione al WP scelto. Se il mese di inizio o di fine del task non risulta contenuto nell’intervallo del WP si produce un </a:t>
            </a:r>
            <a:r>
              <a:rPr lang="en-US" sz="1500" kern="0" noProof="1">
                <a:solidFill>
                  <a:srgbClr val="FFC000"/>
                </a:solidFill>
              </a:rPr>
              <a:t>errore e l’inserimento fallisce</a:t>
            </a:r>
            <a:r>
              <a:rPr lang="en-US" sz="1500" kern="0" noProof="1">
                <a:solidFill>
                  <a:schemeClr val="tx1"/>
                </a:solidFill>
              </a:rPr>
              <a:t>. Il valore iniziale delle ore previste e lavorate mese per mese per un task appena creato è 0. Il numero d’ordine di un task è assegnato in modo automatico a partire dall’ultimo valore inserito (il primo task ha numero d’ordine X.1, dove X è il numero d’ordine del WP a cui il task appartiene).</a:t>
            </a:r>
          </a:p>
          <a:p>
            <a:pPr marL="0" indent="0" algn="just">
              <a:spcBef>
                <a:spcPts val="500"/>
              </a:spcBef>
              <a:spcAft>
                <a:spcPts val="1173"/>
              </a:spcAft>
              <a:buClr>
                <a:srgbClr val="000000"/>
              </a:buClr>
              <a:buSzPts val="1100"/>
              <a:buNone/>
            </a:pPr>
            <a:r>
              <a:rPr lang="en-US" sz="1500" kern="0" noProof="1">
                <a:solidFill>
                  <a:srgbClr val="FF0000"/>
                </a:solidFill>
              </a:rPr>
              <a:t>Pages (views)</a:t>
            </a:r>
            <a:r>
              <a:rPr lang="en-US" sz="1500" kern="0" noProof="1">
                <a:solidFill>
                  <a:schemeClr val="tx1"/>
                </a:solidFill>
              </a:rPr>
              <a:t>, </a:t>
            </a:r>
            <a:r>
              <a:rPr lang="en-US" sz="1500" kern="0" noProof="1">
                <a:solidFill>
                  <a:srgbClr val="00B050"/>
                </a:solidFill>
              </a:rPr>
              <a:t>view components</a:t>
            </a:r>
            <a:r>
              <a:rPr lang="en-US" sz="1500" kern="0" noProof="1">
                <a:solidFill>
                  <a:schemeClr val="tx1"/>
                </a:solidFill>
              </a:rPr>
              <a:t>, </a:t>
            </a:r>
            <a:r>
              <a:rPr lang="en-US" sz="1500" kern="0" noProof="1">
                <a:solidFill>
                  <a:srgbClr val="00B0F0"/>
                </a:solidFill>
              </a:rPr>
              <a:t>events</a:t>
            </a:r>
            <a:r>
              <a:rPr lang="en-US" sz="1500" kern="0" noProof="1">
                <a:solidFill>
                  <a:schemeClr val="tx1"/>
                </a:solidFill>
              </a:rPr>
              <a:t>, </a:t>
            </a:r>
            <a:r>
              <a:rPr lang="en-US" sz="1500" kern="0" noProof="1">
                <a:solidFill>
                  <a:srgbClr val="FFC000"/>
                </a:solidFill>
              </a:rPr>
              <a:t>effects</a:t>
            </a:r>
          </a:p>
        </p:txBody>
      </p:sp>
    </p:spTree>
    <p:extLst>
      <p:ext uri="{BB962C8B-B14F-4D97-AF65-F5344CB8AC3E}">
        <p14:creationId xmlns:p14="http://schemas.microsoft.com/office/powerpoint/2010/main" val="3337462366"/>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E0C0CCB-0FDB-7208-2A4E-FE5DFEEA37EA}"/>
            </a:ext>
          </a:extLst>
        </p:cNvPr>
        <p:cNvGrpSpPr/>
        <p:nvPr/>
      </p:nvGrpSpPr>
      <p:grpSpPr>
        <a:xfrm>
          <a:off x="0" y="0"/>
          <a:ext cx="0" cy="0"/>
          <a:chOff x="0" y="0"/>
          <a:chExt cx="0" cy="0"/>
        </a:xfrm>
      </p:grpSpPr>
      <p:sp>
        <p:nvSpPr>
          <p:cNvPr id="4" name="Google Shape;135;p26">
            <a:extLst>
              <a:ext uri="{FF2B5EF4-FFF2-40B4-BE49-F238E27FC236}">
                <a16:creationId xmlns:a16="http://schemas.microsoft.com/office/drawing/2014/main" id="{54BF2249-0698-30F5-66AE-B3CE00755376}"/>
              </a:ext>
            </a:extLst>
          </p:cNvPr>
          <p:cNvSpPr txBox="1">
            <a:spLocks/>
          </p:cNvSpPr>
          <p:nvPr/>
        </p:nvSpPr>
        <p:spPr>
          <a:xfrm>
            <a:off x="426631" y="258833"/>
            <a:ext cx="11338737" cy="1143000"/>
          </a:xfrm>
          <a:prstGeom prst="rect">
            <a:avLst/>
          </a:prstGeom>
          <a:noFill/>
          <a:ln>
            <a:noFill/>
          </a:ln>
        </p:spPr>
        <p:txBody>
          <a:bodyPr spcFirstLastPara="1" wrap="square" lIns="107269" tIns="53620" rIns="107269" bIns="53620" anchor="ctr" anchorCtr="0">
            <a:noAutofit/>
          </a:bodyPr>
          <a:lstStyle>
            <a:defPPr marR="0" lvl="0" algn="l" rtl="0">
              <a:lnSpc>
                <a:spcPct val="100000"/>
              </a:lnSpc>
              <a:spcBef>
                <a:spcPts val="0"/>
              </a:spcBef>
              <a:spcAft>
                <a:spcPts val="0"/>
              </a:spcAft>
            </a:defPPr>
            <a:lvl1pPr marR="0" lvl="0" algn="ctr" rtl="0">
              <a:lnSpc>
                <a:spcPct val="100000"/>
              </a:lnSpc>
              <a:spcBef>
                <a:spcPts val="0"/>
              </a:spcBef>
              <a:spcAft>
                <a:spcPts val="0"/>
              </a:spcAft>
              <a:buClr>
                <a:schemeClr val="dk1"/>
              </a:buClr>
              <a:buSzPts val="1800"/>
              <a:buFont typeface="Calibri"/>
              <a:buNone/>
              <a:defRPr sz="44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9pPr>
          </a:lstStyle>
          <a:p>
            <a:r>
              <a:rPr lang="en-US" noProof="1"/>
              <a:t>Analisi dei requisiti applicativi – Amministratore</a:t>
            </a:r>
          </a:p>
        </p:txBody>
      </p:sp>
      <p:sp>
        <p:nvSpPr>
          <p:cNvPr id="5" name="Google Shape;136;p26">
            <a:extLst>
              <a:ext uri="{FF2B5EF4-FFF2-40B4-BE49-F238E27FC236}">
                <a16:creationId xmlns:a16="http://schemas.microsoft.com/office/drawing/2014/main" id="{29D21FAA-D7CB-4198-D3B1-5A2425770CE0}"/>
              </a:ext>
            </a:extLst>
          </p:cNvPr>
          <p:cNvSpPr txBox="1">
            <a:spLocks/>
          </p:cNvSpPr>
          <p:nvPr/>
        </p:nvSpPr>
        <p:spPr>
          <a:xfrm>
            <a:off x="426631" y="1401833"/>
            <a:ext cx="11338736" cy="5331476"/>
          </a:xfrm>
          <a:prstGeom prst="rect">
            <a:avLst/>
          </a:prstGeom>
          <a:noFill/>
          <a:ln>
            <a:noFill/>
          </a:ln>
        </p:spPr>
        <p:txBody>
          <a:bodyPr spcFirstLastPara="1" wrap="square" lIns="107269" tIns="53620" rIns="107269" bIns="53620" anchor="t" anchorCtr="0">
            <a:noAutofit/>
          </a:bodyPr>
          <a:lstStyle>
            <a:defPPr marR="0" lvl="0" algn="l" rtl="0">
              <a:lnSpc>
                <a:spcPct val="100000"/>
              </a:lnSpc>
              <a:spcBef>
                <a:spcPts val="0"/>
              </a:spcBef>
              <a:spcAft>
                <a:spcPts val="0"/>
              </a:spcAft>
            </a:defPPr>
            <a:lvl1pPr marL="536433" marR="0" lvl="0" indent="-402325" algn="l" rtl="0">
              <a:lnSpc>
                <a:spcPct val="100000"/>
              </a:lnSpc>
              <a:spcBef>
                <a:spcPts val="422"/>
              </a:spcBef>
              <a:spcAft>
                <a:spcPts val="0"/>
              </a:spcAft>
              <a:buClr>
                <a:schemeClr val="dk1"/>
              </a:buClr>
              <a:buSzPts val="1800"/>
              <a:buFont typeface="Arial"/>
              <a:buChar char="•"/>
              <a:defRPr sz="3200" b="0" i="0" u="none" strike="noStrike" cap="none">
                <a:solidFill>
                  <a:schemeClr val="dk1"/>
                </a:solidFill>
                <a:latin typeface="Calibri"/>
                <a:ea typeface="Calibri"/>
                <a:cs typeface="Calibri"/>
                <a:sym typeface="Calibri"/>
              </a:defRPr>
            </a:lvl1pPr>
            <a:lvl2pPr marL="1072866" marR="0" lvl="1" indent="-402325" algn="l" rtl="0">
              <a:lnSpc>
                <a:spcPct val="100000"/>
              </a:lnSpc>
              <a:spcBef>
                <a:spcPts val="422"/>
              </a:spcBef>
              <a:spcAft>
                <a:spcPts val="0"/>
              </a:spcAft>
              <a:buClr>
                <a:schemeClr val="dk1"/>
              </a:buClr>
              <a:buSzPts val="1800"/>
              <a:buFont typeface="Arial"/>
              <a:buChar char="–"/>
              <a:defRPr sz="2800" b="0" i="0" u="none" strike="noStrike" cap="none">
                <a:solidFill>
                  <a:schemeClr val="dk1"/>
                </a:solidFill>
                <a:latin typeface="Calibri"/>
                <a:ea typeface="Calibri"/>
                <a:cs typeface="Calibri"/>
                <a:sym typeface="Calibri"/>
              </a:defRPr>
            </a:lvl2pPr>
            <a:lvl3pPr marL="1609298" marR="0" lvl="2" indent="-402325" algn="l" rtl="0">
              <a:lnSpc>
                <a:spcPct val="100000"/>
              </a:lnSpc>
              <a:spcBef>
                <a:spcPts val="422"/>
              </a:spcBef>
              <a:spcAft>
                <a:spcPts val="0"/>
              </a:spcAft>
              <a:buClr>
                <a:schemeClr val="dk1"/>
              </a:buClr>
              <a:buSzPts val="1800"/>
              <a:buFont typeface="Arial"/>
              <a:buChar char="•"/>
              <a:defRPr sz="2400" b="0" i="0" u="none" strike="noStrike" cap="none">
                <a:solidFill>
                  <a:schemeClr val="dk1"/>
                </a:solidFill>
                <a:latin typeface="Calibri"/>
                <a:ea typeface="Calibri"/>
                <a:cs typeface="Calibri"/>
                <a:sym typeface="Calibri"/>
              </a:defRPr>
            </a:lvl3pPr>
            <a:lvl4pPr marL="2145731" marR="0" lvl="3"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4pPr>
            <a:lvl5pPr marL="2682164" marR="0" lvl="4"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5pPr>
            <a:lvl6pPr marL="3218597" marR="0" lvl="5"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6pPr>
            <a:lvl7pPr marL="3755029" marR="0" lvl="6"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7pPr>
            <a:lvl8pPr marL="4291462" marR="0" lvl="7"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8pPr>
            <a:lvl9pPr marL="4827895" marR="0" lvl="8"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9pPr>
          </a:lstStyle>
          <a:p>
            <a:pPr marL="0" indent="0" algn="just">
              <a:spcBef>
                <a:spcPts val="0"/>
              </a:spcBef>
              <a:spcAft>
                <a:spcPts val="1173"/>
              </a:spcAft>
              <a:buClr>
                <a:srgbClr val="000000"/>
              </a:buClr>
              <a:buSzPts val="1100"/>
              <a:buNone/>
            </a:pPr>
            <a:r>
              <a:rPr lang="en-US" sz="1500" kern="0" noProof="1">
                <a:solidFill>
                  <a:schemeClr val="tx1"/>
                </a:solidFill>
              </a:rPr>
              <a:t>L'interfaccia dell’amministratore contiene anche una pagina </a:t>
            </a:r>
            <a:r>
              <a:rPr lang="en-US" sz="1500" kern="0" noProof="1">
                <a:solidFill>
                  <a:srgbClr val="FF0000"/>
                </a:solidFill>
              </a:rPr>
              <a:t>VERIFICA PROGETTI</a:t>
            </a:r>
            <a:r>
              <a:rPr lang="en-US" sz="1500" kern="0" noProof="1">
                <a:solidFill>
                  <a:schemeClr val="tx1"/>
                </a:solidFill>
              </a:rPr>
              <a:t>. Tale pagina </a:t>
            </a:r>
            <a:r>
              <a:rPr lang="en-US" sz="1500" kern="0" noProof="1">
                <a:solidFill>
                  <a:srgbClr val="00B0F0"/>
                </a:solidFill>
              </a:rPr>
              <a:t>visualizza</a:t>
            </a:r>
            <a:r>
              <a:rPr lang="en-US" sz="1500" kern="0" noProof="1">
                <a:solidFill>
                  <a:schemeClr val="tx1"/>
                </a:solidFill>
              </a:rPr>
              <a:t> un </a:t>
            </a:r>
            <a:r>
              <a:rPr lang="en-US" sz="1500" kern="0" noProof="1">
                <a:solidFill>
                  <a:srgbClr val="00B050"/>
                </a:solidFill>
              </a:rPr>
              <a:t>elenco selezionabile dei progetti </a:t>
            </a:r>
            <a:r>
              <a:rPr lang="en-US" sz="1500" kern="0" noProof="1">
                <a:solidFill>
                  <a:schemeClr val="tx1"/>
                </a:solidFill>
              </a:rPr>
              <a:t>creati dall’amministratore. Per default, la pagina VERIFICA PROGETTI visualizza la struttura del progetto in costruzione e </a:t>
            </a:r>
            <a:r>
              <a:rPr lang="en-US" sz="1500" kern="0" noProof="1">
                <a:solidFill>
                  <a:srgbClr val="FFC000"/>
                </a:solidFill>
              </a:rPr>
              <a:t>mostra la gerarchia di progetto in WP e task </a:t>
            </a:r>
            <a:r>
              <a:rPr lang="en-US" sz="1500" kern="0" noProof="1">
                <a:solidFill>
                  <a:schemeClr val="tx1"/>
                </a:solidFill>
              </a:rPr>
              <a:t>(NB: per </a:t>
            </a:r>
            <a:r>
              <a:rPr lang="en-US" sz="1500" kern="0" noProof="1">
                <a:solidFill>
                  <a:srgbClr val="00B050"/>
                </a:solidFill>
              </a:rPr>
              <a:t>totale ore </a:t>
            </a:r>
            <a:r>
              <a:rPr lang="en-US" sz="1500" kern="0" noProof="1">
                <a:solidFill>
                  <a:schemeClr val="tx1"/>
                </a:solidFill>
              </a:rPr>
              <a:t>si intende la somma delle ore di tutti i mesi del progetto).</a:t>
            </a:r>
          </a:p>
          <a:p>
            <a:pPr marL="0" indent="0" algn="just">
              <a:spcBef>
                <a:spcPts val="0"/>
              </a:spcBef>
              <a:spcAft>
                <a:spcPts val="1173"/>
              </a:spcAft>
              <a:buClr>
                <a:srgbClr val="000000"/>
              </a:buClr>
              <a:buSzPts val="1100"/>
              <a:buNone/>
            </a:pPr>
            <a:r>
              <a:rPr lang="en-US" sz="1500" kern="0" noProof="1">
                <a:solidFill>
                  <a:schemeClr val="tx1"/>
                </a:solidFill>
              </a:rPr>
              <a:t>Nella pagina VERIFICA PROGETTI il valore del "totale ore lavorate" di un task  è la somma su tutti i collaboratori e tutti i mesi.</a:t>
            </a:r>
          </a:p>
          <a:p>
            <a:pPr marL="0" indent="0" algn="just">
              <a:spcBef>
                <a:spcPts val="500"/>
              </a:spcBef>
              <a:spcAft>
                <a:spcPts val="1173"/>
              </a:spcAft>
              <a:buClr>
                <a:srgbClr val="000000"/>
              </a:buClr>
              <a:buSzPts val="1100"/>
              <a:buNone/>
            </a:pPr>
            <a:r>
              <a:rPr lang="en-US" sz="1500" kern="0" noProof="1">
                <a:solidFill>
                  <a:srgbClr val="FF0000"/>
                </a:solidFill>
              </a:rPr>
              <a:t>Pages (views)</a:t>
            </a:r>
            <a:r>
              <a:rPr lang="en-US" sz="1500" kern="0" noProof="1">
                <a:solidFill>
                  <a:schemeClr val="tx1"/>
                </a:solidFill>
              </a:rPr>
              <a:t>, </a:t>
            </a:r>
            <a:r>
              <a:rPr lang="en-US" sz="1500" kern="0" noProof="1">
                <a:solidFill>
                  <a:srgbClr val="00B050"/>
                </a:solidFill>
              </a:rPr>
              <a:t>view components</a:t>
            </a:r>
            <a:r>
              <a:rPr lang="en-US" sz="1500" kern="0" noProof="1">
                <a:solidFill>
                  <a:schemeClr val="tx1"/>
                </a:solidFill>
              </a:rPr>
              <a:t>, </a:t>
            </a:r>
            <a:r>
              <a:rPr lang="en-US" sz="1500" kern="0" noProof="1">
                <a:solidFill>
                  <a:srgbClr val="00B0F0"/>
                </a:solidFill>
              </a:rPr>
              <a:t>events</a:t>
            </a:r>
            <a:r>
              <a:rPr lang="en-US" sz="1500" kern="0" noProof="1">
                <a:solidFill>
                  <a:schemeClr val="tx1"/>
                </a:solidFill>
              </a:rPr>
              <a:t>, </a:t>
            </a:r>
            <a:r>
              <a:rPr lang="en-US" sz="1500" kern="0" noProof="1">
                <a:solidFill>
                  <a:srgbClr val="FFC000"/>
                </a:solidFill>
              </a:rPr>
              <a:t>effects</a:t>
            </a:r>
          </a:p>
        </p:txBody>
      </p:sp>
    </p:spTree>
    <p:extLst>
      <p:ext uri="{BB962C8B-B14F-4D97-AF65-F5344CB8AC3E}">
        <p14:creationId xmlns:p14="http://schemas.microsoft.com/office/powerpoint/2010/main" val="527630843"/>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181996B-0935-4262-C1CA-2FC695FD5E64}"/>
            </a:ext>
          </a:extLst>
        </p:cNvPr>
        <p:cNvGrpSpPr/>
        <p:nvPr/>
      </p:nvGrpSpPr>
      <p:grpSpPr>
        <a:xfrm>
          <a:off x="0" y="0"/>
          <a:ext cx="0" cy="0"/>
          <a:chOff x="0" y="0"/>
          <a:chExt cx="0" cy="0"/>
        </a:xfrm>
      </p:grpSpPr>
      <p:sp>
        <p:nvSpPr>
          <p:cNvPr id="4" name="Google Shape;135;p26">
            <a:extLst>
              <a:ext uri="{FF2B5EF4-FFF2-40B4-BE49-F238E27FC236}">
                <a16:creationId xmlns:a16="http://schemas.microsoft.com/office/drawing/2014/main" id="{5C7BDE39-0635-AF1A-6EDB-B83E6FD9B9AD}"/>
              </a:ext>
            </a:extLst>
          </p:cNvPr>
          <p:cNvSpPr txBox="1">
            <a:spLocks/>
          </p:cNvSpPr>
          <p:nvPr/>
        </p:nvSpPr>
        <p:spPr>
          <a:xfrm>
            <a:off x="426631" y="258833"/>
            <a:ext cx="11338737" cy="1143000"/>
          </a:xfrm>
          <a:prstGeom prst="rect">
            <a:avLst/>
          </a:prstGeom>
          <a:noFill/>
          <a:ln>
            <a:noFill/>
          </a:ln>
        </p:spPr>
        <p:txBody>
          <a:bodyPr spcFirstLastPara="1" wrap="square" lIns="107269" tIns="53620" rIns="107269" bIns="53620" anchor="ctr" anchorCtr="0">
            <a:noAutofit/>
          </a:bodyPr>
          <a:lstStyle>
            <a:defPPr marR="0" lvl="0" algn="l" rtl="0">
              <a:lnSpc>
                <a:spcPct val="100000"/>
              </a:lnSpc>
              <a:spcBef>
                <a:spcPts val="0"/>
              </a:spcBef>
              <a:spcAft>
                <a:spcPts val="0"/>
              </a:spcAft>
            </a:defPPr>
            <a:lvl1pPr marR="0" lvl="0" algn="ctr" rtl="0">
              <a:lnSpc>
                <a:spcPct val="100000"/>
              </a:lnSpc>
              <a:spcBef>
                <a:spcPts val="0"/>
              </a:spcBef>
              <a:spcAft>
                <a:spcPts val="0"/>
              </a:spcAft>
              <a:buClr>
                <a:schemeClr val="dk1"/>
              </a:buClr>
              <a:buSzPts val="1800"/>
              <a:buFont typeface="Calibri"/>
              <a:buNone/>
              <a:defRPr sz="44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9pPr>
          </a:lstStyle>
          <a:p>
            <a:r>
              <a:rPr lang="en-US" noProof="1"/>
              <a:t>Analisi dei requisiti applicativi – Responsabile</a:t>
            </a:r>
          </a:p>
        </p:txBody>
      </p:sp>
      <p:sp>
        <p:nvSpPr>
          <p:cNvPr id="5" name="Google Shape;136;p26">
            <a:extLst>
              <a:ext uri="{FF2B5EF4-FFF2-40B4-BE49-F238E27FC236}">
                <a16:creationId xmlns:a16="http://schemas.microsoft.com/office/drawing/2014/main" id="{9734F63F-B14D-D8B6-A0BD-6D9FC8C9314D}"/>
              </a:ext>
            </a:extLst>
          </p:cNvPr>
          <p:cNvSpPr txBox="1">
            <a:spLocks/>
          </p:cNvSpPr>
          <p:nvPr/>
        </p:nvSpPr>
        <p:spPr>
          <a:xfrm>
            <a:off x="426631" y="1401833"/>
            <a:ext cx="11338736" cy="5331476"/>
          </a:xfrm>
          <a:prstGeom prst="rect">
            <a:avLst/>
          </a:prstGeom>
          <a:noFill/>
          <a:ln>
            <a:noFill/>
          </a:ln>
        </p:spPr>
        <p:txBody>
          <a:bodyPr spcFirstLastPara="1" wrap="square" lIns="107269" tIns="53620" rIns="107269" bIns="53620" anchor="t" anchorCtr="0">
            <a:noAutofit/>
          </a:bodyPr>
          <a:lstStyle>
            <a:defPPr marR="0" lvl="0" algn="l" rtl="0">
              <a:lnSpc>
                <a:spcPct val="100000"/>
              </a:lnSpc>
              <a:spcBef>
                <a:spcPts val="0"/>
              </a:spcBef>
              <a:spcAft>
                <a:spcPts val="0"/>
              </a:spcAft>
            </a:defPPr>
            <a:lvl1pPr marL="536433" marR="0" lvl="0" indent="-402325" algn="l" rtl="0">
              <a:lnSpc>
                <a:spcPct val="100000"/>
              </a:lnSpc>
              <a:spcBef>
                <a:spcPts val="422"/>
              </a:spcBef>
              <a:spcAft>
                <a:spcPts val="0"/>
              </a:spcAft>
              <a:buClr>
                <a:schemeClr val="dk1"/>
              </a:buClr>
              <a:buSzPts val="1800"/>
              <a:buFont typeface="Arial"/>
              <a:buChar char="•"/>
              <a:defRPr sz="3200" b="0" i="0" u="none" strike="noStrike" cap="none">
                <a:solidFill>
                  <a:schemeClr val="dk1"/>
                </a:solidFill>
                <a:latin typeface="Calibri"/>
                <a:ea typeface="Calibri"/>
                <a:cs typeface="Calibri"/>
                <a:sym typeface="Calibri"/>
              </a:defRPr>
            </a:lvl1pPr>
            <a:lvl2pPr marL="1072866" marR="0" lvl="1" indent="-402325" algn="l" rtl="0">
              <a:lnSpc>
                <a:spcPct val="100000"/>
              </a:lnSpc>
              <a:spcBef>
                <a:spcPts val="422"/>
              </a:spcBef>
              <a:spcAft>
                <a:spcPts val="0"/>
              </a:spcAft>
              <a:buClr>
                <a:schemeClr val="dk1"/>
              </a:buClr>
              <a:buSzPts val="1800"/>
              <a:buFont typeface="Arial"/>
              <a:buChar char="–"/>
              <a:defRPr sz="2800" b="0" i="0" u="none" strike="noStrike" cap="none">
                <a:solidFill>
                  <a:schemeClr val="dk1"/>
                </a:solidFill>
                <a:latin typeface="Calibri"/>
                <a:ea typeface="Calibri"/>
                <a:cs typeface="Calibri"/>
                <a:sym typeface="Calibri"/>
              </a:defRPr>
            </a:lvl2pPr>
            <a:lvl3pPr marL="1609298" marR="0" lvl="2" indent="-402325" algn="l" rtl="0">
              <a:lnSpc>
                <a:spcPct val="100000"/>
              </a:lnSpc>
              <a:spcBef>
                <a:spcPts val="422"/>
              </a:spcBef>
              <a:spcAft>
                <a:spcPts val="0"/>
              </a:spcAft>
              <a:buClr>
                <a:schemeClr val="dk1"/>
              </a:buClr>
              <a:buSzPts val="1800"/>
              <a:buFont typeface="Arial"/>
              <a:buChar char="•"/>
              <a:defRPr sz="2400" b="0" i="0" u="none" strike="noStrike" cap="none">
                <a:solidFill>
                  <a:schemeClr val="dk1"/>
                </a:solidFill>
                <a:latin typeface="Calibri"/>
                <a:ea typeface="Calibri"/>
                <a:cs typeface="Calibri"/>
                <a:sym typeface="Calibri"/>
              </a:defRPr>
            </a:lvl3pPr>
            <a:lvl4pPr marL="2145731" marR="0" lvl="3"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4pPr>
            <a:lvl5pPr marL="2682164" marR="0" lvl="4"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5pPr>
            <a:lvl6pPr marL="3218597" marR="0" lvl="5"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6pPr>
            <a:lvl7pPr marL="3755029" marR="0" lvl="6"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7pPr>
            <a:lvl8pPr marL="4291462" marR="0" lvl="7"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8pPr>
            <a:lvl9pPr marL="4827895" marR="0" lvl="8"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9pPr>
          </a:lstStyle>
          <a:p>
            <a:pPr marL="0" indent="0" algn="just">
              <a:spcBef>
                <a:spcPts val="0"/>
              </a:spcBef>
              <a:spcAft>
                <a:spcPts val="1173"/>
              </a:spcAft>
              <a:buClr>
                <a:srgbClr val="000000"/>
              </a:buClr>
              <a:buSzPts val="1100"/>
              <a:buNone/>
            </a:pPr>
            <a:r>
              <a:rPr lang="en-US" sz="1500" kern="0" noProof="1">
                <a:solidFill>
                  <a:srgbClr val="00B0F0"/>
                </a:solidFill>
              </a:rPr>
              <a:t>Dopo il lo</a:t>
            </a:r>
            <a:r>
              <a:rPr lang="en-US" sz="1500" kern="0" noProof="1">
                <a:solidFill>
                  <a:srgbClr val="FF0000"/>
                </a:solidFill>
              </a:rPr>
              <a:t>gin</a:t>
            </a:r>
            <a:r>
              <a:rPr lang="en-US" sz="1500" kern="0" noProof="1">
                <a:solidFill>
                  <a:schemeClr val="tx1"/>
                </a:solidFill>
              </a:rPr>
              <a:t>, il responsabile </a:t>
            </a:r>
            <a:r>
              <a:rPr lang="en-US" sz="1500" kern="0" noProof="1">
                <a:solidFill>
                  <a:srgbClr val="00B0F0"/>
                </a:solidFill>
              </a:rPr>
              <a:t>accede</a:t>
            </a:r>
            <a:r>
              <a:rPr lang="en-US" sz="1500" kern="0" noProof="1">
                <a:solidFill>
                  <a:schemeClr val="tx1"/>
                </a:solidFill>
              </a:rPr>
              <a:t> a una pagina </a:t>
            </a:r>
            <a:r>
              <a:rPr lang="en-US" sz="1500" kern="0" noProof="1">
                <a:solidFill>
                  <a:srgbClr val="FF0000"/>
                </a:solidFill>
              </a:rPr>
              <a:t>HOME RESPONSABILE </a:t>
            </a:r>
            <a:r>
              <a:rPr lang="en-US" sz="1500" kern="0" noProof="1">
                <a:solidFill>
                  <a:schemeClr val="tx1"/>
                </a:solidFill>
              </a:rPr>
              <a:t>con una </a:t>
            </a:r>
            <a:r>
              <a:rPr lang="en-US" sz="1500" kern="0" noProof="1">
                <a:solidFill>
                  <a:srgbClr val="00B050"/>
                </a:solidFill>
              </a:rPr>
              <a:t>form</a:t>
            </a:r>
            <a:r>
              <a:rPr lang="en-US" sz="1500" kern="0" noProof="1">
                <a:solidFill>
                  <a:schemeClr val="tx1"/>
                </a:solidFill>
              </a:rPr>
              <a:t> per assegnare i collaboratori e le ore previste mese per mese  ai task. L’utente può </a:t>
            </a:r>
            <a:r>
              <a:rPr lang="en-US" sz="1500" kern="0" noProof="1">
                <a:solidFill>
                  <a:srgbClr val="00B0F0"/>
                </a:solidFill>
              </a:rPr>
              <a:t>selezionare un progetto </a:t>
            </a:r>
            <a:r>
              <a:rPr lang="en-US" sz="1500" kern="0" noProof="1">
                <a:solidFill>
                  <a:schemeClr val="tx1"/>
                </a:solidFill>
              </a:rPr>
              <a:t>di cui è responsabile, </a:t>
            </a:r>
            <a:r>
              <a:rPr lang="en-US" sz="1500" kern="0" noProof="1">
                <a:solidFill>
                  <a:srgbClr val="00B0F0"/>
                </a:solidFill>
              </a:rPr>
              <a:t>selezionare un WP e un task</a:t>
            </a:r>
            <a:r>
              <a:rPr lang="en-US" sz="1500" kern="0" noProof="1">
                <a:solidFill>
                  <a:schemeClr val="tx1"/>
                </a:solidFill>
              </a:rPr>
              <a:t>, </a:t>
            </a:r>
            <a:r>
              <a:rPr lang="en-US" sz="1500" kern="0" noProof="1">
                <a:solidFill>
                  <a:srgbClr val="00B0F0"/>
                </a:solidFill>
              </a:rPr>
              <a:t>inserire le ore </a:t>
            </a:r>
            <a:r>
              <a:rPr lang="en-US" sz="1500" kern="0" noProof="1">
                <a:solidFill>
                  <a:schemeClr val="tx1"/>
                </a:solidFill>
              </a:rPr>
              <a:t>previste mese per mese e </a:t>
            </a:r>
            <a:r>
              <a:rPr lang="en-US" sz="1500" kern="0" noProof="1">
                <a:solidFill>
                  <a:srgbClr val="00B0F0"/>
                </a:solidFill>
              </a:rPr>
              <a:t>scegliere i collaboratori </a:t>
            </a:r>
            <a:r>
              <a:rPr lang="en-US" sz="1500" kern="0" noProof="1">
                <a:solidFill>
                  <a:schemeClr val="tx1"/>
                </a:solidFill>
              </a:rPr>
              <a:t>incaricati del task (l’autoassegnazione non è permessa).  </a:t>
            </a:r>
            <a:r>
              <a:rPr lang="en-US" sz="1500" kern="0" noProof="1">
                <a:solidFill>
                  <a:srgbClr val="00B050"/>
                </a:solidFill>
              </a:rPr>
              <a:t>Un bottone SALVA </a:t>
            </a:r>
            <a:r>
              <a:rPr lang="en-US" sz="1500" kern="0" noProof="1">
                <a:solidFill>
                  <a:schemeClr val="tx1"/>
                </a:solidFill>
              </a:rPr>
              <a:t>permette il </a:t>
            </a:r>
            <a:r>
              <a:rPr lang="en-US" sz="1500" kern="0" noProof="1">
                <a:solidFill>
                  <a:srgbClr val="FFC000"/>
                </a:solidFill>
              </a:rPr>
              <a:t>salvataggio dei dati inseriti nella base di dati</a:t>
            </a:r>
            <a:r>
              <a:rPr lang="en-US" sz="1500" kern="0" noProof="1">
                <a:solidFill>
                  <a:schemeClr val="tx1"/>
                </a:solidFill>
              </a:rPr>
              <a:t>. Quando l’assegnamento è completato </a:t>
            </a:r>
            <a:r>
              <a:rPr lang="en-US" sz="1500" kern="0" noProof="1">
                <a:solidFill>
                  <a:srgbClr val="00B050"/>
                </a:solidFill>
              </a:rPr>
              <a:t>un bottone ASSEGNA </a:t>
            </a:r>
            <a:r>
              <a:rPr lang="en-US" sz="1500" kern="0" noProof="1">
                <a:solidFill>
                  <a:schemeClr val="tx1"/>
                </a:solidFill>
              </a:rPr>
              <a:t>permette di porre il </a:t>
            </a:r>
            <a:r>
              <a:rPr lang="en-US" sz="1500" kern="0" noProof="1">
                <a:solidFill>
                  <a:srgbClr val="FFC000"/>
                </a:solidFill>
              </a:rPr>
              <a:t>progetto nello stato assegnato</a:t>
            </a:r>
            <a:r>
              <a:rPr lang="en-US" sz="1500" kern="0" noProof="1">
                <a:solidFill>
                  <a:schemeClr val="tx1"/>
                </a:solidFill>
              </a:rPr>
              <a:t>. Il tentativo di porre il progetto nello stato assegnato quando mancano ancora collaboratori o ore previste in qualche mese produce un </a:t>
            </a:r>
            <a:r>
              <a:rPr lang="en-US" sz="1500" kern="0" noProof="1">
                <a:solidFill>
                  <a:srgbClr val="FFC000"/>
                </a:solidFill>
              </a:rPr>
              <a:t>errore e il ricarico della pagina</a:t>
            </a:r>
            <a:r>
              <a:rPr lang="en-US" sz="1500" kern="0" noProof="1">
                <a:solidFill>
                  <a:schemeClr val="tx1"/>
                </a:solidFill>
              </a:rPr>
              <a:t> HOME RESPONSABILE, senza perdita di tutti i dati già inseriti compresi quelli inseriti ma non ancora salvati nella base di dati.</a:t>
            </a:r>
          </a:p>
          <a:p>
            <a:pPr marL="0" indent="0" algn="just">
              <a:spcBef>
                <a:spcPts val="0"/>
              </a:spcBef>
              <a:spcAft>
                <a:spcPts val="1173"/>
              </a:spcAft>
              <a:buClr>
                <a:srgbClr val="000000"/>
              </a:buClr>
              <a:buSzPts val="1100"/>
              <a:buNone/>
            </a:pPr>
            <a:r>
              <a:rPr lang="en-US" sz="1500" kern="0" noProof="1">
                <a:solidFill>
                  <a:schemeClr val="tx1"/>
                </a:solidFill>
              </a:rPr>
              <a:t>L'interfaccia del responsabile contiene anche una pagina </a:t>
            </a:r>
            <a:r>
              <a:rPr lang="en-US" sz="1500" kern="0" noProof="1">
                <a:solidFill>
                  <a:srgbClr val="FF0000"/>
                </a:solidFill>
              </a:rPr>
              <a:t>MONITORAGGIO PROGETTI</a:t>
            </a:r>
            <a:r>
              <a:rPr lang="en-US" sz="1500" kern="0" noProof="1">
                <a:solidFill>
                  <a:schemeClr val="tx1"/>
                </a:solidFill>
              </a:rPr>
              <a:t>. In tale pagina l’utente può </a:t>
            </a:r>
            <a:r>
              <a:rPr lang="en-US" sz="1500" kern="0" noProof="1">
                <a:solidFill>
                  <a:srgbClr val="00B0F0"/>
                </a:solidFill>
              </a:rPr>
              <a:t>selezionare un progetto </a:t>
            </a:r>
            <a:r>
              <a:rPr lang="en-US" sz="1500" kern="0" noProof="1">
                <a:solidFill>
                  <a:schemeClr val="tx1"/>
                </a:solidFill>
              </a:rPr>
              <a:t>di cui è responsabile e </a:t>
            </a:r>
            <a:r>
              <a:rPr lang="en-US" sz="1500" kern="0" noProof="1">
                <a:solidFill>
                  <a:srgbClr val="00B0F0"/>
                </a:solidFill>
              </a:rPr>
              <a:t>vedere</a:t>
            </a:r>
            <a:r>
              <a:rPr lang="en-US" sz="1500" kern="0" noProof="1">
                <a:solidFill>
                  <a:schemeClr val="tx1"/>
                </a:solidFill>
              </a:rPr>
              <a:t> </a:t>
            </a:r>
            <a:r>
              <a:rPr lang="en-US" sz="1500" kern="0" noProof="1">
                <a:solidFill>
                  <a:srgbClr val="00B050"/>
                </a:solidFill>
              </a:rPr>
              <a:t>una tabella </a:t>
            </a:r>
            <a:r>
              <a:rPr lang="en-US" sz="1500" kern="0" noProof="1">
                <a:solidFill>
                  <a:schemeClr val="tx1"/>
                </a:solidFill>
              </a:rPr>
              <a:t>che mostra le ore previste e lavorate di ogni WP e task mese per mese, secondo lo schema seguente (MN indica l’ultimo mese del progetto).</a:t>
            </a:r>
          </a:p>
          <a:p>
            <a:pPr marL="0" indent="0" algn="just">
              <a:spcBef>
                <a:spcPts val="0"/>
              </a:spcBef>
              <a:spcAft>
                <a:spcPts val="1173"/>
              </a:spcAft>
              <a:buClr>
                <a:srgbClr val="000000"/>
              </a:buClr>
              <a:buSzPts val="1100"/>
              <a:buNone/>
            </a:pPr>
            <a:r>
              <a:rPr lang="en-US" sz="1500" kern="0" noProof="1">
                <a:solidFill>
                  <a:schemeClr val="tx1"/>
                </a:solidFill>
              </a:rPr>
              <a:t>Se, per ogni task, la somma delle ore lavorate da tutti i collaboratori in tutti i mesi è non inferiore alla somma delle ore previste, sotto la tabella compare </a:t>
            </a:r>
            <a:r>
              <a:rPr lang="en-US" sz="1500" kern="0" noProof="1">
                <a:solidFill>
                  <a:srgbClr val="00B050"/>
                </a:solidFill>
              </a:rPr>
              <a:t>un bottone CONCLUDI</a:t>
            </a:r>
            <a:r>
              <a:rPr lang="en-US" sz="1500" kern="0" noProof="1">
                <a:solidFill>
                  <a:schemeClr val="tx1"/>
                </a:solidFill>
              </a:rPr>
              <a:t>, con cui il responsabile può </a:t>
            </a:r>
            <a:r>
              <a:rPr lang="en-US" sz="1500" kern="0" noProof="1">
                <a:solidFill>
                  <a:srgbClr val="FFC000"/>
                </a:solidFill>
              </a:rPr>
              <a:t>mettere il progetto nello stato CONCLUSO</a:t>
            </a:r>
            <a:r>
              <a:rPr lang="en-US" sz="1500" kern="0" noProof="1">
                <a:solidFill>
                  <a:schemeClr val="tx1"/>
                </a:solidFill>
              </a:rPr>
              <a:t>. </a:t>
            </a:r>
          </a:p>
          <a:p>
            <a:pPr marL="0" indent="0" algn="just">
              <a:spcBef>
                <a:spcPts val="0"/>
              </a:spcBef>
              <a:spcAft>
                <a:spcPts val="1173"/>
              </a:spcAft>
              <a:buClr>
                <a:srgbClr val="000000"/>
              </a:buClr>
              <a:buSzPts val="1100"/>
              <a:buNone/>
            </a:pPr>
            <a:r>
              <a:rPr lang="en-US" sz="1500" kern="0" noProof="1">
                <a:solidFill>
                  <a:schemeClr val="tx1"/>
                </a:solidFill>
              </a:rPr>
              <a:t>L'interfaccia del responsabile contiene anche una pagina </a:t>
            </a:r>
            <a:r>
              <a:rPr lang="en-US" sz="1500" kern="0" noProof="1">
                <a:solidFill>
                  <a:srgbClr val="FF0000"/>
                </a:solidFill>
              </a:rPr>
              <a:t>MONITORAGGIO COLLABORATORI</a:t>
            </a:r>
            <a:r>
              <a:rPr lang="en-US" sz="1500" kern="0" noProof="1">
                <a:solidFill>
                  <a:schemeClr val="tx1"/>
                </a:solidFill>
              </a:rPr>
              <a:t>. In tale pagina l’utente può </a:t>
            </a:r>
            <a:r>
              <a:rPr lang="en-US" sz="1500" kern="0" noProof="1">
                <a:solidFill>
                  <a:srgbClr val="00B0F0"/>
                </a:solidFill>
              </a:rPr>
              <a:t>selezionare un collaboratore </a:t>
            </a:r>
            <a:r>
              <a:rPr lang="en-US" sz="1500" kern="0" noProof="1">
                <a:solidFill>
                  <a:schemeClr val="tx1"/>
                </a:solidFill>
              </a:rPr>
              <a:t>e</a:t>
            </a:r>
            <a:r>
              <a:rPr lang="en-US" sz="1500" kern="0" noProof="1">
                <a:solidFill>
                  <a:srgbClr val="FFC000"/>
                </a:solidFill>
              </a:rPr>
              <a:t> </a:t>
            </a:r>
            <a:r>
              <a:rPr lang="en-US" sz="1500" kern="0" noProof="1">
                <a:solidFill>
                  <a:srgbClr val="00B0F0"/>
                </a:solidFill>
              </a:rPr>
              <a:t>vedere</a:t>
            </a:r>
            <a:r>
              <a:rPr lang="en-US" sz="1500" kern="0" noProof="1">
                <a:solidFill>
                  <a:srgbClr val="FFC000"/>
                </a:solidFill>
              </a:rPr>
              <a:t> </a:t>
            </a:r>
            <a:r>
              <a:rPr lang="en-US" sz="1500" kern="0" noProof="1">
                <a:solidFill>
                  <a:schemeClr val="tx1"/>
                </a:solidFill>
              </a:rPr>
              <a:t>le ore lavorate di ogni progetto, WP e task, mese per mese, secondo lo schema seguente. </a:t>
            </a:r>
          </a:p>
          <a:p>
            <a:pPr marL="0" indent="0" algn="just">
              <a:spcBef>
                <a:spcPts val="0"/>
              </a:spcBef>
              <a:spcAft>
                <a:spcPts val="1173"/>
              </a:spcAft>
              <a:buClr>
                <a:srgbClr val="000000"/>
              </a:buClr>
              <a:buSzPts val="1100"/>
              <a:buNone/>
            </a:pPr>
            <a:r>
              <a:rPr lang="en-US" sz="1500" kern="0" noProof="1">
                <a:solidFill>
                  <a:schemeClr val="tx1"/>
                </a:solidFill>
              </a:rPr>
              <a:t>La visualizzazione deve essere limitata ai collaboratori che lavorano nei progetti di cui l’utente è responsabile. Se un collaboratore lavora su progetti di responsabili diversi si mostrano solo le ore relative ai progetti del responsabile corrente.</a:t>
            </a:r>
          </a:p>
          <a:p>
            <a:pPr marL="0" indent="0" algn="just">
              <a:spcBef>
                <a:spcPts val="500"/>
              </a:spcBef>
              <a:spcAft>
                <a:spcPts val="1173"/>
              </a:spcAft>
              <a:buClr>
                <a:srgbClr val="000000"/>
              </a:buClr>
              <a:buSzPts val="1100"/>
              <a:buNone/>
            </a:pPr>
            <a:r>
              <a:rPr lang="en-US" sz="1500" kern="0" noProof="1">
                <a:solidFill>
                  <a:srgbClr val="FF0000"/>
                </a:solidFill>
              </a:rPr>
              <a:t>Pages (views)</a:t>
            </a:r>
            <a:r>
              <a:rPr lang="en-US" sz="1500" kern="0" noProof="1">
                <a:solidFill>
                  <a:schemeClr val="tx1"/>
                </a:solidFill>
              </a:rPr>
              <a:t>, </a:t>
            </a:r>
            <a:r>
              <a:rPr lang="en-US" sz="1500" kern="0" noProof="1">
                <a:solidFill>
                  <a:srgbClr val="00B050"/>
                </a:solidFill>
              </a:rPr>
              <a:t>view components</a:t>
            </a:r>
            <a:r>
              <a:rPr lang="en-US" sz="1500" kern="0" noProof="1">
                <a:solidFill>
                  <a:schemeClr val="tx1"/>
                </a:solidFill>
              </a:rPr>
              <a:t>, </a:t>
            </a:r>
            <a:r>
              <a:rPr lang="en-US" sz="1500" kern="0" noProof="1">
                <a:solidFill>
                  <a:srgbClr val="00B0F0"/>
                </a:solidFill>
              </a:rPr>
              <a:t>events</a:t>
            </a:r>
            <a:r>
              <a:rPr lang="en-US" sz="1500" kern="0" noProof="1">
                <a:solidFill>
                  <a:schemeClr val="tx1"/>
                </a:solidFill>
              </a:rPr>
              <a:t>, </a:t>
            </a:r>
            <a:r>
              <a:rPr lang="en-US" sz="1500" kern="0" noProof="1">
                <a:solidFill>
                  <a:srgbClr val="FFC000"/>
                </a:solidFill>
              </a:rPr>
              <a:t>effects</a:t>
            </a:r>
          </a:p>
        </p:txBody>
      </p:sp>
    </p:spTree>
    <p:extLst>
      <p:ext uri="{BB962C8B-B14F-4D97-AF65-F5344CB8AC3E}">
        <p14:creationId xmlns:p14="http://schemas.microsoft.com/office/powerpoint/2010/main" val="65651243"/>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24F2260-E684-374A-67E1-6D62C6C05644}"/>
            </a:ext>
          </a:extLst>
        </p:cNvPr>
        <p:cNvGrpSpPr/>
        <p:nvPr/>
      </p:nvGrpSpPr>
      <p:grpSpPr>
        <a:xfrm>
          <a:off x="0" y="0"/>
          <a:ext cx="0" cy="0"/>
          <a:chOff x="0" y="0"/>
          <a:chExt cx="0" cy="0"/>
        </a:xfrm>
      </p:grpSpPr>
      <p:sp>
        <p:nvSpPr>
          <p:cNvPr id="4" name="Google Shape;135;p26">
            <a:extLst>
              <a:ext uri="{FF2B5EF4-FFF2-40B4-BE49-F238E27FC236}">
                <a16:creationId xmlns:a16="http://schemas.microsoft.com/office/drawing/2014/main" id="{2A73C09D-F70B-0176-5BA0-27B491038F9A}"/>
              </a:ext>
            </a:extLst>
          </p:cNvPr>
          <p:cNvSpPr txBox="1">
            <a:spLocks/>
          </p:cNvSpPr>
          <p:nvPr/>
        </p:nvSpPr>
        <p:spPr>
          <a:xfrm>
            <a:off x="426631" y="258833"/>
            <a:ext cx="11338737" cy="1143000"/>
          </a:xfrm>
          <a:prstGeom prst="rect">
            <a:avLst/>
          </a:prstGeom>
          <a:noFill/>
          <a:ln>
            <a:noFill/>
          </a:ln>
        </p:spPr>
        <p:txBody>
          <a:bodyPr spcFirstLastPara="1" wrap="square" lIns="107269" tIns="53620" rIns="107269" bIns="53620" anchor="ctr" anchorCtr="0">
            <a:noAutofit/>
          </a:bodyPr>
          <a:lstStyle>
            <a:defPPr marR="0" lvl="0" algn="l" rtl="0">
              <a:lnSpc>
                <a:spcPct val="100000"/>
              </a:lnSpc>
              <a:spcBef>
                <a:spcPts val="0"/>
              </a:spcBef>
              <a:spcAft>
                <a:spcPts val="0"/>
              </a:spcAft>
            </a:defPPr>
            <a:lvl1pPr marR="0" lvl="0" algn="ctr" rtl="0">
              <a:lnSpc>
                <a:spcPct val="100000"/>
              </a:lnSpc>
              <a:spcBef>
                <a:spcPts val="0"/>
              </a:spcBef>
              <a:spcAft>
                <a:spcPts val="0"/>
              </a:spcAft>
              <a:buClr>
                <a:schemeClr val="dk1"/>
              </a:buClr>
              <a:buSzPts val="1800"/>
              <a:buFont typeface="Calibri"/>
              <a:buNone/>
              <a:defRPr sz="44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9pPr>
          </a:lstStyle>
          <a:p>
            <a:r>
              <a:rPr lang="en-US" noProof="1"/>
              <a:t>Analisi dei requisiti applicativi – Collaboratore</a:t>
            </a:r>
          </a:p>
        </p:txBody>
      </p:sp>
      <p:sp>
        <p:nvSpPr>
          <p:cNvPr id="5" name="Google Shape;136;p26">
            <a:extLst>
              <a:ext uri="{FF2B5EF4-FFF2-40B4-BE49-F238E27FC236}">
                <a16:creationId xmlns:a16="http://schemas.microsoft.com/office/drawing/2014/main" id="{186C2040-EE29-B239-FEAB-464ADA6E4511}"/>
              </a:ext>
            </a:extLst>
          </p:cNvPr>
          <p:cNvSpPr txBox="1">
            <a:spLocks/>
          </p:cNvSpPr>
          <p:nvPr/>
        </p:nvSpPr>
        <p:spPr>
          <a:xfrm>
            <a:off x="426631" y="1401833"/>
            <a:ext cx="11338736" cy="5331476"/>
          </a:xfrm>
          <a:prstGeom prst="rect">
            <a:avLst/>
          </a:prstGeom>
          <a:noFill/>
          <a:ln>
            <a:noFill/>
          </a:ln>
        </p:spPr>
        <p:txBody>
          <a:bodyPr spcFirstLastPara="1" wrap="square" lIns="107269" tIns="53620" rIns="107269" bIns="53620" anchor="t" anchorCtr="0">
            <a:noAutofit/>
          </a:bodyPr>
          <a:lstStyle>
            <a:defPPr marR="0" lvl="0" algn="l" rtl="0">
              <a:lnSpc>
                <a:spcPct val="100000"/>
              </a:lnSpc>
              <a:spcBef>
                <a:spcPts val="0"/>
              </a:spcBef>
              <a:spcAft>
                <a:spcPts val="0"/>
              </a:spcAft>
            </a:defPPr>
            <a:lvl1pPr marL="536433" marR="0" lvl="0" indent="-402325" algn="l" rtl="0">
              <a:lnSpc>
                <a:spcPct val="100000"/>
              </a:lnSpc>
              <a:spcBef>
                <a:spcPts val="422"/>
              </a:spcBef>
              <a:spcAft>
                <a:spcPts val="0"/>
              </a:spcAft>
              <a:buClr>
                <a:schemeClr val="dk1"/>
              </a:buClr>
              <a:buSzPts val="1800"/>
              <a:buFont typeface="Arial"/>
              <a:buChar char="•"/>
              <a:defRPr sz="3200" b="0" i="0" u="none" strike="noStrike" cap="none">
                <a:solidFill>
                  <a:schemeClr val="dk1"/>
                </a:solidFill>
                <a:latin typeface="Calibri"/>
                <a:ea typeface="Calibri"/>
                <a:cs typeface="Calibri"/>
                <a:sym typeface="Calibri"/>
              </a:defRPr>
            </a:lvl1pPr>
            <a:lvl2pPr marL="1072866" marR="0" lvl="1" indent="-402325" algn="l" rtl="0">
              <a:lnSpc>
                <a:spcPct val="100000"/>
              </a:lnSpc>
              <a:spcBef>
                <a:spcPts val="422"/>
              </a:spcBef>
              <a:spcAft>
                <a:spcPts val="0"/>
              </a:spcAft>
              <a:buClr>
                <a:schemeClr val="dk1"/>
              </a:buClr>
              <a:buSzPts val="1800"/>
              <a:buFont typeface="Arial"/>
              <a:buChar char="–"/>
              <a:defRPr sz="2800" b="0" i="0" u="none" strike="noStrike" cap="none">
                <a:solidFill>
                  <a:schemeClr val="dk1"/>
                </a:solidFill>
                <a:latin typeface="Calibri"/>
                <a:ea typeface="Calibri"/>
                <a:cs typeface="Calibri"/>
                <a:sym typeface="Calibri"/>
              </a:defRPr>
            </a:lvl2pPr>
            <a:lvl3pPr marL="1609298" marR="0" lvl="2" indent="-402325" algn="l" rtl="0">
              <a:lnSpc>
                <a:spcPct val="100000"/>
              </a:lnSpc>
              <a:spcBef>
                <a:spcPts val="422"/>
              </a:spcBef>
              <a:spcAft>
                <a:spcPts val="0"/>
              </a:spcAft>
              <a:buClr>
                <a:schemeClr val="dk1"/>
              </a:buClr>
              <a:buSzPts val="1800"/>
              <a:buFont typeface="Arial"/>
              <a:buChar char="•"/>
              <a:defRPr sz="2400" b="0" i="0" u="none" strike="noStrike" cap="none">
                <a:solidFill>
                  <a:schemeClr val="dk1"/>
                </a:solidFill>
                <a:latin typeface="Calibri"/>
                <a:ea typeface="Calibri"/>
                <a:cs typeface="Calibri"/>
                <a:sym typeface="Calibri"/>
              </a:defRPr>
            </a:lvl3pPr>
            <a:lvl4pPr marL="2145731" marR="0" lvl="3"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4pPr>
            <a:lvl5pPr marL="2682164" marR="0" lvl="4"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5pPr>
            <a:lvl6pPr marL="3218597" marR="0" lvl="5"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6pPr>
            <a:lvl7pPr marL="3755029" marR="0" lvl="6"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7pPr>
            <a:lvl8pPr marL="4291462" marR="0" lvl="7"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8pPr>
            <a:lvl9pPr marL="4827895" marR="0" lvl="8"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9pPr>
          </a:lstStyle>
          <a:p>
            <a:pPr marL="0" indent="0" algn="just">
              <a:spcBef>
                <a:spcPts val="0"/>
              </a:spcBef>
              <a:spcAft>
                <a:spcPts val="1173"/>
              </a:spcAft>
              <a:buClr>
                <a:srgbClr val="000000"/>
              </a:buClr>
              <a:buSzPts val="1100"/>
              <a:buNone/>
            </a:pPr>
            <a:r>
              <a:rPr lang="en-US" sz="1500" kern="0" noProof="1">
                <a:solidFill>
                  <a:srgbClr val="00B0F0"/>
                </a:solidFill>
              </a:rPr>
              <a:t>Dopo il lo</a:t>
            </a:r>
            <a:r>
              <a:rPr lang="en-US" sz="1500" kern="0" noProof="1">
                <a:solidFill>
                  <a:srgbClr val="FF0000"/>
                </a:solidFill>
              </a:rPr>
              <a:t>gin</a:t>
            </a:r>
            <a:r>
              <a:rPr lang="en-US" sz="1500" kern="0" noProof="1">
                <a:solidFill>
                  <a:schemeClr val="tx1"/>
                </a:solidFill>
              </a:rPr>
              <a:t>, il collaboratore </a:t>
            </a:r>
            <a:r>
              <a:rPr lang="en-US" sz="1500" kern="0" noProof="1">
                <a:solidFill>
                  <a:srgbClr val="00B0F0"/>
                </a:solidFill>
              </a:rPr>
              <a:t>accede</a:t>
            </a:r>
            <a:r>
              <a:rPr lang="en-US" sz="1500" kern="0" noProof="1">
                <a:solidFill>
                  <a:schemeClr val="tx1"/>
                </a:solidFill>
              </a:rPr>
              <a:t> a una pagina </a:t>
            </a:r>
            <a:r>
              <a:rPr lang="en-US" sz="1500" kern="0" noProof="1">
                <a:solidFill>
                  <a:srgbClr val="FF0000"/>
                </a:solidFill>
              </a:rPr>
              <a:t>HOME COLLABORATORE </a:t>
            </a:r>
            <a:r>
              <a:rPr lang="en-US" sz="1500" kern="0" noProof="1">
                <a:solidFill>
                  <a:schemeClr val="tx1"/>
                </a:solidFill>
              </a:rPr>
              <a:t>con </a:t>
            </a:r>
            <a:r>
              <a:rPr lang="en-US" sz="1500" kern="0" noProof="1">
                <a:solidFill>
                  <a:srgbClr val="00B050"/>
                </a:solidFill>
              </a:rPr>
              <a:t>l’elenco dei progetti </a:t>
            </a:r>
            <a:r>
              <a:rPr lang="en-US" sz="1500" kern="0" noProof="1">
                <a:solidFill>
                  <a:schemeClr val="tx1"/>
                </a:solidFill>
              </a:rPr>
              <a:t>in cui il collaboratore è assegnato ad almeno un task. </a:t>
            </a:r>
            <a:r>
              <a:rPr lang="en-US" sz="1500" kern="0" noProof="1">
                <a:solidFill>
                  <a:srgbClr val="00B0F0"/>
                </a:solidFill>
              </a:rPr>
              <a:t>Selezionando un progetto </a:t>
            </a:r>
            <a:r>
              <a:rPr lang="en-US" sz="1500" kern="0" noProof="1">
                <a:solidFill>
                  <a:schemeClr val="tx1"/>
                </a:solidFill>
              </a:rPr>
              <a:t>dall’elenco </a:t>
            </a:r>
            <a:r>
              <a:rPr lang="en-US" sz="1500" kern="0" noProof="1">
                <a:solidFill>
                  <a:srgbClr val="FFC000"/>
                </a:solidFill>
              </a:rPr>
              <a:t>compare</a:t>
            </a:r>
            <a:r>
              <a:rPr lang="en-US" sz="1500" kern="0" noProof="1">
                <a:solidFill>
                  <a:schemeClr val="tx1"/>
                </a:solidFill>
              </a:rPr>
              <a:t> </a:t>
            </a:r>
            <a:r>
              <a:rPr lang="en-US" sz="1500" kern="0" noProof="1">
                <a:solidFill>
                  <a:srgbClr val="00B050"/>
                </a:solidFill>
              </a:rPr>
              <a:t>la lista dei WP </a:t>
            </a:r>
            <a:r>
              <a:rPr lang="en-US" sz="1500" kern="0" noProof="1">
                <a:solidFill>
                  <a:schemeClr val="tx1"/>
                </a:solidFill>
              </a:rPr>
              <a:t>del progetto per cui il collaboratore è assegnato ad almeno un task. </a:t>
            </a:r>
            <a:r>
              <a:rPr lang="en-US" sz="1500" kern="0" noProof="1">
                <a:solidFill>
                  <a:srgbClr val="00B0F0"/>
                </a:solidFill>
              </a:rPr>
              <a:t>Selezionando un task</a:t>
            </a:r>
            <a:r>
              <a:rPr lang="en-US" sz="1500" kern="0" noProof="1">
                <a:solidFill>
                  <a:schemeClr val="tx1"/>
                </a:solidFill>
              </a:rPr>
              <a:t>, </a:t>
            </a:r>
            <a:r>
              <a:rPr lang="en-US" sz="1500" kern="0" noProof="1">
                <a:solidFill>
                  <a:srgbClr val="FFC000"/>
                </a:solidFill>
              </a:rPr>
              <a:t>compare</a:t>
            </a:r>
            <a:r>
              <a:rPr lang="en-US" sz="1500" kern="0" noProof="1">
                <a:solidFill>
                  <a:schemeClr val="tx1"/>
                </a:solidFill>
              </a:rPr>
              <a:t> </a:t>
            </a:r>
            <a:r>
              <a:rPr lang="en-US" sz="1500" kern="0" noProof="1">
                <a:solidFill>
                  <a:srgbClr val="00B050"/>
                </a:solidFill>
              </a:rPr>
              <a:t>una descrizione del task </a:t>
            </a:r>
            <a:r>
              <a:rPr lang="en-US" sz="1500" kern="0" noProof="1">
                <a:solidFill>
                  <a:schemeClr val="tx1"/>
                </a:solidFill>
              </a:rPr>
              <a:t>(titolo, mese, inizio e fine, numero di ore di lavoro previste, ore di lavoro effettuate) e </a:t>
            </a:r>
            <a:r>
              <a:rPr lang="en-US" sz="1500" kern="0" noProof="1">
                <a:solidFill>
                  <a:srgbClr val="00B050"/>
                </a:solidFill>
              </a:rPr>
              <a:t>una form </a:t>
            </a:r>
            <a:r>
              <a:rPr lang="en-US" sz="1500" kern="0" noProof="1">
                <a:solidFill>
                  <a:schemeClr val="tx1"/>
                </a:solidFill>
              </a:rPr>
              <a:t>in cui l’utente può </a:t>
            </a:r>
            <a:r>
              <a:rPr lang="en-US" sz="1500" kern="0" noProof="1">
                <a:solidFill>
                  <a:srgbClr val="00B0F0"/>
                </a:solidFill>
              </a:rPr>
              <a:t>scegliere un mese </a:t>
            </a:r>
            <a:r>
              <a:rPr lang="en-US" sz="1500" kern="0" noProof="1">
                <a:solidFill>
                  <a:schemeClr val="tx1"/>
                </a:solidFill>
              </a:rPr>
              <a:t>da un </a:t>
            </a:r>
            <a:r>
              <a:rPr lang="en-US" sz="1500" kern="0" noProof="1">
                <a:solidFill>
                  <a:srgbClr val="00B050"/>
                </a:solidFill>
              </a:rPr>
              <a:t>menu a tendina </a:t>
            </a:r>
            <a:r>
              <a:rPr lang="en-US" sz="1500" kern="0" noProof="1">
                <a:solidFill>
                  <a:schemeClr val="tx1"/>
                </a:solidFill>
              </a:rPr>
              <a:t>e </a:t>
            </a:r>
            <a:r>
              <a:rPr lang="en-US" sz="1500" kern="0" noProof="1">
                <a:solidFill>
                  <a:srgbClr val="00B0F0"/>
                </a:solidFill>
              </a:rPr>
              <a:t>inserire il numero di ore lavorate</a:t>
            </a:r>
            <a:r>
              <a:rPr lang="en-US" sz="1500" kern="0" noProof="1">
                <a:solidFill>
                  <a:schemeClr val="tx1"/>
                </a:solidFill>
              </a:rPr>
              <a:t> in quel mese in un </a:t>
            </a:r>
            <a:r>
              <a:rPr lang="en-US" sz="1500" kern="0" noProof="1">
                <a:solidFill>
                  <a:srgbClr val="00B050"/>
                </a:solidFill>
              </a:rPr>
              <a:t>campo di input</a:t>
            </a:r>
            <a:r>
              <a:rPr lang="en-US" sz="1500" kern="0" noProof="1">
                <a:solidFill>
                  <a:schemeClr val="tx1"/>
                </a:solidFill>
              </a:rPr>
              <a:t>. </a:t>
            </a:r>
            <a:r>
              <a:rPr lang="en-US" sz="1500" kern="0" noProof="1">
                <a:solidFill>
                  <a:srgbClr val="00B0F0"/>
                </a:solidFill>
              </a:rPr>
              <a:t>Premendo</a:t>
            </a:r>
            <a:r>
              <a:rPr lang="en-US" sz="1500" kern="0" noProof="1">
                <a:solidFill>
                  <a:schemeClr val="tx1"/>
                </a:solidFill>
              </a:rPr>
              <a:t> </a:t>
            </a:r>
            <a:r>
              <a:rPr lang="en-US" sz="1500" kern="0" noProof="1">
                <a:solidFill>
                  <a:srgbClr val="00B050"/>
                </a:solidFill>
              </a:rPr>
              <a:t>il bottone SALVA </a:t>
            </a:r>
            <a:r>
              <a:rPr lang="en-US" sz="1500" kern="0" noProof="1">
                <a:solidFill>
                  <a:schemeClr val="tx1"/>
                </a:solidFill>
              </a:rPr>
              <a:t>della form le ore lavorate dal collaboratore nel task nel mese </a:t>
            </a:r>
            <a:r>
              <a:rPr lang="en-US" sz="1500" kern="0" noProof="1">
                <a:solidFill>
                  <a:srgbClr val="FFC000"/>
                </a:solidFill>
              </a:rPr>
              <a:t>sono registrate permanentemente nella base di dati </a:t>
            </a:r>
            <a:r>
              <a:rPr lang="en-US" sz="1500" kern="0" noProof="1">
                <a:solidFill>
                  <a:schemeClr val="tx1"/>
                </a:solidFill>
              </a:rPr>
              <a:t>in sostituzione del valore precedente, che per default è 0.</a:t>
            </a:r>
          </a:p>
          <a:p>
            <a:pPr marL="0" indent="0" algn="just">
              <a:spcBef>
                <a:spcPts val="500"/>
              </a:spcBef>
              <a:spcAft>
                <a:spcPts val="1173"/>
              </a:spcAft>
              <a:buClr>
                <a:srgbClr val="000000"/>
              </a:buClr>
              <a:buSzPts val="1100"/>
              <a:buNone/>
            </a:pPr>
            <a:r>
              <a:rPr lang="en-US" sz="1500" kern="0" noProof="1">
                <a:solidFill>
                  <a:srgbClr val="FF0000"/>
                </a:solidFill>
              </a:rPr>
              <a:t>Pages (views)</a:t>
            </a:r>
            <a:r>
              <a:rPr lang="en-US" sz="1500" kern="0" noProof="1">
                <a:solidFill>
                  <a:schemeClr val="tx1"/>
                </a:solidFill>
              </a:rPr>
              <a:t>, </a:t>
            </a:r>
            <a:r>
              <a:rPr lang="en-US" sz="1500" kern="0" noProof="1">
                <a:solidFill>
                  <a:srgbClr val="00B050"/>
                </a:solidFill>
              </a:rPr>
              <a:t>view components</a:t>
            </a:r>
            <a:r>
              <a:rPr lang="en-US" sz="1500" kern="0" noProof="1">
                <a:solidFill>
                  <a:schemeClr val="tx1"/>
                </a:solidFill>
              </a:rPr>
              <a:t>, </a:t>
            </a:r>
            <a:r>
              <a:rPr lang="en-US" sz="1500" kern="0" noProof="1">
                <a:solidFill>
                  <a:srgbClr val="00B0F0"/>
                </a:solidFill>
              </a:rPr>
              <a:t>events</a:t>
            </a:r>
            <a:r>
              <a:rPr lang="en-US" sz="1500" kern="0" noProof="1">
                <a:solidFill>
                  <a:schemeClr val="tx1"/>
                </a:solidFill>
              </a:rPr>
              <a:t>, </a:t>
            </a:r>
            <a:r>
              <a:rPr lang="en-US" sz="1500" kern="0" noProof="1">
                <a:solidFill>
                  <a:srgbClr val="FFC000"/>
                </a:solidFill>
              </a:rPr>
              <a:t>effects</a:t>
            </a:r>
          </a:p>
        </p:txBody>
      </p:sp>
    </p:spTree>
    <p:extLst>
      <p:ext uri="{BB962C8B-B14F-4D97-AF65-F5344CB8AC3E}">
        <p14:creationId xmlns:p14="http://schemas.microsoft.com/office/powerpoint/2010/main" val="949530080"/>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9B221BA-AC53-D274-B2A8-EED78001B107}"/>
            </a:ext>
          </a:extLst>
        </p:cNvPr>
        <p:cNvGrpSpPr/>
        <p:nvPr/>
      </p:nvGrpSpPr>
      <p:grpSpPr>
        <a:xfrm>
          <a:off x="0" y="0"/>
          <a:ext cx="0" cy="0"/>
          <a:chOff x="0" y="0"/>
          <a:chExt cx="0" cy="0"/>
        </a:xfrm>
      </p:grpSpPr>
      <p:sp>
        <p:nvSpPr>
          <p:cNvPr id="4" name="Google Shape;135;p26">
            <a:extLst>
              <a:ext uri="{FF2B5EF4-FFF2-40B4-BE49-F238E27FC236}">
                <a16:creationId xmlns:a16="http://schemas.microsoft.com/office/drawing/2014/main" id="{E2FC4006-9376-7143-E999-A6EEF6BD2767}"/>
              </a:ext>
            </a:extLst>
          </p:cNvPr>
          <p:cNvSpPr txBox="1">
            <a:spLocks/>
          </p:cNvSpPr>
          <p:nvPr/>
        </p:nvSpPr>
        <p:spPr>
          <a:xfrm>
            <a:off x="426631" y="258833"/>
            <a:ext cx="11338737" cy="1143000"/>
          </a:xfrm>
          <a:prstGeom prst="rect">
            <a:avLst/>
          </a:prstGeom>
          <a:noFill/>
          <a:ln>
            <a:noFill/>
          </a:ln>
        </p:spPr>
        <p:txBody>
          <a:bodyPr spcFirstLastPara="1" wrap="square" lIns="107269" tIns="53620" rIns="107269" bIns="53620" anchor="ctr" anchorCtr="0">
            <a:noAutofit/>
          </a:bodyPr>
          <a:lstStyle>
            <a:defPPr marR="0" lvl="0" algn="l" rtl="0">
              <a:lnSpc>
                <a:spcPct val="100000"/>
              </a:lnSpc>
              <a:spcBef>
                <a:spcPts val="0"/>
              </a:spcBef>
              <a:spcAft>
                <a:spcPts val="0"/>
              </a:spcAft>
            </a:defPPr>
            <a:lvl1pPr marR="0" lvl="0" algn="ctr" rtl="0">
              <a:lnSpc>
                <a:spcPct val="100000"/>
              </a:lnSpc>
              <a:spcBef>
                <a:spcPts val="0"/>
              </a:spcBef>
              <a:spcAft>
                <a:spcPts val="0"/>
              </a:spcAft>
              <a:buClr>
                <a:schemeClr val="dk1"/>
              </a:buClr>
              <a:buSzPts val="1800"/>
              <a:buFont typeface="Calibri"/>
              <a:buNone/>
              <a:defRPr sz="44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9pPr>
          </a:lstStyle>
          <a:p>
            <a:r>
              <a:rPr lang="en-US" noProof="1"/>
              <a:t>Analisi dei requisiti applicativi – Interfacce</a:t>
            </a:r>
          </a:p>
        </p:txBody>
      </p:sp>
      <p:sp>
        <p:nvSpPr>
          <p:cNvPr id="5" name="Google Shape;136;p26">
            <a:extLst>
              <a:ext uri="{FF2B5EF4-FFF2-40B4-BE49-F238E27FC236}">
                <a16:creationId xmlns:a16="http://schemas.microsoft.com/office/drawing/2014/main" id="{65BCC953-AA92-5965-4ACD-8666F37D349E}"/>
              </a:ext>
            </a:extLst>
          </p:cNvPr>
          <p:cNvSpPr txBox="1">
            <a:spLocks/>
          </p:cNvSpPr>
          <p:nvPr/>
        </p:nvSpPr>
        <p:spPr>
          <a:xfrm>
            <a:off x="426631" y="1401833"/>
            <a:ext cx="11338736" cy="5331476"/>
          </a:xfrm>
          <a:prstGeom prst="rect">
            <a:avLst/>
          </a:prstGeom>
          <a:noFill/>
          <a:ln>
            <a:noFill/>
          </a:ln>
        </p:spPr>
        <p:txBody>
          <a:bodyPr spcFirstLastPara="1" wrap="square" lIns="107269" tIns="53620" rIns="107269" bIns="53620" anchor="t" anchorCtr="0">
            <a:noAutofit/>
          </a:bodyPr>
          <a:lstStyle>
            <a:defPPr marR="0" lvl="0" algn="l" rtl="0">
              <a:lnSpc>
                <a:spcPct val="100000"/>
              </a:lnSpc>
              <a:spcBef>
                <a:spcPts val="0"/>
              </a:spcBef>
              <a:spcAft>
                <a:spcPts val="0"/>
              </a:spcAft>
            </a:defPPr>
            <a:lvl1pPr marL="536433" marR="0" lvl="0" indent="-402325" algn="l" rtl="0">
              <a:lnSpc>
                <a:spcPct val="100000"/>
              </a:lnSpc>
              <a:spcBef>
                <a:spcPts val="422"/>
              </a:spcBef>
              <a:spcAft>
                <a:spcPts val="0"/>
              </a:spcAft>
              <a:buClr>
                <a:schemeClr val="dk1"/>
              </a:buClr>
              <a:buSzPts val="1800"/>
              <a:buFont typeface="Arial"/>
              <a:buChar char="•"/>
              <a:defRPr sz="3200" b="0" i="0" u="none" strike="noStrike" cap="none">
                <a:solidFill>
                  <a:schemeClr val="dk1"/>
                </a:solidFill>
                <a:latin typeface="Calibri"/>
                <a:ea typeface="Calibri"/>
                <a:cs typeface="Calibri"/>
                <a:sym typeface="Calibri"/>
              </a:defRPr>
            </a:lvl1pPr>
            <a:lvl2pPr marL="1072866" marR="0" lvl="1" indent="-402325" algn="l" rtl="0">
              <a:lnSpc>
                <a:spcPct val="100000"/>
              </a:lnSpc>
              <a:spcBef>
                <a:spcPts val="422"/>
              </a:spcBef>
              <a:spcAft>
                <a:spcPts val="0"/>
              </a:spcAft>
              <a:buClr>
                <a:schemeClr val="dk1"/>
              </a:buClr>
              <a:buSzPts val="1800"/>
              <a:buFont typeface="Arial"/>
              <a:buChar char="–"/>
              <a:defRPr sz="2800" b="0" i="0" u="none" strike="noStrike" cap="none">
                <a:solidFill>
                  <a:schemeClr val="dk1"/>
                </a:solidFill>
                <a:latin typeface="Calibri"/>
                <a:ea typeface="Calibri"/>
                <a:cs typeface="Calibri"/>
                <a:sym typeface="Calibri"/>
              </a:defRPr>
            </a:lvl2pPr>
            <a:lvl3pPr marL="1609298" marR="0" lvl="2" indent="-402325" algn="l" rtl="0">
              <a:lnSpc>
                <a:spcPct val="100000"/>
              </a:lnSpc>
              <a:spcBef>
                <a:spcPts val="422"/>
              </a:spcBef>
              <a:spcAft>
                <a:spcPts val="0"/>
              </a:spcAft>
              <a:buClr>
                <a:schemeClr val="dk1"/>
              </a:buClr>
              <a:buSzPts val="1800"/>
              <a:buFont typeface="Arial"/>
              <a:buChar char="•"/>
              <a:defRPr sz="2400" b="0" i="0" u="none" strike="noStrike" cap="none">
                <a:solidFill>
                  <a:schemeClr val="dk1"/>
                </a:solidFill>
                <a:latin typeface="Calibri"/>
                <a:ea typeface="Calibri"/>
                <a:cs typeface="Calibri"/>
                <a:sym typeface="Calibri"/>
              </a:defRPr>
            </a:lvl3pPr>
            <a:lvl4pPr marL="2145731" marR="0" lvl="3"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4pPr>
            <a:lvl5pPr marL="2682164" marR="0" lvl="4"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5pPr>
            <a:lvl6pPr marL="3218597" marR="0" lvl="5"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6pPr>
            <a:lvl7pPr marL="3755029" marR="0" lvl="6"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7pPr>
            <a:lvl8pPr marL="4291462" marR="0" lvl="7"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8pPr>
            <a:lvl9pPr marL="4827895" marR="0" lvl="8"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9pPr>
          </a:lstStyle>
          <a:p>
            <a:pPr marL="285750" indent="-285750" algn="just">
              <a:spcBef>
                <a:spcPts val="0"/>
              </a:spcBef>
              <a:spcAft>
                <a:spcPts val="1173"/>
              </a:spcAft>
              <a:buClr>
                <a:srgbClr val="000000"/>
              </a:buClr>
              <a:buSzPts val="1100"/>
            </a:pPr>
            <a:r>
              <a:rPr lang="en-US" sz="1500" kern="0" noProof="1">
                <a:solidFill>
                  <a:schemeClr val="tx1"/>
                </a:solidFill>
              </a:rPr>
              <a:t>Tutte le interfacce contengono </a:t>
            </a:r>
            <a:r>
              <a:rPr lang="en-US" sz="1500" kern="0" noProof="1">
                <a:solidFill>
                  <a:srgbClr val="00B050"/>
                </a:solidFill>
              </a:rPr>
              <a:t>un link LOGOUT </a:t>
            </a:r>
            <a:r>
              <a:rPr lang="en-US" sz="1500" kern="0" noProof="1">
                <a:solidFill>
                  <a:schemeClr val="tx1"/>
                </a:solidFill>
              </a:rPr>
              <a:t>che </a:t>
            </a:r>
            <a:r>
              <a:rPr lang="en-US" sz="1500" kern="0" noProof="1">
                <a:solidFill>
                  <a:srgbClr val="FFC000"/>
                </a:solidFill>
              </a:rPr>
              <a:t>annulla la sessione </a:t>
            </a:r>
            <a:r>
              <a:rPr lang="en-US" sz="1500" kern="0" noProof="1">
                <a:solidFill>
                  <a:schemeClr val="tx1"/>
                </a:solidFill>
              </a:rPr>
              <a:t>dell'utente e </a:t>
            </a:r>
            <a:r>
              <a:rPr lang="en-US" sz="1500" kern="0" noProof="1">
                <a:solidFill>
                  <a:srgbClr val="FFC000"/>
                </a:solidFill>
              </a:rPr>
              <a:t>riporta alla pagina di login</a:t>
            </a:r>
            <a:r>
              <a:rPr lang="en-US" sz="1500" kern="0" noProof="1">
                <a:solidFill>
                  <a:schemeClr val="tx1"/>
                </a:solidFill>
              </a:rPr>
              <a:t>.</a:t>
            </a:r>
          </a:p>
          <a:p>
            <a:pPr marL="285750" indent="-285750" algn="just">
              <a:spcBef>
                <a:spcPts val="0"/>
              </a:spcBef>
              <a:spcAft>
                <a:spcPts val="1173"/>
              </a:spcAft>
              <a:buClr>
                <a:srgbClr val="000000"/>
              </a:buClr>
              <a:buSzPts val="1100"/>
            </a:pPr>
            <a:r>
              <a:rPr lang="en-US" sz="1500" kern="0" noProof="1">
                <a:solidFill>
                  <a:schemeClr val="tx1"/>
                </a:solidFill>
              </a:rPr>
              <a:t>Nelle interfacce con più pagine, ogni pagina diversa dalla HOME contiene </a:t>
            </a:r>
            <a:r>
              <a:rPr lang="en-US" sz="1500" kern="0" noProof="1">
                <a:solidFill>
                  <a:srgbClr val="00B050"/>
                </a:solidFill>
              </a:rPr>
              <a:t>un link HOME </a:t>
            </a:r>
            <a:r>
              <a:rPr lang="en-US" sz="1500" kern="0" noProof="1">
                <a:solidFill>
                  <a:schemeClr val="tx1"/>
                </a:solidFill>
              </a:rPr>
              <a:t>che </a:t>
            </a:r>
            <a:r>
              <a:rPr lang="en-US" sz="1500" kern="0" noProof="1">
                <a:solidFill>
                  <a:srgbClr val="FFC000"/>
                </a:solidFill>
              </a:rPr>
              <a:t>riporta alla home page </a:t>
            </a:r>
            <a:r>
              <a:rPr lang="en-US" sz="1500" kern="0" noProof="1">
                <a:solidFill>
                  <a:schemeClr val="tx1"/>
                </a:solidFill>
              </a:rPr>
              <a:t>dell’interfaccia.</a:t>
            </a:r>
          </a:p>
          <a:p>
            <a:pPr marL="285750" indent="-285750" algn="just">
              <a:spcBef>
                <a:spcPts val="0"/>
              </a:spcBef>
              <a:spcAft>
                <a:spcPts val="1173"/>
              </a:spcAft>
              <a:buClr>
                <a:srgbClr val="000000"/>
              </a:buClr>
              <a:buSzPts val="1100"/>
            </a:pPr>
            <a:r>
              <a:rPr lang="en-US" sz="1500" kern="0" noProof="1">
                <a:solidFill>
                  <a:schemeClr val="tx1"/>
                </a:solidFill>
              </a:rPr>
              <a:t>Ogni pagina HOME riporta un </a:t>
            </a:r>
            <a:r>
              <a:rPr lang="en-US" sz="1500" kern="0" noProof="1">
                <a:solidFill>
                  <a:srgbClr val="00B050"/>
                </a:solidFill>
              </a:rPr>
              <a:t>messaggio di saluto </a:t>
            </a:r>
            <a:r>
              <a:rPr lang="en-US" sz="1500" kern="0" noProof="1">
                <a:solidFill>
                  <a:schemeClr val="tx1"/>
                </a:solidFill>
              </a:rPr>
              <a:t>che mostra il nome e il cognome dell’utente.</a:t>
            </a:r>
          </a:p>
          <a:p>
            <a:pPr marL="285750" indent="-285750" algn="just">
              <a:spcBef>
                <a:spcPts val="0"/>
              </a:spcBef>
              <a:spcAft>
                <a:spcPts val="1173"/>
              </a:spcAft>
              <a:buClr>
                <a:srgbClr val="000000"/>
              </a:buClr>
              <a:buSzPts val="1100"/>
            </a:pPr>
            <a:r>
              <a:rPr lang="en-US" sz="1500" kern="0" noProof="1">
                <a:solidFill>
                  <a:schemeClr val="tx1"/>
                </a:solidFill>
              </a:rPr>
              <a:t>Ogni pagina che mostra o modifica i dati di un determinato progetto </a:t>
            </a:r>
            <a:r>
              <a:rPr lang="en-US" sz="1500" kern="0" noProof="1">
                <a:solidFill>
                  <a:srgbClr val="00B050"/>
                </a:solidFill>
              </a:rPr>
              <a:t>mostra il titolo del progetto</a:t>
            </a:r>
            <a:r>
              <a:rPr lang="en-US" sz="1500" kern="0" noProof="1">
                <a:solidFill>
                  <a:schemeClr val="tx1"/>
                </a:solidFill>
              </a:rPr>
              <a:t>.</a:t>
            </a:r>
          </a:p>
          <a:p>
            <a:pPr marL="0" indent="0" algn="just">
              <a:spcBef>
                <a:spcPts val="500"/>
              </a:spcBef>
              <a:spcAft>
                <a:spcPts val="1173"/>
              </a:spcAft>
              <a:buClr>
                <a:srgbClr val="000000"/>
              </a:buClr>
              <a:buSzPts val="1100"/>
              <a:buNone/>
            </a:pPr>
            <a:r>
              <a:rPr lang="en-US" sz="1500" kern="0" noProof="1">
                <a:solidFill>
                  <a:srgbClr val="FF0000"/>
                </a:solidFill>
              </a:rPr>
              <a:t>Pages (views)</a:t>
            </a:r>
            <a:r>
              <a:rPr lang="en-US" sz="1500" kern="0" noProof="1">
                <a:solidFill>
                  <a:schemeClr val="tx1"/>
                </a:solidFill>
              </a:rPr>
              <a:t>, </a:t>
            </a:r>
            <a:r>
              <a:rPr lang="en-US" sz="1500" kern="0" noProof="1">
                <a:solidFill>
                  <a:srgbClr val="00B050"/>
                </a:solidFill>
              </a:rPr>
              <a:t>view components</a:t>
            </a:r>
            <a:r>
              <a:rPr lang="en-US" sz="1500" kern="0" noProof="1">
                <a:solidFill>
                  <a:schemeClr val="tx1"/>
                </a:solidFill>
              </a:rPr>
              <a:t>, </a:t>
            </a:r>
            <a:r>
              <a:rPr lang="en-US" sz="1500" kern="0" noProof="1">
                <a:solidFill>
                  <a:srgbClr val="00B0F0"/>
                </a:solidFill>
              </a:rPr>
              <a:t>events</a:t>
            </a:r>
            <a:r>
              <a:rPr lang="en-US" sz="1500" kern="0" noProof="1">
                <a:solidFill>
                  <a:schemeClr val="tx1"/>
                </a:solidFill>
              </a:rPr>
              <a:t>, </a:t>
            </a:r>
            <a:r>
              <a:rPr lang="en-US" sz="1500" kern="0" noProof="1">
                <a:solidFill>
                  <a:srgbClr val="FFC000"/>
                </a:solidFill>
              </a:rPr>
              <a:t>effects</a:t>
            </a:r>
          </a:p>
        </p:txBody>
      </p:sp>
    </p:spTree>
    <p:extLst>
      <p:ext uri="{BB962C8B-B14F-4D97-AF65-F5344CB8AC3E}">
        <p14:creationId xmlns:p14="http://schemas.microsoft.com/office/powerpoint/2010/main" val="180639760"/>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010B898-4D1F-20CA-D955-5D524E62D053}"/>
            </a:ext>
          </a:extLst>
        </p:cNvPr>
        <p:cNvGrpSpPr/>
        <p:nvPr/>
      </p:nvGrpSpPr>
      <p:grpSpPr>
        <a:xfrm>
          <a:off x="0" y="0"/>
          <a:ext cx="0" cy="0"/>
          <a:chOff x="0" y="0"/>
          <a:chExt cx="0" cy="0"/>
        </a:xfrm>
      </p:grpSpPr>
      <p:sp>
        <p:nvSpPr>
          <p:cNvPr id="4" name="Google Shape;135;p26">
            <a:extLst>
              <a:ext uri="{FF2B5EF4-FFF2-40B4-BE49-F238E27FC236}">
                <a16:creationId xmlns:a16="http://schemas.microsoft.com/office/drawing/2014/main" id="{C806F273-8ECA-45C8-252D-F8E5A4151814}"/>
              </a:ext>
            </a:extLst>
          </p:cNvPr>
          <p:cNvSpPr txBox="1">
            <a:spLocks/>
          </p:cNvSpPr>
          <p:nvPr/>
        </p:nvSpPr>
        <p:spPr>
          <a:xfrm>
            <a:off x="426631" y="258833"/>
            <a:ext cx="11338737" cy="1143000"/>
          </a:xfrm>
          <a:prstGeom prst="rect">
            <a:avLst/>
          </a:prstGeom>
          <a:noFill/>
          <a:ln>
            <a:noFill/>
          </a:ln>
        </p:spPr>
        <p:txBody>
          <a:bodyPr spcFirstLastPara="1" wrap="square" lIns="107269" tIns="53620" rIns="107269" bIns="53620" anchor="ctr" anchorCtr="0">
            <a:noAutofit/>
          </a:bodyPr>
          <a:lstStyle>
            <a:defPPr marR="0" lvl="0" algn="l" rtl="0">
              <a:lnSpc>
                <a:spcPct val="100000"/>
              </a:lnSpc>
              <a:spcBef>
                <a:spcPts val="0"/>
              </a:spcBef>
              <a:spcAft>
                <a:spcPts val="0"/>
              </a:spcAft>
            </a:defPPr>
            <a:lvl1pPr marR="0" lvl="0" algn="ctr" rtl="0">
              <a:lnSpc>
                <a:spcPct val="100000"/>
              </a:lnSpc>
              <a:spcBef>
                <a:spcPts val="0"/>
              </a:spcBef>
              <a:spcAft>
                <a:spcPts val="0"/>
              </a:spcAft>
              <a:buClr>
                <a:schemeClr val="dk1"/>
              </a:buClr>
              <a:buSzPts val="1800"/>
              <a:buFont typeface="Calibri"/>
              <a:buNone/>
              <a:defRPr sz="44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9pPr>
          </a:lstStyle>
          <a:p>
            <a:r>
              <a:rPr lang="en-US" noProof="1"/>
              <a:t>Completamento delle specifiche</a:t>
            </a:r>
          </a:p>
        </p:txBody>
      </p:sp>
      <p:sp>
        <p:nvSpPr>
          <p:cNvPr id="5" name="Google Shape;136;p26">
            <a:extLst>
              <a:ext uri="{FF2B5EF4-FFF2-40B4-BE49-F238E27FC236}">
                <a16:creationId xmlns:a16="http://schemas.microsoft.com/office/drawing/2014/main" id="{A008FA09-ACB0-CAC3-F8AF-ED77C817902F}"/>
              </a:ext>
            </a:extLst>
          </p:cNvPr>
          <p:cNvSpPr txBox="1">
            <a:spLocks/>
          </p:cNvSpPr>
          <p:nvPr/>
        </p:nvSpPr>
        <p:spPr>
          <a:xfrm>
            <a:off x="299104" y="1401833"/>
            <a:ext cx="11673554" cy="5331476"/>
          </a:xfrm>
          <a:prstGeom prst="rect">
            <a:avLst/>
          </a:prstGeom>
          <a:noFill/>
          <a:ln>
            <a:noFill/>
          </a:ln>
        </p:spPr>
        <p:txBody>
          <a:bodyPr spcFirstLastPara="1" wrap="square" lIns="107269" tIns="53620" rIns="107269" bIns="53620" anchor="t" anchorCtr="0">
            <a:noAutofit/>
          </a:bodyPr>
          <a:lstStyle>
            <a:defPPr marR="0" lvl="0" algn="l" rtl="0">
              <a:lnSpc>
                <a:spcPct val="100000"/>
              </a:lnSpc>
              <a:spcBef>
                <a:spcPts val="0"/>
              </a:spcBef>
              <a:spcAft>
                <a:spcPts val="0"/>
              </a:spcAft>
            </a:defPPr>
            <a:lvl1pPr marL="536433" marR="0" lvl="0" indent="-402325" algn="l" rtl="0">
              <a:lnSpc>
                <a:spcPct val="100000"/>
              </a:lnSpc>
              <a:spcBef>
                <a:spcPts val="422"/>
              </a:spcBef>
              <a:spcAft>
                <a:spcPts val="0"/>
              </a:spcAft>
              <a:buClr>
                <a:schemeClr val="dk1"/>
              </a:buClr>
              <a:buSzPts val="1800"/>
              <a:buFont typeface="Arial"/>
              <a:buChar char="•"/>
              <a:defRPr sz="3200" b="0" i="0" u="none" strike="noStrike" cap="none">
                <a:solidFill>
                  <a:schemeClr val="dk1"/>
                </a:solidFill>
                <a:latin typeface="Calibri"/>
                <a:ea typeface="Calibri"/>
                <a:cs typeface="Calibri"/>
                <a:sym typeface="Calibri"/>
              </a:defRPr>
            </a:lvl1pPr>
            <a:lvl2pPr marL="1072866" marR="0" lvl="1" indent="-402325" algn="l" rtl="0">
              <a:lnSpc>
                <a:spcPct val="100000"/>
              </a:lnSpc>
              <a:spcBef>
                <a:spcPts val="422"/>
              </a:spcBef>
              <a:spcAft>
                <a:spcPts val="0"/>
              </a:spcAft>
              <a:buClr>
                <a:schemeClr val="dk1"/>
              </a:buClr>
              <a:buSzPts val="1800"/>
              <a:buFont typeface="Arial"/>
              <a:buChar char="–"/>
              <a:defRPr sz="2800" b="0" i="0" u="none" strike="noStrike" cap="none">
                <a:solidFill>
                  <a:schemeClr val="dk1"/>
                </a:solidFill>
                <a:latin typeface="Calibri"/>
                <a:ea typeface="Calibri"/>
                <a:cs typeface="Calibri"/>
                <a:sym typeface="Calibri"/>
              </a:defRPr>
            </a:lvl2pPr>
            <a:lvl3pPr marL="1609298" marR="0" lvl="2" indent="-402325" algn="l" rtl="0">
              <a:lnSpc>
                <a:spcPct val="100000"/>
              </a:lnSpc>
              <a:spcBef>
                <a:spcPts val="422"/>
              </a:spcBef>
              <a:spcAft>
                <a:spcPts val="0"/>
              </a:spcAft>
              <a:buClr>
                <a:schemeClr val="dk1"/>
              </a:buClr>
              <a:buSzPts val="1800"/>
              <a:buFont typeface="Arial"/>
              <a:buChar char="•"/>
              <a:defRPr sz="2400" b="0" i="0" u="none" strike="noStrike" cap="none">
                <a:solidFill>
                  <a:schemeClr val="dk1"/>
                </a:solidFill>
                <a:latin typeface="Calibri"/>
                <a:ea typeface="Calibri"/>
                <a:cs typeface="Calibri"/>
                <a:sym typeface="Calibri"/>
              </a:defRPr>
            </a:lvl3pPr>
            <a:lvl4pPr marL="2145731" marR="0" lvl="3"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4pPr>
            <a:lvl5pPr marL="2682164" marR="0" lvl="4"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5pPr>
            <a:lvl6pPr marL="3218597" marR="0" lvl="5"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6pPr>
            <a:lvl7pPr marL="3755029" marR="0" lvl="6"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7pPr>
            <a:lvl8pPr marL="4291462" marR="0" lvl="7"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8pPr>
            <a:lvl9pPr marL="4827895" marR="0" lvl="8"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9pPr>
          </a:lstStyle>
          <a:p>
            <a:pPr marL="285750" indent="-285750">
              <a:spcBef>
                <a:spcPts val="0"/>
              </a:spcBef>
              <a:spcAft>
                <a:spcPts val="1173"/>
              </a:spcAft>
              <a:buClr>
                <a:srgbClr val="000000"/>
              </a:buClr>
              <a:buSzPts val="1100"/>
            </a:pPr>
            <a:r>
              <a:rPr lang="en-US" sz="1500" kern="0" noProof="1">
                <a:solidFill>
                  <a:schemeClr val="tx1"/>
                </a:solidFill>
              </a:rPr>
              <a:t>Accesso all’applicazione: all’apertura dell’applicazione viene mostrata la form di login tramite servlet e template Thymeleaf.</a:t>
            </a:r>
          </a:p>
          <a:p>
            <a:pPr marL="285750" indent="-285750">
              <a:spcBef>
                <a:spcPts val="0"/>
              </a:spcBef>
              <a:spcAft>
                <a:spcPts val="1173"/>
              </a:spcAft>
              <a:buClr>
                <a:srgbClr val="000000"/>
              </a:buClr>
              <a:buSzPts val="1100"/>
            </a:pPr>
            <a:r>
              <a:rPr lang="en-US" sz="1500" kern="0" noProof="1">
                <a:solidFill>
                  <a:schemeClr val="tx1"/>
                </a:solidFill>
              </a:rPr>
              <a:t>Amministratore – HOME AMMINISTRATORE: nella form di creazione task, la selezione di progetto e WP è realizzata tramite un unico menu a tendina contenente i WP raggruppati per progetto.</a:t>
            </a:r>
          </a:p>
          <a:p>
            <a:pPr marL="285750" indent="-285750">
              <a:spcBef>
                <a:spcPts val="0"/>
              </a:spcBef>
              <a:spcAft>
                <a:spcPts val="1173"/>
              </a:spcAft>
              <a:buClr>
                <a:srgbClr val="000000"/>
              </a:buClr>
              <a:buSzPts val="1100"/>
            </a:pPr>
            <a:r>
              <a:rPr lang="en-US" sz="1500" kern="0" noProof="1">
                <a:solidFill>
                  <a:schemeClr val="tx1"/>
                </a:solidFill>
              </a:rPr>
              <a:t>Amministratore – HOME AMMINISTRATORE: alla creazione di un task non vengono inserite righe iniziali per le ore previste o lavorate. L’assenza delle ore previste indica un dato non ancora definito, mentre un valore pari a 0 è valido solo se salvato esplicitamente; per le ore lavorate, invece, l’assenza del dato è interpretata come 0.</a:t>
            </a:r>
          </a:p>
          <a:p>
            <a:pPr marL="285750" indent="-285750">
              <a:spcBef>
                <a:spcPts val="0"/>
              </a:spcBef>
              <a:spcAft>
                <a:spcPts val="1173"/>
              </a:spcAft>
              <a:buClr>
                <a:srgbClr val="000000"/>
              </a:buClr>
              <a:buSzPts val="1100"/>
            </a:pPr>
            <a:r>
              <a:rPr lang="en-US" sz="1500" kern="0" noProof="1">
                <a:solidFill>
                  <a:schemeClr val="tx1"/>
                </a:solidFill>
              </a:rPr>
              <a:t>Amministratore – VERIFICA PROGETTI: all’apertura della pagina viene mostrato di default, se presente, il progetto in stato created più recente tra quelli creati dall’amministratore corrente, individuato tramite l’id più grande.</a:t>
            </a:r>
          </a:p>
          <a:p>
            <a:pPr marL="285750" indent="-285750">
              <a:spcBef>
                <a:spcPts val="0"/>
              </a:spcBef>
              <a:buClr>
                <a:srgbClr val="000000"/>
              </a:buClr>
              <a:buSzPts val="1100"/>
            </a:pPr>
            <a:r>
              <a:rPr lang="en-US" sz="1500" kern="0" noProof="1">
                <a:solidFill>
                  <a:schemeClr val="tx1"/>
                </a:solidFill>
              </a:rPr>
              <a:t>Controllo degli accessi: l’accesso alle pagine protette è gestito tramite filtri Jakarta Servlet.</a:t>
            </a:r>
          </a:p>
          <a:p>
            <a:pPr marL="822183" lvl="1" indent="-285750">
              <a:spcBef>
                <a:spcPts val="0"/>
              </a:spcBef>
              <a:buClr>
                <a:srgbClr val="000000"/>
              </a:buClr>
              <a:buSzPts val="1100"/>
            </a:pPr>
            <a:r>
              <a:rPr lang="en-US" sz="1500" kern="0" noProof="1">
                <a:solidFill>
                  <a:schemeClr val="tx1"/>
                </a:solidFill>
              </a:rPr>
              <a:t>Se un utente non autenticato richiede una pagina protetta, viene reindirizzato alla form di login.</a:t>
            </a:r>
          </a:p>
          <a:p>
            <a:pPr marL="822183" lvl="1" indent="-285750">
              <a:spcBef>
                <a:spcPts val="0"/>
              </a:spcBef>
              <a:spcAft>
                <a:spcPts val="1173"/>
              </a:spcAft>
              <a:buClr>
                <a:srgbClr val="000000"/>
              </a:buClr>
              <a:buSzPts val="1100"/>
            </a:pPr>
            <a:r>
              <a:rPr lang="en-US" sz="1500" kern="0" noProof="1">
                <a:solidFill>
                  <a:schemeClr val="tx1"/>
                </a:solidFill>
              </a:rPr>
              <a:t>Se un utente autenticato richiede una pagina non compatibile con il suo ruolo, la richiesta viene rifiutata con errore HTTP 403 Forbidden.</a:t>
            </a:r>
            <a:endParaRPr lang="en-US" sz="1800" kern="0" noProof="1">
              <a:solidFill>
                <a:schemeClr val="tx1"/>
              </a:solidFill>
            </a:endParaRPr>
          </a:p>
        </p:txBody>
      </p:sp>
    </p:spTree>
    <p:extLst>
      <p:ext uri="{BB962C8B-B14F-4D97-AF65-F5344CB8AC3E}">
        <p14:creationId xmlns:p14="http://schemas.microsoft.com/office/powerpoint/2010/main" val="2865171968"/>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6276AEE-091D-F42F-33B0-CC31F553C282}"/>
            </a:ext>
          </a:extLst>
        </p:cNvPr>
        <p:cNvGrpSpPr/>
        <p:nvPr/>
      </p:nvGrpSpPr>
      <p:grpSpPr>
        <a:xfrm>
          <a:off x="0" y="0"/>
          <a:ext cx="0" cy="0"/>
          <a:chOff x="0" y="0"/>
          <a:chExt cx="0" cy="0"/>
        </a:xfrm>
      </p:grpSpPr>
      <p:sp>
        <p:nvSpPr>
          <p:cNvPr id="4" name="Google Shape;135;p26">
            <a:extLst>
              <a:ext uri="{FF2B5EF4-FFF2-40B4-BE49-F238E27FC236}">
                <a16:creationId xmlns:a16="http://schemas.microsoft.com/office/drawing/2014/main" id="{F8AE0A92-B370-41FD-1F8D-8461D33C8F5A}"/>
              </a:ext>
            </a:extLst>
          </p:cNvPr>
          <p:cNvSpPr txBox="1">
            <a:spLocks/>
          </p:cNvSpPr>
          <p:nvPr/>
        </p:nvSpPr>
        <p:spPr>
          <a:xfrm>
            <a:off x="426631" y="258833"/>
            <a:ext cx="11338737" cy="1143000"/>
          </a:xfrm>
          <a:prstGeom prst="rect">
            <a:avLst/>
          </a:prstGeom>
          <a:noFill/>
          <a:ln>
            <a:noFill/>
          </a:ln>
        </p:spPr>
        <p:txBody>
          <a:bodyPr spcFirstLastPara="1" wrap="square" lIns="107269" tIns="53620" rIns="107269" bIns="53620" anchor="ctr" anchorCtr="0">
            <a:noAutofit/>
          </a:bodyPr>
          <a:lstStyle>
            <a:defPPr marR="0" lvl="0" algn="l" rtl="0">
              <a:lnSpc>
                <a:spcPct val="100000"/>
              </a:lnSpc>
              <a:spcBef>
                <a:spcPts val="0"/>
              </a:spcBef>
              <a:spcAft>
                <a:spcPts val="0"/>
              </a:spcAft>
            </a:defPPr>
            <a:lvl1pPr marR="0" lvl="0" algn="ctr" rtl="0">
              <a:lnSpc>
                <a:spcPct val="100000"/>
              </a:lnSpc>
              <a:spcBef>
                <a:spcPts val="0"/>
              </a:spcBef>
              <a:spcAft>
                <a:spcPts val="0"/>
              </a:spcAft>
              <a:buClr>
                <a:schemeClr val="dk1"/>
              </a:buClr>
              <a:buSzPts val="1800"/>
              <a:buFont typeface="Calibri"/>
              <a:buNone/>
              <a:defRPr sz="44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9pPr>
          </a:lstStyle>
          <a:p>
            <a:r>
              <a:rPr lang="en-US" noProof="1"/>
              <a:t>Completamento delle specifiche</a:t>
            </a:r>
          </a:p>
        </p:txBody>
      </p:sp>
      <p:sp>
        <p:nvSpPr>
          <p:cNvPr id="5" name="Google Shape;136;p26">
            <a:extLst>
              <a:ext uri="{FF2B5EF4-FFF2-40B4-BE49-F238E27FC236}">
                <a16:creationId xmlns:a16="http://schemas.microsoft.com/office/drawing/2014/main" id="{7EAF3D0F-9DFD-B31D-77D0-BC411C9F7523}"/>
              </a:ext>
            </a:extLst>
          </p:cNvPr>
          <p:cNvSpPr txBox="1">
            <a:spLocks/>
          </p:cNvSpPr>
          <p:nvPr/>
        </p:nvSpPr>
        <p:spPr>
          <a:xfrm>
            <a:off x="299104" y="1401833"/>
            <a:ext cx="11673554" cy="5331476"/>
          </a:xfrm>
          <a:prstGeom prst="rect">
            <a:avLst/>
          </a:prstGeom>
          <a:noFill/>
          <a:ln>
            <a:noFill/>
          </a:ln>
        </p:spPr>
        <p:txBody>
          <a:bodyPr spcFirstLastPara="1" wrap="square" lIns="107269" tIns="53620" rIns="107269" bIns="53620" anchor="t" anchorCtr="0">
            <a:noAutofit/>
          </a:bodyPr>
          <a:lstStyle>
            <a:defPPr marR="0" lvl="0" algn="l" rtl="0">
              <a:lnSpc>
                <a:spcPct val="100000"/>
              </a:lnSpc>
              <a:spcBef>
                <a:spcPts val="0"/>
              </a:spcBef>
              <a:spcAft>
                <a:spcPts val="0"/>
              </a:spcAft>
            </a:defPPr>
            <a:lvl1pPr marL="536433" marR="0" lvl="0" indent="-402325" algn="l" rtl="0">
              <a:lnSpc>
                <a:spcPct val="100000"/>
              </a:lnSpc>
              <a:spcBef>
                <a:spcPts val="422"/>
              </a:spcBef>
              <a:spcAft>
                <a:spcPts val="0"/>
              </a:spcAft>
              <a:buClr>
                <a:schemeClr val="dk1"/>
              </a:buClr>
              <a:buSzPts val="1800"/>
              <a:buFont typeface="Arial"/>
              <a:buChar char="•"/>
              <a:defRPr sz="3200" b="0" i="0" u="none" strike="noStrike" cap="none">
                <a:solidFill>
                  <a:schemeClr val="dk1"/>
                </a:solidFill>
                <a:latin typeface="Calibri"/>
                <a:ea typeface="Calibri"/>
                <a:cs typeface="Calibri"/>
                <a:sym typeface="Calibri"/>
              </a:defRPr>
            </a:lvl1pPr>
            <a:lvl2pPr marL="1072866" marR="0" lvl="1" indent="-402325" algn="l" rtl="0">
              <a:lnSpc>
                <a:spcPct val="100000"/>
              </a:lnSpc>
              <a:spcBef>
                <a:spcPts val="422"/>
              </a:spcBef>
              <a:spcAft>
                <a:spcPts val="0"/>
              </a:spcAft>
              <a:buClr>
                <a:schemeClr val="dk1"/>
              </a:buClr>
              <a:buSzPts val="1800"/>
              <a:buFont typeface="Arial"/>
              <a:buChar char="–"/>
              <a:defRPr sz="2800" b="0" i="0" u="none" strike="noStrike" cap="none">
                <a:solidFill>
                  <a:schemeClr val="dk1"/>
                </a:solidFill>
                <a:latin typeface="Calibri"/>
                <a:ea typeface="Calibri"/>
                <a:cs typeface="Calibri"/>
                <a:sym typeface="Calibri"/>
              </a:defRPr>
            </a:lvl2pPr>
            <a:lvl3pPr marL="1609298" marR="0" lvl="2" indent="-402325" algn="l" rtl="0">
              <a:lnSpc>
                <a:spcPct val="100000"/>
              </a:lnSpc>
              <a:spcBef>
                <a:spcPts val="422"/>
              </a:spcBef>
              <a:spcAft>
                <a:spcPts val="0"/>
              </a:spcAft>
              <a:buClr>
                <a:schemeClr val="dk1"/>
              </a:buClr>
              <a:buSzPts val="1800"/>
              <a:buFont typeface="Arial"/>
              <a:buChar char="•"/>
              <a:defRPr sz="2400" b="0" i="0" u="none" strike="noStrike" cap="none">
                <a:solidFill>
                  <a:schemeClr val="dk1"/>
                </a:solidFill>
                <a:latin typeface="Calibri"/>
                <a:ea typeface="Calibri"/>
                <a:cs typeface="Calibri"/>
                <a:sym typeface="Calibri"/>
              </a:defRPr>
            </a:lvl3pPr>
            <a:lvl4pPr marL="2145731" marR="0" lvl="3"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4pPr>
            <a:lvl5pPr marL="2682164" marR="0" lvl="4"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5pPr>
            <a:lvl6pPr marL="3218597" marR="0" lvl="5"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6pPr>
            <a:lvl7pPr marL="3755029" marR="0" lvl="6"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7pPr>
            <a:lvl8pPr marL="4291462" marR="0" lvl="7"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8pPr>
            <a:lvl9pPr marL="4827895" marR="0" lvl="8"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9pPr>
          </a:lstStyle>
          <a:p>
            <a:pPr marL="285750" indent="-285750">
              <a:spcBef>
                <a:spcPts val="0"/>
              </a:spcBef>
              <a:spcAft>
                <a:spcPts val="1173"/>
              </a:spcAft>
              <a:buClr>
                <a:srgbClr val="000000"/>
              </a:buClr>
              <a:buSzPts val="1100"/>
            </a:pPr>
            <a:r>
              <a:rPr lang="en-US" sz="1500" kern="0" noProof="1">
                <a:solidFill>
                  <a:schemeClr val="tx1"/>
                </a:solidFill>
              </a:rPr>
              <a:t>Instradamento utenti technical: dopo il login, gli utenti con ruolo tecnico accedono a una pagina intermedia HOME TECNICO, dalla quale possono scegliere se entrare nell’area Responsabile o nell’area Collaboratore.</a:t>
            </a:r>
          </a:p>
          <a:p>
            <a:pPr marL="285750" indent="-285750">
              <a:spcBef>
                <a:spcPts val="0"/>
              </a:spcBef>
              <a:spcAft>
                <a:spcPts val="1173"/>
              </a:spcAft>
              <a:buClr>
                <a:srgbClr val="000000"/>
              </a:buClr>
              <a:buSzPts val="1100"/>
            </a:pPr>
            <a:r>
              <a:rPr lang="en-US" sz="1500" kern="0" noProof="1">
                <a:solidFill>
                  <a:schemeClr val="tx1"/>
                </a:solidFill>
              </a:rPr>
              <a:t>Responsabile – HOME RESPONSABILE: nella form di selezione del task, i task sono visualizzati in un unico menu a tendina, raggruppati per progetto e suddivisi per work package.</a:t>
            </a:r>
          </a:p>
          <a:p>
            <a:pPr marL="285750" indent="-285750">
              <a:spcBef>
                <a:spcPts val="0"/>
              </a:spcBef>
              <a:buClr>
                <a:srgbClr val="000000"/>
              </a:buClr>
              <a:buSzPts val="1100"/>
            </a:pPr>
            <a:r>
              <a:rPr lang="en-US" sz="1500" kern="0" noProof="1">
                <a:solidFill>
                  <a:schemeClr val="tx1"/>
                </a:solidFill>
              </a:rPr>
              <a:t>Per coerenza con il design applicativo, da questa sezione in poi i ruoli della specifica vengono indicati con naming inglese.</a:t>
            </a:r>
          </a:p>
          <a:p>
            <a:pPr marL="822183" lvl="1" indent="-285750">
              <a:spcBef>
                <a:spcPts val="0"/>
              </a:spcBef>
              <a:buClr>
                <a:srgbClr val="000000"/>
              </a:buClr>
              <a:buSzPts val="1100"/>
            </a:pPr>
            <a:r>
              <a:rPr lang="en-US" sz="1500" kern="0" noProof="1">
                <a:solidFill>
                  <a:schemeClr val="tx1"/>
                </a:solidFill>
              </a:rPr>
              <a:t>Amministratore: admin</a:t>
            </a:r>
          </a:p>
          <a:p>
            <a:pPr marL="822183" lvl="1" indent="-285750">
              <a:spcBef>
                <a:spcPts val="0"/>
              </a:spcBef>
              <a:buClr>
                <a:srgbClr val="000000"/>
              </a:buClr>
              <a:buSzPts val="1100"/>
            </a:pPr>
            <a:r>
              <a:rPr lang="en-US" sz="1500" kern="0" noProof="1">
                <a:solidFill>
                  <a:schemeClr val="tx1"/>
                </a:solidFill>
              </a:rPr>
              <a:t>Tecnico: technical</a:t>
            </a:r>
          </a:p>
          <a:p>
            <a:pPr marL="822183" lvl="1" indent="-285750">
              <a:spcBef>
                <a:spcPts val="0"/>
              </a:spcBef>
              <a:buClr>
                <a:srgbClr val="000000"/>
              </a:buClr>
              <a:buSzPts val="1100"/>
            </a:pPr>
            <a:r>
              <a:rPr lang="en-US" sz="1500" kern="0" noProof="1">
                <a:solidFill>
                  <a:schemeClr val="tx1"/>
                </a:solidFill>
              </a:rPr>
              <a:t>Collaboratore: collaborator</a:t>
            </a:r>
          </a:p>
          <a:p>
            <a:pPr marL="822183" lvl="1" indent="-285750">
              <a:spcBef>
                <a:spcPts val="0"/>
              </a:spcBef>
              <a:buClr>
                <a:srgbClr val="000000"/>
              </a:buClr>
              <a:buSzPts val="1100"/>
            </a:pPr>
            <a:r>
              <a:rPr lang="en-US" sz="1500" kern="0" noProof="1">
                <a:solidFill>
                  <a:schemeClr val="tx1"/>
                </a:solidFill>
              </a:rPr>
              <a:t>Responsabile: manager</a:t>
            </a:r>
          </a:p>
        </p:txBody>
      </p:sp>
    </p:spTree>
    <p:extLst>
      <p:ext uri="{BB962C8B-B14F-4D97-AF65-F5344CB8AC3E}">
        <p14:creationId xmlns:p14="http://schemas.microsoft.com/office/powerpoint/2010/main" val="180627304"/>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00DE9B7-B6B9-423C-FB84-CE103E863ADA}"/>
            </a:ext>
          </a:extLst>
        </p:cNvPr>
        <p:cNvGrpSpPr/>
        <p:nvPr/>
      </p:nvGrpSpPr>
      <p:grpSpPr>
        <a:xfrm>
          <a:off x="0" y="0"/>
          <a:ext cx="0" cy="0"/>
          <a:chOff x="0" y="0"/>
          <a:chExt cx="0" cy="0"/>
        </a:xfrm>
      </p:grpSpPr>
      <p:sp>
        <p:nvSpPr>
          <p:cNvPr id="4" name="Google Shape;135;p26">
            <a:extLst>
              <a:ext uri="{FF2B5EF4-FFF2-40B4-BE49-F238E27FC236}">
                <a16:creationId xmlns:a16="http://schemas.microsoft.com/office/drawing/2014/main" id="{603D3FA5-98F2-E774-85FD-CC360133DD1F}"/>
              </a:ext>
            </a:extLst>
          </p:cNvPr>
          <p:cNvSpPr txBox="1">
            <a:spLocks/>
          </p:cNvSpPr>
          <p:nvPr/>
        </p:nvSpPr>
        <p:spPr>
          <a:xfrm>
            <a:off x="426631" y="258833"/>
            <a:ext cx="11338737" cy="1143000"/>
          </a:xfrm>
          <a:prstGeom prst="rect">
            <a:avLst/>
          </a:prstGeom>
          <a:noFill/>
          <a:ln>
            <a:noFill/>
          </a:ln>
        </p:spPr>
        <p:txBody>
          <a:bodyPr spcFirstLastPara="1" wrap="square" lIns="107269" tIns="53620" rIns="107269" bIns="53620" anchor="ctr" anchorCtr="0">
            <a:noAutofit/>
          </a:bodyPr>
          <a:lstStyle>
            <a:defPPr marR="0" lvl="0" algn="l" rtl="0">
              <a:lnSpc>
                <a:spcPct val="100000"/>
              </a:lnSpc>
              <a:spcBef>
                <a:spcPts val="0"/>
              </a:spcBef>
              <a:spcAft>
                <a:spcPts val="0"/>
              </a:spcAft>
            </a:defPPr>
            <a:lvl1pPr marR="0" lvl="0" algn="ctr" rtl="0">
              <a:lnSpc>
                <a:spcPct val="100000"/>
              </a:lnSpc>
              <a:spcBef>
                <a:spcPts val="0"/>
              </a:spcBef>
              <a:spcAft>
                <a:spcPts val="0"/>
              </a:spcAft>
              <a:buClr>
                <a:schemeClr val="dk1"/>
              </a:buClr>
              <a:buSzPts val="1800"/>
              <a:buFont typeface="Calibri"/>
              <a:buNone/>
              <a:defRPr sz="44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9pPr>
          </a:lstStyle>
          <a:p>
            <a:r>
              <a:rPr lang="en-US" noProof="1">
                <a:latin typeface="Calibri" panose="020F0502020204030204" pitchFamily="34" charset="0"/>
                <a:cs typeface="Calibri" panose="020F0502020204030204" pitchFamily="34" charset="0"/>
              </a:rPr>
              <a:t>Application design (login)</a:t>
            </a:r>
          </a:p>
        </p:txBody>
      </p:sp>
      <p:sp>
        <p:nvSpPr>
          <p:cNvPr id="2" name="Rectangle 1">
            <a:extLst>
              <a:ext uri="{FF2B5EF4-FFF2-40B4-BE49-F238E27FC236}">
                <a16:creationId xmlns:a16="http://schemas.microsoft.com/office/drawing/2014/main" id="{AD59093A-BFA4-0085-A8E5-3B505053AA3F}"/>
              </a:ext>
            </a:extLst>
          </p:cNvPr>
          <p:cNvSpPr/>
          <p:nvPr/>
        </p:nvSpPr>
        <p:spPr>
          <a:xfrm>
            <a:off x="600668" y="2777384"/>
            <a:ext cx="2830461" cy="1948440"/>
          </a:xfrm>
          <a:prstGeom prst="rect">
            <a:avLst/>
          </a:prstGeom>
        </p:spPr>
        <p:style>
          <a:lnRef idx="2">
            <a:schemeClr val="dk1"/>
          </a:lnRef>
          <a:fillRef idx="1">
            <a:schemeClr val="lt1"/>
          </a:fillRef>
          <a:effectRef idx="0">
            <a:schemeClr val="dk1"/>
          </a:effectRef>
          <a:fontRef idx="minor">
            <a:schemeClr val="dk1"/>
          </a:fontRef>
        </p:style>
        <p:txBody>
          <a:bodyPr rtlCol="0" anchor="t" anchorCtr="0"/>
          <a:lstStyle/>
          <a:p>
            <a:r>
              <a:rPr lang="en-US" dirty="0">
                <a:latin typeface="Calibri" panose="020F0502020204030204" pitchFamily="34" charset="0"/>
                <a:cs typeface="Calibri" panose="020F0502020204030204" pitchFamily="34" charset="0"/>
              </a:rPr>
              <a:t>Login</a:t>
            </a:r>
          </a:p>
        </p:txBody>
      </p:sp>
      <p:sp>
        <p:nvSpPr>
          <p:cNvPr id="3" name="Rounded Rectangle 2">
            <a:extLst>
              <a:ext uri="{FF2B5EF4-FFF2-40B4-BE49-F238E27FC236}">
                <a16:creationId xmlns:a16="http://schemas.microsoft.com/office/drawing/2014/main" id="{8866FE2D-163E-1392-8077-13A106A9315A}"/>
              </a:ext>
            </a:extLst>
          </p:cNvPr>
          <p:cNvSpPr/>
          <p:nvPr/>
        </p:nvSpPr>
        <p:spPr>
          <a:xfrm>
            <a:off x="761177" y="3766481"/>
            <a:ext cx="2402248" cy="453983"/>
          </a:xfrm>
          <a:prstGeom prst="roundRect">
            <a:avLst/>
          </a:prstGeom>
        </p:spPr>
        <p:style>
          <a:lnRef idx="2">
            <a:schemeClr val="accent3"/>
          </a:lnRef>
          <a:fillRef idx="1">
            <a:schemeClr val="lt1"/>
          </a:fillRef>
          <a:effectRef idx="0">
            <a:schemeClr val="accent3"/>
          </a:effectRef>
          <a:fontRef idx="minor">
            <a:schemeClr val="dk1"/>
          </a:fontRef>
        </p:style>
        <p:txBody>
          <a:bodyPr rtlCol="0" anchor="ctr"/>
          <a:lstStyle/>
          <a:p>
            <a:pPr algn="ctr"/>
            <a:r>
              <a:rPr lang="en-US" dirty="0">
                <a:solidFill>
                  <a:schemeClr val="tx1"/>
                </a:solidFill>
                <a:latin typeface="Calibri" panose="020F0502020204030204" pitchFamily="34" charset="0"/>
                <a:cs typeface="Calibri" panose="020F0502020204030204" pitchFamily="34" charset="0"/>
              </a:rPr>
              <a:t>Login Form</a:t>
            </a:r>
          </a:p>
        </p:txBody>
      </p:sp>
      <p:sp>
        <p:nvSpPr>
          <p:cNvPr id="11" name="Parallelogram 10">
            <a:extLst>
              <a:ext uri="{FF2B5EF4-FFF2-40B4-BE49-F238E27FC236}">
                <a16:creationId xmlns:a16="http://schemas.microsoft.com/office/drawing/2014/main" id="{2543432D-04C3-3AA6-DC6E-F49FAFED44D4}"/>
              </a:ext>
            </a:extLst>
          </p:cNvPr>
          <p:cNvSpPr/>
          <p:nvPr/>
        </p:nvSpPr>
        <p:spPr>
          <a:xfrm>
            <a:off x="3854176" y="3476565"/>
            <a:ext cx="1368152" cy="654359"/>
          </a:xfrm>
          <a:prstGeom prst="parallelogram">
            <a:avLst/>
          </a:prstGeom>
        </p:spPr>
        <p:style>
          <a:lnRef idx="2">
            <a:schemeClr val="accent2"/>
          </a:lnRef>
          <a:fillRef idx="1">
            <a:schemeClr val="lt1"/>
          </a:fillRef>
          <a:effectRef idx="0">
            <a:schemeClr val="accent2"/>
          </a:effectRef>
          <a:fontRef idx="minor">
            <a:schemeClr val="dk1"/>
          </a:fontRef>
        </p:style>
        <p:txBody>
          <a:bodyPr rtlCol="0" anchor="ctr"/>
          <a:lstStyle/>
          <a:p>
            <a:pPr algn="ctr"/>
            <a:r>
              <a:rPr lang="en-US" dirty="0">
                <a:latin typeface="Calibri" panose="020F0502020204030204" pitchFamily="34" charset="0"/>
                <a:cs typeface="Calibri" panose="020F0502020204030204" pitchFamily="34" charset="0"/>
              </a:rPr>
              <a:t>Login</a:t>
            </a:r>
          </a:p>
        </p:txBody>
      </p:sp>
      <p:sp>
        <p:nvSpPr>
          <p:cNvPr id="45" name="Oval 44">
            <a:extLst>
              <a:ext uri="{FF2B5EF4-FFF2-40B4-BE49-F238E27FC236}">
                <a16:creationId xmlns:a16="http://schemas.microsoft.com/office/drawing/2014/main" id="{B462DCD3-5B68-23DB-BE78-9AC161684D1C}"/>
              </a:ext>
            </a:extLst>
          </p:cNvPr>
          <p:cNvSpPr/>
          <p:nvPr/>
        </p:nvSpPr>
        <p:spPr>
          <a:xfrm>
            <a:off x="2924017" y="3642509"/>
            <a:ext cx="288032" cy="28803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latin typeface="Calibri" panose="020F0502020204030204" pitchFamily="34" charset="0"/>
              <a:cs typeface="Calibri" panose="020F0502020204030204" pitchFamily="34" charset="0"/>
            </a:endParaRPr>
          </a:p>
        </p:txBody>
      </p:sp>
      <p:sp>
        <p:nvSpPr>
          <p:cNvPr id="65" name="TextBox 64">
            <a:extLst>
              <a:ext uri="{FF2B5EF4-FFF2-40B4-BE49-F238E27FC236}">
                <a16:creationId xmlns:a16="http://schemas.microsoft.com/office/drawing/2014/main" id="{CDAC5660-B468-B6BB-91BE-55139A59C924}"/>
              </a:ext>
            </a:extLst>
          </p:cNvPr>
          <p:cNvSpPr txBox="1"/>
          <p:nvPr/>
        </p:nvSpPr>
        <p:spPr>
          <a:xfrm>
            <a:off x="2219263" y="3491869"/>
            <a:ext cx="758541" cy="338554"/>
          </a:xfrm>
          <a:prstGeom prst="rect">
            <a:avLst/>
          </a:prstGeom>
          <a:noFill/>
        </p:spPr>
        <p:txBody>
          <a:bodyPr wrap="none" rtlCol="0">
            <a:spAutoFit/>
          </a:bodyPr>
          <a:lstStyle/>
          <a:p>
            <a:r>
              <a:rPr lang="en-US" sz="1600" dirty="0">
                <a:solidFill>
                  <a:prstClr val="black"/>
                </a:solidFill>
                <a:latin typeface="Calibri" panose="020F0502020204030204" pitchFamily="34" charset="0"/>
                <a:cs typeface="Calibri" panose="020F0502020204030204" pitchFamily="34" charset="0"/>
              </a:rPr>
              <a:t>submit</a:t>
            </a:r>
          </a:p>
        </p:txBody>
      </p:sp>
      <p:cxnSp>
        <p:nvCxnSpPr>
          <p:cNvPr id="86" name="Straight Connector 85">
            <a:extLst>
              <a:ext uri="{FF2B5EF4-FFF2-40B4-BE49-F238E27FC236}">
                <a16:creationId xmlns:a16="http://schemas.microsoft.com/office/drawing/2014/main" id="{FADC3A6B-44EE-E39E-8DA5-B104410BDAC9}"/>
              </a:ext>
            </a:extLst>
          </p:cNvPr>
          <p:cNvCxnSpPr>
            <a:cxnSpLocks/>
            <a:stCxn id="45" idx="6"/>
          </p:cNvCxnSpPr>
          <p:nvPr/>
        </p:nvCxnSpPr>
        <p:spPr>
          <a:xfrm>
            <a:off x="3212049" y="3786525"/>
            <a:ext cx="727562" cy="0"/>
          </a:xfrm>
          <a:prstGeom prst="line">
            <a:avLst/>
          </a:prstGeom>
          <a:ln>
            <a:headEnd type="none" w="med" len="med"/>
            <a:tailEnd type="arrow" w="med" len="med"/>
          </a:ln>
        </p:spPr>
        <p:style>
          <a:lnRef idx="2">
            <a:schemeClr val="accent1"/>
          </a:lnRef>
          <a:fillRef idx="0">
            <a:schemeClr val="accent1"/>
          </a:fillRef>
          <a:effectRef idx="1">
            <a:schemeClr val="accent1"/>
          </a:effectRef>
          <a:fontRef idx="minor">
            <a:schemeClr val="tx1"/>
          </a:fontRef>
        </p:style>
      </p:cxnSp>
      <p:cxnSp>
        <p:nvCxnSpPr>
          <p:cNvPr id="111" name="Straight Connector 110">
            <a:extLst>
              <a:ext uri="{FF2B5EF4-FFF2-40B4-BE49-F238E27FC236}">
                <a16:creationId xmlns:a16="http://schemas.microsoft.com/office/drawing/2014/main" id="{4AEFA222-18D0-A019-ADF8-8AB395126B9F}"/>
              </a:ext>
            </a:extLst>
          </p:cNvPr>
          <p:cNvCxnSpPr>
            <a:cxnSpLocks/>
            <a:stCxn id="11" idx="2"/>
          </p:cNvCxnSpPr>
          <p:nvPr/>
        </p:nvCxnSpPr>
        <p:spPr>
          <a:xfrm>
            <a:off x="5140533" y="3803745"/>
            <a:ext cx="1782492" cy="0"/>
          </a:xfrm>
          <a:prstGeom prst="line">
            <a:avLst/>
          </a:prstGeom>
          <a:ln>
            <a:headEnd type="none" w="med" len="med"/>
            <a:tailEnd type="arrow" w="med" len="med"/>
          </a:ln>
        </p:spPr>
        <p:style>
          <a:lnRef idx="2">
            <a:schemeClr val="accent1"/>
          </a:lnRef>
          <a:fillRef idx="0">
            <a:schemeClr val="accent1"/>
          </a:fillRef>
          <a:effectRef idx="1">
            <a:schemeClr val="accent1"/>
          </a:effectRef>
          <a:fontRef idx="minor">
            <a:schemeClr val="tx1"/>
          </a:fontRef>
        </p:style>
      </p:cxnSp>
      <p:cxnSp>
        <p:nvCxnSpPr>
          <p:cNvPr id="117" name="Elbow Connector 116">
            <a:extLst>
              <a:ext uri="{FF2B5EF4-FFF2-40B4-BE49-F238E27FC236}">
                <a16:creationId xmlns:a16="http://schemas.microsoft.com/office/drawing/2014/main" id="{8BC0BF5C-3CF6-7841-4F5D-3A83BDDB784A}"/>
              </a:ext>
            </a:extLst>
          </p:cNvPr>
          <p:cNvCxnSpPr>
            <a:cxnSpLocks/>
            <a:stCxn id="11" idx="3"/>
          </p:cNvCxnSpPr>
          <p:nvPr/>
        </p:nvCxnSpPr>
        <p:spPr>
          <a:xfrm rot="16200000" flipH="1">
            <a:off x="4848507" y="3738874"/>
            <a:ext cx="1090557" cy="1874656"/>
          </a:xfrm>
          <a:prstGeom prst="bentConnector2">
            <a:avLst/>
          </a:prstGeom>
          <a:ln>
            <a:tailEnd type="arrow"/>
          </a:ln>
        </p:spPr>
        <p:style>
          <a:lnRef idx="2">
            <a:schemeClr val="accent1"/>
          </a:lnRef>
          <a:fillRef idx="0">
            <a:schemeClr val="accent1"/>
          </a:fillRef>
          <a:effectRef idx="1">
            <a:schemeClr val="accent1"/>
          </a:effectRef>
          <a:fontRef idx="minor">
            <a:schemeClr val="tx1"/>
          </a:fontRef>
        </p:style>
      </p:cxnSp>
      <p:sp>
        <p:nvSpPr>
          <p:cNvPr id="121" name="Rectangle 120">
            <a:extLst>
              <a:ext uri="{FF2B5EF4-FFF2-40B4-BE49-F238E27FC236}">
                <a16:creationId xmlns:a16="http://schemas.microsoft.com/office/drawing/2014/main" id="{71B936C3-4AEB-6B0D-8315-936A72B4AC2B}"/>
              </a:ext>
            </a:extLst>
          </p:cNvPr>
          <p:cNvSpPr/>
          <p:nvPr/>
        </p:nvSpPr>
        <p:spPr>
          <a:xfrm>
            <a:off x="6331113" y="4670903"/>
            <a:ext cx="2267219" cy="1928264"/>
          </a:xfrm>
          <a:prstGeom prst="rect">
            <a:avLst/>
          </a:prstGeom>
        </p:spPr>
        <p:style>
          <a:lnRef idx="2">
            <a:schemeClr val="dk1"/>
          </a:lnRef>
          <a:fillRef idx="1">
            <a:schemeClr val="lt1"/>
          </a:fillRef>
          <a:effectRef idx="0">
            <a:schemeClr val="dk1"/>
          </a:effectRef>
          <a:fontRef idx="minor">
            <a:schemeClr val="dk1"/>
          </a:fontRef>
        </p:style>
        <p:txBody>
          <a:bodyPr rtlCol="0" anchor="t" anchorCtr="0"/>
          <a:lstStyle/>
          <a:p>
            <a:r>
              <a:rPr lang="en-US" dirty="0">
                <a:latin typeface="Calibri" panose="020F0502020204030204" pitchFamily="34" charset="0"/>
                <a:cs typeface="Calibri" panose="020F0502020204030204" pitchFamily="34" charset="0"/>
              </a:rPr>
              <a:t>Home Technical</a:t>
            </a:r>
          </a:p>
        </p:txBody>
      </p:sp>
      <p:sp>
        <p:nvSpPr>
          <p:cNvPr id="122" name="Rectangle 121">
            <a:extLst>
              <a:ext uri="{FF2B5EF4-FFF2-40B4-BE49-F238E27FC236}">
                <a16:creationId xmlns:a16="http://schemas.microsoft.com/office/drawing/2014/main" id="{F9375187-9A36-8A6B-F8E6-D880627D10DF}"/>
              </a:ext>
            </a:extLst>
          </p:cNvPr>
          <p:cNvSpPr/>
          <p:nvPr/>
        </p:nvSpPr>
        <p:spPr>
          <a:xfrm>
            <a:off x="6923025" y="3020658"/>
            <a:ext cx="2272250" cy="1280975"/>
          </a:xfrm>
          <a:prstGeom prst="rect">
            <a:avLst/>
          </a:prstGeom>
        </p:spPr>
        <p:style>
          <a:lnRef idx="2">
            <a:schemeClr val="dk1"/>
          </a:lnRef>
          <a:fillRef idx="1">
            <a:schemeClr val="lt1"/>
          </a:fillRef>
          <a:effectRef idx="0">
            <a:schemeClr val="dk1"/>
          </a:effectRef>
          <a:fontRef idx="minor">
            <a:schemeClr val="dk1"/>
          </a:fontRef>
        </p:style>
        <p:txBody>
          <a:bodyPr rtlCol="0" anchor="t" anchorCtr="0"/>
          <a:lstStyle/>
          <a:p>
            <a:r>
              <a:rPr lang="en-US" dirty="0">
                <a:latin typeface="Calibri" panose="020F0502020204030204" pitchFamily="34" charset="0"/>
                <a:cs typeface="Calibri" panose="020F0502020204030204" pitchFamily="34" charset="0"/>
              </a:rPr>
              <a:t>Home Admin</a:t>
            </a:r>
          </a:p>
        </p:txBody>
      </p:sp>
      <p:sp>
        <p:nvSpPr>
          <p:cNvPr id="125" name="Oval 124">
            <a:extLst>
              <a:ext uri="{FF2B5EF4-FFF2-40B4-BE49-F238E27FC236}">
                <a16:creationId xmlns:a16="http://schemas.microsoft.com/office/drawing/2014/main" id="{6F86E661-B495-EC49-4358-7E2C06814813}"/>
              </a:ext>
            </a:extLst>
          </p:cNvPr>
          <p:cNvSpPr/>
          <p:nvPr/>
        </p:nvSpPr>
        <p:spPr>
          <a:xfrm>
            <a:off x="9061068" y="2856263"/>
            <a:ext cx="288032" cy="28803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latin typeface="Calibri" panose="020F0502020204030204" pitchFamily="34" charset="0"/>
              <a:cs typeface="Calibri" panose="020F0502020204030204" pitchFamily="34" charset="0"/>
            </a:endParaRPr>
          </a:p>
        </p:txBody>
      </p:sp>
      <p:sp>
        <p:nvSpPr>
          <p:cNvPr id="126" name="TextBox 125">
            <a:extLst>
              <a:ext uri="{FF2B5EF4-FFF2-40B4-BE49-F238E27FC236}">
                <a16:creationId xmlns:a16="http://schemas.microsoft.com/office/drawing/2014/main" id="{EC832A95-BCFC-EE7D-6EBF-0FE4AC634BC8}"/>
              </a:ext>
            </a:extLst>
          </p:cNvPr>
          <p:cNvSpPr txBox="1"/>
          <p:nvPr/>
        </p:nvSpPr>
        <p:spPr>
          <a:xfrm>
            <a:off x="8343993" y="2713524"/>
            <a:ext cx="720262" cy="338554"/>
          </a:xfrm>
          <a:prstGeom prst="rect">
            <a:avLst/>
          </a:prstGeom>
        </p:spPr>
        <p:txBody>
          <a:bodyPr wrap="none" rtlCol="0">
            <a:spAutoFit/>
          </a:bodyPr>
          <a:lstStyle/>
          <a:p>
            <a:r>
              <a:rPr lang="en-US" sz="1600" dirty="0">
                <a:solidFill>
                  <a:prstClr val="black"/>
                </a:solidFill>
                <a:latin typeface="Calibri" panose="020F0502020204030204" pitchFamily="34" charset="0"/>
                <a:cs typeface="Calibri" panose="020F0502020204030204" pitchFamily="34" charset="0"/>
              </a:rPr>
              <a:t>logout</a:t>
            </a:r>
          </a:p>
        </p:txBody>
      </p:sp>
      <p:sp>
        <p:nvSpPr>
          <p:cNvPr id="129" name="Oval 128">
            <a:extLst>
              <a:ext uri="{FF2B5EF4-FFF2-40B4-BE49-F238E27FC236}">
                <a16:creationId xmlns:a16="http://schemas.microsoft.com/office/drawing/2014/main" id="{A9FD4277-DC96-2A54-4933-A865164FA8EB}"/>
              </a:ext>
            </a:extLst>
          </p:cNvPr>
          <p:cNvSpPr/>
          <p:nvPr/>
        </p:nvSpPr>
        <p:spPr>
          <a:xfrm>
            <a:off x="8454316" y="4532538"/>
            <a:ext cx="288032" cy="28803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latin typeface="Calibri" panose="020F0502020204030204" pitchFamily="34" charset="0"/>
              <a:cs typeface="Calibri" panose="020F0502020204030204" pitchFamily="34" charset="0"/>
            </a:endParaRPr>
          </a:p>
        </p:txBody>
      </p:sp>
      <p:sp>
        <p:nvSpPr>
          <p:cNvPr id="130" name="TextBox 129">
            <a:extLst>
              <a:ext uri="{FF2B5EF4-FFF2-40B4-BE49-F238E27FC236}">
                <a16:creationId xmlns:a16="http://schemas.microsoft.com/office/drawing/2014/main" id="{B73329B2-AE2F-CB7C-6B62-9B5D606AE33D}"/>
              </a:ext>
            </a:extLst>
          </p:cNvPr>
          <p:cNvSpPr txBox="1"/>
          <p:nvPr/>
        </p:nvSpPr>
        <p:spPr>
          <a:xfrm>
            <a:off x="7769831" y="4383644"/>
            <a:ext cx="720262" cy="338554"/>
          </a:xfrm>
          <a:prstGeom prst="rect">
            <a:avLst/>
          </a:prstGeom>
          <a:noFill/>
        </p:spPr>
        <p:txBody>
          <a:bodyPr wrap="none" rtlCol="0">
            <a:spAutoFit/>
          </a:bodyPr>
          <a:lstStyle/>
          <a:p>
            <a:r>
              <a:rPr lang="en-US" sz="1600" dirty="0">
                <a:solidFill>
                  <a:prstClr val="black"/>
                </a:solidFill>
                <a:latin typeface="Calibri" panose="020F0502020204030204" pitchFamily="34" charset="0"/>
                <a:cs typeface="Calibri" panose="020F0502020204030204" pitchFamily="34" charset="0"/>
              </a:rPr>
              <a:t>logout</a:t>
            </a:r>
          </a:p>
        </p:txBody>
      </p:sp>
      <p:cxnSp>
        <p:nvCxnSpPr>
          <p:cNvPr id="131" name="Elbow Connector 130">
            <a:extLst>
              <a:ext uri="{FF2B5EF4-FFF2-40B4-BE49-F238E27FC236}">
                <a16:creationId xmlns:a16="http://schemas.microsoft.com/office/drawing/2014/main" id="{D5EBEDAE-9747-4F0D-6325-733400A07D67}"/>
              </a:ext>
            </a:extLst>
          </p:cNvPr>
          <p:cNvCxnSpPr>
            <a:cxnSpLocks/>
            <a:stCxn id="125" idx="0"/>
            <a:endCxn id="5" idx="2"/>
          </p:cNvCxnSpPr>
          <p:nvPr/>
        </p:nvCxnSpPr>
        <p:spPr>
          <a:xfrm rot="16200000" flipV="1">
            <a:off x="7831618" y="1482797"/>
            <a:ext cx="475242" cy="2271690"/>
          </a:xfrm>
          <a:prstGeom prst="bentConnector2">
            <a:avLst/>
          </a:prstGeom>
          <a:ln>
            <a:tailEnd type="arrow"/>
          </a:ln>
        </p:spPr>
        <p:style>
          <a:lnRef idx="2">
            <a:schemeClr val="accent1"/>
          </a:lnRef>
          <a:fillRef idx="0">
            <a:schemeClr val="accent1"/>
          </a:fillRef>
          <a:effectRef idx="1">
            <a:schemeClr val="accent1"/>
          </a:effectRef>
          <a:fontRef idx="minor">
            <a:schemeClr val="tx1"/>
          </a:fontRef>
        </p:style>
      </p:cxnSp>
      <p:cxnSp>
        <p:nvCxnSpPr>
          <p:cNvPr id="134" name="Elbow Connector 133">
            <a:extLst>
              <a:ext uri="{FF2B5EF4-FFF2-40B4-BE49-F238E27FC236}">
                <a16:creationId xmlns:a16="http://schemas.microsoft.com/office/drawing/2014/main" id="{21A43A73-1CB2-1D4A-95EC-69E289F5D1D4}"/>
              </a:ext>
            </a:extLst>
          </p:cNvPr>
          <p:cNvCxnSpPr>
            <a:cxnSpLocks/>
            <a:stCxn id="5" idx="5"/>
            <a:endCxn id="2" idx="0"/>
          </p:cNvCxnSpPr>
          <p:nvPr/>
        </p:nvCxnSpPr>
        <p:spPr>
          <a:xfrm rot="10800000" flipV="1">
            <a:off x="2015900" y="2381020"/>
            <a:ext cx="3712933" cy="396363"/>
          </a:xfrm>
          <a:prstGeom prst="bentConnector2">
            <a:avLst/>
          </a:prstGeom>
          <a:ln>
            <a:tailEnd type="arrow"/>
          </a:ln>
        </p:spPr>
        <p:style>
          <a:lnRef idx="2">
            <a:schemeClr val="accent1"/>
          </a:lnRef>
          <a:fillRef idx="0">
            <a:schemeClr val="accent1"/>
          </a:fillRef>
          <a:effectRef idx="1">
            <a:schemeClr val="accent1"/>
          </a:effectRef>
          <a:fontRef idx="minor">
            <a:schemeClr val="tx1"/>
          </a:fontRef>
        </p:style>
      </p:cxnSp>
      <p:sp>
        <p:nvSpPr>
          <p:cNvPr id="141" name="Oval 140">
            <a:extLst>
              <a:ext uri="{FF2B5EF4-FFF2-40B4-BE49-F238E27FC236}">
                <a16:creationId xmlns:a16="http://schemas.microsoft.com/office/drawing/2014/main" id="{42CF3BDD-0E89-CA05-C25D-A5807DB4B618}"/>
              </a:ext>
            </a:extLst>
          </p:cNvPr>
          <p:cNvSpPr/>
          <p:nvPr/>
        </p:nvSpPr>
        <p:spPr>
          <a:xfrm>
            <a:off x="8454316" y="5232558"/>
            <a:ext cx="288032" cy="28803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latin typeface="Calibri" panose="020F0502020204030204" pitchFamily="34" charset="0"/>
              <a:cs typeface="Calibri" panose="020F0502020204030204" pitchFamily="34" charset="0"/>
            </a:endParaRPr>
          </a:p>
        </p:txBody>
      </p:sp>
      <p:sp>
        <p:nvSpPr>
          <p:cNvPr id="142" name="TextBox 141">
            <a:extLst>
              <a:ext uri="{FF2B5EF4-FFF2-40B4-BE49-F238E27FC236}">
                <a16:creationId xmlns:a16="http://schemas.microsoft.com/office/drawing/2014/main" id="{276447A3-33D7-28B3-ABF5-9562C5AD7525}"/>
              </a:ext>
            </a:extLst>
          </p:cNvPr>
          <p:cNvSpPr txBox="1"/>
          <p:nvPr/>
        </p:nvSpPr>
        <p:spPr>
          <a:xfrm>
            <a:off x="8732538" y="5085668"/>
            <a:ext cx="1197507" cy="338554"/>
          </a:xfrm>
          <a:prstGeom prst="rect">
            <a:avLst/>
          </a:prstGeom>
          <a:noFill/>
        </p:spPr>
        <p:txBody>
          <a:bodyPr wrap="none" rtlCol="0">
            <a:spAutoFit/>
          </a:bodyPr>
          <a:lstStyle/>
          <a:p>
            <a:r>
              <a:rPr lang="en-US" sz="1600" dirty="0">
                <a:solidFill>
                  <a:prstClr val="black"/>
                </a:solidFill>
                <a:latin typeface="Calibri" panose="020F0502020204030204" pitchFamily="34" charset="0"/>
                <a:cs typeface="Calibri" panose="020F0502020204030204" pitchFamily="34" charset="0"/>
              </a:rPr>
              <a:t>collaborator</a:t>
            </a:r>
          </a:p>
        </p:txBody>
      </p:sp>
      <p:sp>
        <p:nvSpPr>
          <p:cNvPr id="143" name="Oval 142">
            <a:extLst>
              <a:ext uri="{FF2B5EF4-FFF2-40B4-BE49-F238E27FC236}">
                <a16:creationId xmlns:a16="http://schemas.microsoft.com/office/drawing/2014/main" id="{81AC0210-DCE6-74FC-9E75-C59D111BE0E1}"/>
              </a:ext>
            </a:extLst>
          </p:cNvPr>
          <p:cNvSpPr/>
          <p:nvPr/>
        </p:nvSpPr>
        <p:spPr>
          <a:xfrm>
            <a:off x="8444506" y="5920781"/>
            <a:ext cx="288032" cy="28803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latin typeface="Calibri" panose="020F0502020204030204" pitchFamily="34" charset="0"/>
              <a:cs typeface="Calibri" panose="020F0502020204030204" pitchFamily="34" charset="0"/>
            </a:endParaRPr>
          </a:p>
        </p:txBody>
      </p:sp>
      <p:sp>
        <p:nvSpPr>
          <p:cNvPr id="144" name="TextBox 143">
            <a:extLst>
              <a:ext uri="{FF2B5EF4-FFF2-40B4-BE49-F238E27FC236}">
                <a16:creationId xmlns:a16="http://schemas.microsoft.com/office/drawing/2014/main" id="{EA5F7032-A44D-6B80-0160-4E81E9943014}"/>
              </a:ext>
            </a:extLst>
          </p:cNvPr>
          <p:cNvSpPr txBox="1"/>
          <p:nvPr/>
        </p:nvSpPr>
        <p:spPr>
          <a:xfrm>
            <a:off x="8686818" y="5764968"/>
            <a:ext cx="920317" cy="338554"/>
          </a:xfrm>
          <a:prstGeom prst="rect">
            <a:avLst/>
          </a:prstGeom>
          <a:noFill/>
        </p:spPr>
        <p:txBody>
          <a:bodyPr wrap="none" rtlCol="0">
            <a:spAutoFit/>
          </a:bodyPr>
          <a:lstStyle/>
          <a:p>
            <a:r>
              <a:rPr lang="en-US" sz="1600" dirty="0">
                <a:solidFill>
                  <a:prstClr val="black"/>
                </a:solidFill>
                <a:latin typeface="Calibri" panose="020F0502020204030204" pitchFamily="34" charset="0"/>
                <a:cs typeface="Calibri" panose="020F0502020204030204" pitchFamily="34" charset="0"/>
              </a:rPr>
              <a:t>manager</a:t>
            </a:r>
          </a:p>
        </p:txBody>
      </p:sp>
      <p:cxnSp>
        <p:nvCxnSpPr>
          <p:cNvPr id="145" name="Straight Connector 144">
            <a:extLst>
              <a:ext uri="{FF2B5EF4-FFF2-40B4-BE49-F238E27FC236}">
                <a16:creationId xmlns:a16="http://schemas.microsoft.com/office/drawing/2014/main" id="{1C37B45D-2A34-3044-A358-BA5D53147C63}"/>
              </a:ext>
            </a:extLst>
          </p:cNvPr>
          <p:cNvCxnSpPr>
            <a:cxnSpLocks/>
          </p:cNvCxnSpPr>
          <p:nvPr/>
        </p:nvCxnSpPr>
        <p:spPr>
          <a:xfrm>
            <a:off x="8732538" y="5390038"/>
            <a:ext cx="1175739" cy="0"/>
          </a:xfrm>
          <a:prstGeom prst="line">
            <a:avLst/>
          </a:prstGeom>
          <a:ln>
            <a:headEnd type="none" w="med" len="med"/>
            <a:tailEnd type="arrow" w="med" len="med"/>
          </a:ln>
        </p:spPr>
        <p:style>
          <a:lnRef idx="2">
            <a:schemeClr val="accent1"/>
          </a:lnRef>
          <a:fillRef idx="0">
            <a:schemeClr val="accent1"/>
          </a:fillRef>
          <a:effectRef idx="1">
            <a:schemeClr val="accent1"/>
          </a:effectRef>
          <a:fontRef idx="minor">
            <a:schemeClr val="tx1"/>
          </a:fontRef>
        </p:style>
      </p:cxnSp>
      <p:cxnSp>
        <p:nvCxnSpPr>
          <p:cNvPr id="146" name="Straight Connector 145">
            <a:extLst>
              <a:ext uri="{FF2B5EF4-FFF2-40B4-BE49-F238E27FC236}">
                <a16:creationId xmlns:a16="http://schemas.microsoft.com/office/drawing/2014/main" id="{73CB1EC4-6964-E887-8EC4-0657CBF2EAE2}"/>
              </a:ext>
            </a:extLst>
          </p:cNvPr>
          <p:cNvCxnSpPr>
            <a:cxnSpLocks/>
          </p:cNvCxnSpPr>
          <p:nvPr/>
        </p:nvCxnSpPr>
        <p:spPr>
          <a:xfrm>
            <a:off x="8742347" y="6064797"/>
            <a:ext cx="1175739" cy="0"/>
          </a:xfrm>
          <a:prstGeom prst="line">
            <a:avLst/>
          </a:prstGeom>
          <a:ln>
            <a:headEnd type="none" w="med" len="med"/>
            <a:tailEnd type="arrow" w="med" len="med"/>
          </a:ln>
        </p:spPr>
        <p:style>
          <a:lnRef idx="2">
            <a:schemeClr val="accent1"/>
          </a:lnRef>
          <a:fillRef idx="0">
            <a:schemeClr val="accent1"/>
          </a:fillRef>
          <a:effectRef idx="1">
            <a:schemeClr val="accent1"/>
          </a:effectRef>
          <a:fontRef idx="minor">
            <a:schemeClr val="tx1"/>
          </a:fontRef>
        </p:style>
      </p:cxnSp>
      <p:sp>
        <p:nvSpPr>
          <p:cNvPr id="147" name="Rounded Rectangle 146">
            <a:extLst>
              <a:ext uri="{FF2B5EF4-FFF2-40B4-BE49-F238E27FC236}">
                <a16:creationId xmlns:a16="http://schemas.microsoft.com/office/drawing/2014/main" id="{5ACA4A9A-F2AF-8880-24C7-2E38FACC00C8}"/>
              </a:ext>
            </a:extLst>
          </p:cNvPr>
          <p:cNvSpPr/>
          <p:nvPr/>
        </p:nvSpPr>
        <p:spPr>
          <a:xfrm>
            <a:off x="6510859" y="5183877"/>
            <a:ext cx="1853238" cy="671710"/>
          </a:xfrm>
          <a:prstGeom prst="roundRect">
            <a:avLst/>
          </a:prstGeom>
        </p:spPr>
        <p:style>
          <a:lnRef idx="2">
            <a:schemeClr val="accent3"/>
          </a:lnRef>
          <a:fillRef idx="1">
            <a:schemeClr val="lt1"/>
          </a:fillRef>
          <a:effectRef idx="0">
            <a:schemeClr val="accent3"/>
          </a:effectRef>
          <a:fontRef idx="minor">
            <a:schemeClr val="dk1"/>
          </a:fontRef>
        </p:style>
        <p:txBody>
          <a:bodyPr rtlCol="0" anchor="ctr"/>
          <a:lstStyle/>
          <a:p>
            <a:pPr algn="ctr"/>
            <a:r>
              <a:rPr lang="en-US" dirty="0">
                <a:solidFill>
                  <a:schemeClr val="tx1"/>
                </a:solidFill>
                <a:latin typeface="Calibri" panose="020F0502020204030204" pitchFamily="34" charset="0"/>
                <a:cs typeface="Calibri" panose="020F0502020204030204" pitchFamily="34" charset="0"/>
              </a:rPr>
              <a:t>Role Links Selection</a:t>
            </a:r>
          </a:p>
        </p:txBody>
      </p:sp>
      <p:sp>
        <p:nvSpPr>
          <p:cNvPr id="153" name="TextBox 152">
            <a:extLst>
              <a:ext uri="{FF2B5EF4-FFF2-40B4-BE49-F238E27FC236}">
                <a16:creationId xmlns:a16="http://schemas.microsoft.com/office/drawing/2014/main" id="{139C026C-F0D9-5237-6366-582101E765E7}"/>
              </a:ext>
            </a:extLst>
          </p:cNvPr>
          <p:cNvSpPr txBox="1"/>
          <p:nvPr/>
        </p:nvSpPr>
        <p:spPr>
          <a:xfrm>
            <a:off x="5361039" y="3465757"/>
            <a:ext cx="1116011" cy="338554"/>
          </a:xfrm>
          <a:prstGeom prst="rect">
            <a:avLst/>
          </a:prstGeom>
          <a:noFill/>
        </p:spPr>
        <p:txBody>
          <a:bodyPr wrap="none" rtlCol="0">
            <a:spAutoFit/>
          </a:bodyPr>
          <a:lstStyle/>
          <a:p>
            <a:r>
              <a:rPr lang="en-US" sz="1600" dirty="0">
                <a:solidFill>
                  <a:prstClr val="black"/>
                </a:solidFill>
                <a:latin typeface="Calibri"/>
              </a:rPr>
              <a:t>admin user</a:t>
            </a:r>
          </a:p>
        </p:txBody>
      </p:sp>
      <p:sp>
        <p:nvSpPr>
          <p:cNvPr id="154" name="TextBox 153">
            <a:extLst>
              <a:ext uri="{FF2B5EF4-FFF2-40B4-BE49-F238E27FC236}">
                <a16:creationId xmlns:a16="http://schemas.microsoft.com/office/drawing/2014/main" id="{B8C1C963-2D07-7DF5-8C31-662147328E68}"/>
              </a:ext>
            </a:extLst>
          </p:cNvPr>
          <p:cNvSpPr txBox="1"/>
          <p:nvPr/>
        </p:nvSpPr>
        <p:spPr>
          <a:xfrm>
            <a:off x="4483624" y="4911429"/>
            <a:ext cx="1339726" cy="338554"/>
          </a:xfrm>
          <a:prstGeom prst="rect">
            <a:avLst/>
          </a:prstGeom>
          <a:noFill/>
        </p:spPr>
        <p:txBody>
          <a:bodyPr wrap="none" rtlCol="0">
            <a:spAutoFit/>
          </a:bodyPr>
          <a:lstStyle/>
          <a:p>
            <a:r>
              <a:rPr lang="en-US" sz="1600" dirty="0">
                <a:solidFill>
                  <a:prstClr val="black"/>
                </a:solidFill>
                <a:latin typeface="Calibri"/>
              </a:rPr>
              <a:t>technical user</a:t>
            </a:r>
          </a:p>
        </p:txBody>
      </p:sp>
      <p:sp>
        <p:nvSpPr>
          <p:cNvPr id="155" name="TextBox 154">
            <a:extLst>
              <a:ext uri="{FF2B5EF4-FFF2-40B4-BE49-F238E27FC236}">
                <a16:creationId xmlns:a16="http://schemas.microsoft.com/office/drawing/2014/main" id="{5E1B44CE-5A2F-E4F3-684C-8A482805BE79}"/>
              </a:ext>
            </a:extLst>
          </p:cNvPr>
          <p:cNvSpPr txBox="1"/>
          <p:nvPr/>
        </p:nvSpPr>
        <p:spPr>
          <a:xfrm>
            <a:off x="5071864" y="3819669"/>
            <a:ext cx="1446230" cy="338554"/>
          </a:xfrm>
          <a:prstGeom prst="rect">
            <a:avLst/>
          </a:prstGeom>
          <a:noFill/>
        </p:spPr>
        <p:txBody>
          <a:bodyPr wrap="none" rtlCol="0">
            <a:spAutoFit/>
          </a:bodyPr>
          <a:lstStyle/>
          <a:p>
            <a:r>
              <a:rPr lang="en-US" sz="1600" dirty="0">
                <a:solidFill>
                  <a:prstClr val="black"/>
                </a:solidFill>
                <a:latin typeface="Calibri"/>
              </a:rPr>
              <a:t>user </a:t>
            </a:r>
            <a:r>
              <a:rPr lang="en-US" sz="1600" dirty="0">
                <a:solidFill>
                  <a:prstClr val="black"/>
                </a:solidFill>
                <a:latin typeface="Calibri"/>
                <a:sym typeface="Wingdings" panose="05000000000000000000" pitchFamily="2" charset="2"/>
              </a:rPr>
              <a:t> session</a:t>
            </a:r>
            <a:endParaRPr lang="en-US" sz="1600" dirty="0">
              <a:solidFill>
                <a:prstClr val="black"/>
              </a:solidFill>
              <a:latin typeface="Calibri"/>
            </a:endParaRPr>
          </a:p>
        </p:txBody>
      </p:sp>
      <p:sp>
        <p:nvSpPr>
          <p:cNvPr id="156" name="TextBox 155">
            <a:extLst>
              <a:ext uri="{FF2B5EF4-FFF2-40B4-BE49-F238E27FC236}">
                <a16:creationId xmlns:a16="http://schemas.microsoft.com/office/drawing/2014/main" id="{30B27D62-673B-F273-A212-C2EF506931AA}"/>
              </a:ext>
            </a:extLst>
          </p:cNvPr>
          <p:cNvSpPr txBox="1"/>
          <p:nvPr/>
        </p:nvSpPr>
        <p:spPr>
          <a:xfrm>
            <a:off x="4476760" y="5220760"/>
            <a:ext cx="1446230" cy="338554"/>
          </a:xfrm>
          <a:prstGeom prst="rect">
            <a:avLst/>
          </a:prstGeom>
          <a:noFill/>
        </p:spPr>
        <p:txBody>
          <a:bodyPr wrap="none" rtlCol="0">
            <a:spAutoFit/>
          </a:bodyPr>
          <a:lstStyle/>
          <a:p>
            <a:r>
              <a:rPr lang="en-US" sz="1600" dirty="0">
                <a:solidFill>
                  <a:prstClr val="black"/>
                </a:solidFill>
                <a:latin typeface="Calibri"/>
              </a:rPr>
              <a:t>user </a:t>
            </a:r>
            <a:r>
              <a:rPr lang="en-US" sz="1600" dirty="0">
                <a:solidFill>
                  <a:prstClr val="black"/>
                </a:solidFill>
                <a:latin typeface="Calibri"/>
                <a:sym typeface="Wingdings" panose="05000000000000000000" pitchFamily="2" charset="2"/>
              </a:rPr>
              <a:t> session</a:t>
            </a:r>
            <a:endParaRPr lang="en-US" sz="1600" dirty="0">
              <a:solidFill>
                <a:prstClr val="black"/>
              </a:solidFill>
              <a:latin typeface="Calibri"/>
            </a:endParaRPr>
          </a:p>
        </p:txBody>
      </p:sp>
      <p:sp>
        <p:nvSpPr>
          <p:cNvPr id="159" name="Rectangle 158">
            <a:extLst>
              <a:ext uri="{FF2B5EF4-FFF2-40B4-BE49-F238E27FC236}">
                <a16:creationId xmlns:a16="http://schemas.microsoft.com/office/drawing/2014/main" id="{D9EEE9CA-710F-5169-0D1F-F1CEA6B97009}"/>
              </a:ext>
            </a:extLst>
          </p:cNvPr>
          <p:cNvSpPr/>
          <p:nvPr/>
        </p:nvSpPr>
        <p:spPr>
          <a:xfrm>
            <a:off x="9908277" y="4856987"/>
            <a:ext cx="2143515" cy="663153"/>
          </a:xfrm>
          <a:prstGeom prst="rect">
            <a:avLst/>
          </a:prstGeom>
        </p:spPr>
        <p:style>
          <a:lnRef idx="2">
            <a:schemeClr val="dk1"/>
          </a:lnRef>
          <a:fillRef idx="1">
            <a:schemeClr val="lt1"/>
          </a:fillRef>
          <a:effectRef idx="0">
            <a:schemeClr val="dk1"/>
          </a:effectRef>
          <a:fontRef idx="minor">
            <a:schemeClr val="dk1"/>
          </a:fontRef>
        </p:style>
        <p:txBody>
          <a:bodyPr rtlCol="0" anchor="t" anchorCtr="0"/>
          <a:lstStyle/>
          <a:p>
            <a:r>
              <a:rPr lang="en-US" dirty="0">
                <a:latin typeface="Calibri" panose="020F0502020204030204" pitchFamily="34" charset="0"/>
                <a:cs typeface="Calibri" panose="020F0502020204030204" pitchFamily="34" charset="0"/>
              </a:rPr>
              <a:t>Home Collaborator</a:t>
            </a:r>
          </a:p>
        </p:txBody>
      </p:sp>
      <p:sp>
        <p:nvSpPr>
          <p:cNvPr id="160" name="Rectangle 159">
            <a:extLst>
              <a:ext uri="{FF2B5EF4-FFF2-40B4-BE49-F238E27FC236}">
                <a16:creationId xmlns:a16="http://schemas.microsoft.com/office/drawing/2014/main" id="{4E31FF43-E293-BDF0-65AE-EAE3B6CE90E0}"/>
              </a:ext>
            </a:extLst>
          </p:cNvPr>
          <p:cNvSpPr/>
          <p:nvPr/>
        </p:nvSpPr>
        <p:spPr>
          <a:xfrm>
            <a:off x="9908276" y="5898810"/>
            <a:ext cx="2143515" cy="663153"/>
          </a:xfrm>
          <a:prstGeom prst="rect">
            <a:avLst/>
          </a:prstGeom>
        </p:spPr>
        <p:style>
          <a:lnRef idx="2">
            <a:schemeClr val="dk1"/>
          </a:lnRef>
          <a:fillRef idx="1">
            <a:schemeClr val="lt1"/>
          </a:fillRef>
          <a:effectRef idx="0">
            <a:schemeClr val="dk1"/>
          </a:effectRef>
          <a:fontRef idx="minor">
            <a:schemeClr val="dk1"/>
          </a:fontRef>
        </p:style>
        <p:txBody>
          <a:bodyPr rtlCol="0" anchor="t" anchorCtr="0"/>
          <a:lstStyle/>
          <a:p>
            <a:r>
              <a:rPr lang="en-US" dirty="0">
                <a:latin typeface="Calibri" panose="020F0502020204030204" pitchFamily="34" charset="0"/>
                <a:cs typeface="Calibri" panose="020F0502020204030204" pitchFamily="34" charset="0"/>
              </a:rPr>
              <a:t>Home Manager</a:t>
            </a:r>
          </a:p>
        </p:txBody>
      </p:sp>
      <p:cxnSp>
        <p:nvCxnSpPr>
          <p:cNvPr id="10" name="Elbow Connector 9">
            <a:extLst>
              <a:ext uri="{FF2B5EF4-FFF2-40B4-BE49-F238E27FC236}">
                <a16:creationId xmlns:a16="http://schemas.microsoft.com/office/drawing/2014/main" id="{20081987-E33C-5BE3-1D78-356C3482269F}"/>
              </a:ext>
            </a:extLst>
          </p:cNvPr>
          <p:cNvCxnSpPr>
            <a:cxnSpLocks/>
          </p:cNvCxnSpPr>
          <p:nvPr/>
        </p:nvCxnSpPr>
        <p:spPr>
          <a:xfrm rot="10800000">
            <a:off x="3425972" y="3078338"/>
            <a:ext cx="1420387" cy="391826"/>
          </a:xfrm>
          <a:prstGeom prst="bentConnector3">
            <a:avLst>
              <a:gd name="adj1" fmla="val 430"/>
            </a:avLst>
          </a:prstGeom>
          <a:ln>
            <a:tailEnd type="arrow"/>
          </a:ln>
        </p:spPr>
        <p:style>
          <a:lnRef idx="2">
            <a:schemeClr val="accent1"/>
          </a:lnRef>
          <a:fillRef idx="0">
            <a:schemeClr val="accent1"/>
          </a:fillRef>
          <a:effectRef idx="1">
            <a:schemeClr val="accent1"/>
          </a:effectRef>
          <a:fontRef idx="minor">
            <a:schemeClr val="tx1"/>
          </a:fontRef>
        </p:style>
      </p:cxnSp>
      <p:sp>
        <p:nvSpPr>
          <p:cNvPr id="12" name="TextBox 11">
            <a:extLst>
              <a:ext uri="{FF2B5EF4-FFF2-40B4-BE49-F238E27FC236}">
                <a16:creationId xmlns:a16="http://schemas.microsoft.com/office/drawing/2014/main" id="{89468727-50D5-1BBF-691F-3C332EF5F2EB}"/>
              </a:ext>
            </a:extLst>
          </p:cNvPr>
          <p:cNvSpPr txBox="1"/>
          <p:nvPr/>
        </p:nvSpPr>
        <p:spPr>
          <a:xfrm>
            <a:off x="3502116" y="2759585"/>
            <a:ext cx="2005679" cy="338554"/>
          </a:xfrm>
          <a:prstGeom prst="rect">
            <a:avLst/>
          </a:prstGeom>
          <a:noFill/>
        </p:spPr>
        <p:txBody>
          <a:bodyPr wrap="square" rtlCol="0">
            <a:spAutoFit/>
          </a:bodyPr>
          <a:lstStyle/>
          <a:p>
            <a:r>
              <a:rPr lang="en-US" sz="1600" dirty="0">
                <a:solidFill>
                  <a:prstClr val="black"/>
                </a:solidFill>
                <a:latin typeface="Calibri"/>
              </a:rPr>
              <a:t>wrong credentials</a:t>
            </a:r>
          </a:p>
        </p:txBody>
      </p:sp>
      <p:sp>
        <p:nvSpPr>
          <p:cNvPr id="5" name="Parallelogram 4">
            <a:extLst>
              <a:ext uri="{FF2B5EF4-FFF2-40B4-BE49-F238E27FC236}">
                <a16:creationId xmlns:a16="http://schemas.microsoft.com/office/drawing/2014/main" id="{60D9C668-7258-2BA5-4420-B8294D8C0FFF}"/>
              </a:ext>
            </a:extLst>
          </p:cNvPr>
          <p:cNvSpPr/>
          <p:nvPr/>
        </p:nvSpPr>
        <p:spPr>
          <a:xfrm>
            <a:off x="5647037" y="2053841"/>
            <a:ext cx="1368152" cy="654359"/>
          </a:xfrm>
          <a:prstGeom prst="parallelogram">
            <a:avLst/>
          </a:prstGeom>
        </p:spPr>
        <p:style>
          <a:lnRef idx="2">
            <a:schemeClr val="accent2"/>
          </a:lnRef>
          <a:fillRef idx="1">
            <a:schemeClr val="lt1"/>
          </a:fillRef>
          <a:effectRef idx="0">
            <a:schemeClr val="accent2"/>
          </a:effectRef>
          <a:fontRef idx="minor">
            <a:schemeClr val="dk1"/>
          </a:fontRef>
        </p:style>
        <p:txBody>
          <a:bodyPr rtlCol="0" anchor="ctr"/>
          <a:lstStyle/>
          <a:p>
            <a:pPr algn="ctr"/>
            <a:r>
              <a:rPr lang="en-US" dirty="0">
                <a:latin typeface="Calibri" panose="020F0502020204030204" pitchFamily="34" charset="0"/>
                <a:cs typeface="Calibri" panose="020F0502020204030204" pitchFamily="34" charset="0"/>
              </a:rPr>
              <a:t>Logout</a:t>
            </a:r>
          </a:p>
        </p:txBody>
      </p:sp>
      <p:cxnSp>
        <p:nvCxnSpPr>
          <p:cNvPr id="6" name="Elbow Connector 5">
            <a:extLst>
              <a:ext uri="{FF2B5EF4-FFF2-40B4-BE49-F238E27FC236}">
                <a16:creationId xmlns:a16="http://schemas.microsoft.com/office/drawing/2014/main" id="{E31AB979-49F6-9DFE-D52B-CAB69628BE59}"/>
              </a:ext>
            </a:extLst>
          </p:cNvPr>
          <p:cNvCxnSpPr>
            <a:cxnSpLocks/>
            <a:stCxn id="129" idx="6"/>
            <a:endCxn id="5" idx="2"/>
          </p:cNvCxnSpPr>
          <p:nvPr/>
        </p:nvCxnSpPr>
        <p:spPr>
          <a:xfrm flipH="1" flipV="1">
            <a:off x="6933394" y="2381021"/>
            <a:ext cx="1808954" cy="2295533"/>
          </a:xfrm>
          <a:prstGeom prst="bentConnector3">
            <a:avLst>
              <a:gd name="adj1" fmla="val -48621"/>
            </a:avLst>
          </a:prstGeom>
          <a:ln>
            <a:tailEnd type="arrow"/>
          </a:ln>
        </p:spPr>
        <p:style>
          <a:lnRef idx="2">
            <a:schemeClr val="accent1"/>
          </a:lnRef>
          <a:fillRef idx="0">
            <a:schemeClr val="accent1"/>
          </a:fillRef>
          <a:effectRef idx="1">
            <a:schemeClr val="accent1"/>
          </a:effectRef>
          <a:fontRef idx="minor">
            <a:schemeClr val="tx1"/>
          </a:fontRef>
        </p:style>
      </p:cxnSp>
      <p:sp>
        <p:nvSpPr>
          <p:cNvPr id="17" name="Oval 16">
            <a:extLst>
              <a:ext uri="{FF2B5EF4-FFF2-40B4-BE49-F238E27FC236}">
                <a16:creationId xmlns:a16="http://schemas.microsoft.com/office/drawing/2014/main" id="{DD3DBC69-7DCD-52E4-7CAB-4D11ACEBDBF9}"/>
              </a:ext>
            </a:extLst>
          </p:cNvPr>
          <p:cNvSpPr/>
          <p:nvPr/>
        </p:nvSpPr>
        <p:spPr>
          <a:xfrm>
            <a:off x="11903968" y="4702717"/>
            <a:ext cx="288032" cy="28803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latin typeface="Calibri" panose="020F0502020204030204" pitchFamily="34" charset="0"/>
              <a:cs typeface="Calibri" panose="020F0502020204030204" pitchFamily="34" charset="0"/>
            </a:endParaRPr>
          </a:p>
        </p:txBody>
      </p:sp>
      <p:sp>
        <p:nvSpPr>
          <p:cNvPr id="18" name="TextBox 17">
            <a:extLst>
              <a:ext uri="{FF2B5EF4-FFF2-40B4-BE49-F238E27FC236}">
                <a16:creationId xmlns:a16="http://schemas.microsoft.com/office/drawing/2014/main" id="{D3E302DA-B607-87F2-71E4-16A38DAAE3E8}"/>
              </a:ext>
            </a:extLst>
          </p:cNvPr>
          <p:cNvSpPr txBox="1"/>
          <p:nvPr/>
        </p:nvSpPr>
        <p:spPr>
          <a:xfrm>
            <a:off x="11219483" y="4553823"/>
            <a:ext cx="720262" cy="338554"/>
          </a:xfrm>
          <a:prstGeom prst="rect">
            <a:avLst/>
          </a:prstGeom>
          <a:noFill/>
        </p:spPr>
        <p:txBody>
          <a:bodyPr wrap="none" rtlCol="0">
            <a:spAutoFit/>
          </a:bodyPr>
          <a:lstStyle/>
          <a:p>
            <a:r>
              <a:rPr lang="en-US" sz="1600" dirty="0">
                <a:solidFill>
                  <a:prstClr val="black"/>
                </a:solidFill>
                <a:latin typeface="Calibri" panose="020F0502020204030204" pitchFamily="34" charset="0"/>
                <a:cs typeface="Calibri" panose="020F0502020204030204" pitchFamily="34" charset="0"/>
              </a:rPr>
              <a:t>logout</a:t>
            </a:r>
          </a:p>
        </p:txBody>
      </p:sp>
      <p:sp>
        <p:nvSpPr>
          <p:cNvPr id="19" name="Oval 18">
            <a:extLst>
              <a:ext uri="{FF2B5EF4-FFF2-40B4-BE49-F238E27FC236}">
                <a16:creationId xmlns:a16="http://schemas.microsoft.com/office/drawing/2014/main" id="{B62FD96B-A95D-F68C-6325-7C89A6B2362E}"/>
              </a:ext>
            </a:extLst>
          </p:cNvPr>
          <p:cNvSpPr/>
          <p:nvPr/>
        </p:nvSpPr>
        <p:spPr>
          <a:xfrm>
            <a:off x="11903968" y="5724303"/>
            <a:ext cx="288032" cy="28803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latin typeface="Calibri" panose="020F0502020204030204" pitchFamily="34" charset="0"/>
              <a:cs typeface="Calibri" panose="020F0502020204030204" pitchFamily="34" charset="0"/>
            </a:endParaRPr>
          </a:p>
        </p:txBody>
      </p:sp>
      <p:sp>
        <p:nvSpPr>
          <p:cNvPr id="20" name="TextBox 19">
            <a:extLst>
              <a:ext uri="{FF2B5EF4-FFF2-40B4-BE49-F238E27FC236}">
                <a16:creationId xmlns:a16="http://schemas.microsoft.com/office/drawing/2014/main" id="{694855D1-3982-8B34-78F9-A9BFA6F88DC6}"/>
              </a:ext>
            </a:extLst>
          </p:cNvPr>
          <p:cNvSpPr txBox="1"/>
          <p:nvPr/>
        </p:nvSpPr>
        <p:spPr>
          <a:xfrm>
            <a:off x="11219483" y="5575409"/>
            <a:ext cx="720262" cy="338554"/>
          </a:xfrm>
          <a:prstGeom prst="rect">
            <a:avLst/>
          </a:prstGeom>
          <a:noFill/>
        </p:spPr>
        <p:txBody>
          <a:bodyPr wrap="none" rtlCol="0">
            <a:spAutoFit/>
          </a:bodyPr>
          <a:lstStyle/>
          <a:p>
            <a:r>
              <a:rPr lang="en-US" sz="1600" dirty="0">
                <a:solidFill>
                  <a:prstClr val="black"/>
                </a:solidFill>
                <a:latin typeface="Calibri" panose="020F0502020204030204" pitchFamily="34" charset="0"/>
                <a:cs typeface="Calibri" panose="020F0502020204030204" pitchFamily="34" charset="0"/>
              </a:rPr>
              <a:t>logout</a:t>
            </a:r>
          </a:p>
        </p:txBody>
      </p:sp>
      <p:cxnSp>
        <p:nvCxnSpPr>
          <p:cNvPr id="21" name="Elbow Connector 20">
            <a:extLst>
              <a:ext uri="{FF2B5EF4-FFF2-40B4-BE49-F238E27FC236}">
                <a16:creationId xmlns:a16="http://schemas.microsoft.com/office/drawing/2014/main" id="{F99C069F-718B-A08C-C8C6-80373CD9D681}"/>
              </a:ext>
            </a:extLst>
          </p:cNvPr>
          <p:cNvCxnSpPr>
            <a:cxnSpLocks/>
            <a:stCxn id="17" idx="0"/>
            <a:endCxn id="5" idx="2"/>
          </p:cNvCxnSpPr>
          <p:nvPr/>
        </p:nvCxnSpPr>
        <p:spPr>
          <a:xfrm rot="16200000" flipV="1">
            <a:off x="8329841" y="984574"/>
            <a:ext cx="2321696" cy="5114590"/>
          </a:xfrm>
          <a:prstGeom prst="bentConnector2">
            <a:avLst/>
          </a:prstGeom>
          <a:ln>
            <a:tailEnd type="arrow"/>
          </a:ln>
        </p:spPr>
        <p:style>
          <a:lnRef idx="2">
            <a:schemeClr val="accent1"/>
          </a:lnRef>
          <a:fillRef idx="0">
            <a:schemeClr val="accent1"/>
          </a:fillRef>
          <a:effectRef idx="1">
            <a:schemeClr val="accent1"/>
          </a:effectRef>
          <a:fontRef idx="minor">
            <a:schemeClr val="tx1"/>
          </a:fontRef>
        </p:style>
      </p:cxnSp>
      <p:cxnSp>
        <p:nvCxnSpPr>
          <p:cNvPr id="24" name="Elbow Connector 23">
            <a:extLst>
              <a:ext uri="{FF2B5EF4-FFF2-40B4-BE49-F238E27FC236}">
                <a16:creationId xmlns:a16="http://schemas.microsoft.com/office/drawing/2014/main" id="{17F0662D-9516-D45D-C446-0B12C6BF884D}"/>
              </a:ext>
            </a:extLst>
          </p:cNvPr>
          <p:cNvCxnSpPr>
            <a:cxnSpLocks/>
            <a:stCxn id="19" idx="0"/>
            <a:endCxn id="5" idx="2"/>
          </p:cNvCxnSpPr>
          <p:nvPr/>
        </p:nvCxnSpPr>
        <p:spPr>
          <a:xfrm rot="16200000" flipV="1">
            <a:off x="7819048" y="1495367"/>
            <a:ext cx="3343282" cy="5114590"/>
          </a:xfrm>
          <a:prstGeom prst="bentConnector2">
            <a:avLst/>
          </a:prstGeom>
          <a:ln>
            <a:tailEnd type="arrow"/>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404006755"/>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AFBFF13-7784-DD92-E1B2-B6B25EAB6E44}"/>
            </a:ext>
          </a:extLst>
        </p:cNvPr>
        <p:cNvGrpSpPr/>
        <p:nvPr/>
      </p:nvGrpSpPr>
      <p:grpSpPr>
        <a:xfrm>
          <a:off x="0" y="0"/>
          <a:ext cx="0" cy="0"/>
          <a:chOff x="0" y="0"/>
          <a:chExt cx="0" cy="0"/>
        </a:xfrm>
      </p:grpSpPr>
      <p:sp>
        <p:nvSpPr>
          <p:cNvPr id="4" name="Google Shape;135;p26">
            <a:extLst>
              <a:ext uri="{FF2B5EF4-FFF2-40B4-BE49-F238E27FC236}">
                <a16:creationId xmlns:a16="http://schemas.microsoft.com/office/drawing/2014/main" id="{4139D31B-9E8D-D085-E6D2-18343AFE6EDC}"/>
              </a:ext>
            </a:extLst>
          </p:cNvPr>
          <p:cNvSpPr txBox="1">
            <a:spLocks/>
          </p:cNvSpPr>
          <p:nvPr/>
        </p:nvSpPr>
        <p:spPr>
          <a:xfrm>
            <a:off x="426631" y="258833"/>
            <a:ext cx="11338737" cy="1143000"/>
          </a:xfrm>
          <a:prstGeom prst="rect">
            <a:avLst/>
          </a:prstGeom>
          <a:noFill/>
          <a:ln>
            <a:noFill/>
          </a:ln>
        </p:spPr>
        <p:txBody>
          <a:bodyPr spcFirstLastPara="1" wrap="square" lIns="107269" tIns="53620" rIns="107269" bIns="53620" anchor="ctr" anchorCtr="0">
            <a:noAutofit/>
          </a:bodyPr>
          <a:lstStyle>
            <a:defPPr marR="0" lvl="0" algn="l" rtl="0">
              <a:lnSpc>
                <a:spcPct val="100000"/>
              </a:lnSpc>
              <a:spcBef>
                <a:spcPts val="0"/>
              </a:spcBef>
              <a:spcAft>
                <a:spcPts val="0"/>
              </a:spcAft>
            </a:defPPr>
            <a:lvl1pPr marR="0" lvl="0" algn="ctr" rtl="0">
              <a:lnSpc>
                <a:spcPct val="100000"/>
              </a:lnSpc>
              <a:spcBef>
                <a:spcPts val="0"/>
              </a:spcBef>
              <a:spcAft>
                <a:spcPts val="0"/>
              </a:spcAft>
              <a:buClr>
                <a:schemeClr val="dk1"/>
              </a:buClr>
              <a:buSzPts val="1800"/>
              <a:buFont typeface="Calibri"/>
              <a:buNone/>
              <a:defRPr sz="44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9pPr>
          </a:lstStyle>
          <a:p>
            <a:r>
              <a:rPr lang="en-US" noProof="1">
                <a:latin typeface="Calibri" panose="020F0502020204030204" pitchFamily="34" charset="0"/>
                <a:cs typeface="Calibri" panose="020F0502020204030204" pitchFamily="34" charset="0"/>
              </a:rPr>
              <a:t>Application design (admin)</a:t>
            </a:r>
          </a:p>
        </p:txBody>
      </p:sp>
      <p:sp>
        <p:nvSpPr>
          <p:cNvPr id="2" name="Rectangle 1">
            <a:extLst>
              <a:ext uri="{FF2B5EF4-FFF2-40B4-BE49-F238E27FC236}">
                <a16:creationId xmlns:a16="http://schemas.microsoft.com/office/drawing/2014/main" id="{F19AFED9-47D2-3DEA-075F-88C61DA44688}"/>
              </a:ext>
            </a:extLst>
          </p:cNvPr>
          <p:cNvSpPr/>
          <p:nvPr/>
        </p:nvSpPr>
        <p:spPr>
          <a:xfrm>
            <a:off x="2019271" y="1613117"/>
            <a:ext cx="2830461" cy="4988812"/>
          </a:xfrm>
          <a:prstGeom prst="rect">
            <a:avLst/>
          </a:prstGeom>
        </p:spPr>
        <p:style>
          <a:lnRef idx="2">
            <a:schemeClr val="dk1"/>
          </a:lnRef>
          <a:fillRef idx="1">
            <a:schemeClr val="lt1"/>
          </a:fillRef>
          <a:effectRef idx="0">
            <a:schemeClr val="dk1"/>
          </a:effectRef>
          <a:fontRef idx="minor">
            <a:schemeClr val="dk1"/>
          </a:fontRef>
        </p:style>
        <p:txBody>
          <a:bodyPr rtlCol="0" anchor="t" anchorCtr="0"/>
          <a:lstStyle/>
          <a:p>
            <a:r>
              <a:rPr lang="en-US" dirty="0">
                <a:latin typeface="Calibri" panose="020F0502020204030204" pitchFamily="34" charset="0"/>
                <a:cs typeface="Calibri" panose="020F0502020204030204" pitchFamily="34" charset="0"/>
              </a:rPr>
              <a:t>Home Page</a:t>
            </a:r>
          </a:p>
        </p:txBody>
      </p:sp>
      <p:sp>
        <p:nvSpPr>
          <p:cNvPr id="3" name="Rounded Rectangle 2">
            <a:extLst>
              <a:ext uri="{FF2B5EF4-FFF2-40B4-BE49-F238E27FC236}">
                <a16:creationId xmlns:a16="http://schemas.microsoft.com/office/drawing/2014/main" id="{5F0FE1EF-3ACB-453F-10F9-7E6DC2BCF4B3}"/>
              </a:ext>
            </a:extLst>
          </p:cNvPr>
          <p:cNvSpPr/>
          <p:nvPr/>
        </p:nvSpPr>
        <p:spPr>
          <a:xfrm>
            <a:off x="2179780" y="3766481"/>
            <a:ext cx="2402248" cy="453983"/>
          </a:xfrm>
          <a:prstGeom prst="roundRect">
            <a:avLst/>
          </a:prstGeom>
        </p:spPr>
        <p:style>
          <a:lnRef idx="2">
            <a:schemeClr val="accent3"/>
          </a:lnRef>
          <a:fillRef idx="1">
            <a:schemeClr val="lt1"/>
          </a:fillRef>
          <a:effectRef idx="0">
            <a:schemeClr val="accent3"/>
          </a:effectRef>
          <a:fontRef idx="minor">
            <a:schemeClr val="dk1"/>
          </a:fontRef>
        </p:style>
        <p:txBody>
          <a:bodyPr rtlCol="0" anchor="ctr"/>
          <a:lstStyle/>
          <a:p>
            <a:pPr algn="ctr"/>
            <a:r>
              <a:rPr lang="en-US" dirty="0">
                <a:solidFill>
                  <a:schemeClr val="tx1"/>
                </a:solidFill>
                <a:latin typeface="Calibri" panose="020F0502020204030204" pitchFamily="34" charset="0"/>
                <a:cs typeface="Calibri" panose="020F0502020204030204" pitchFamily="34" charset="0"/>
              </a:rPr>
              <a:t>Create Project Form</a:t>
            </a:r>
          </a:p>
        </p:txBody>
      </p:sp>
      <p:sp>
        <p:nvSpPr>
          <p:cNvPr id="6" name="Oval 5">
            <a:extLst>
              <a:ext uri="{FF2B5EF4-FFF2-40B4-BE49-F238E27FC236}">
                <a16:creationId xmlns:a16="http://schemas.microsoft.com/office/drawing/2014/main" id="{CE400873-2B2B-0183-EE82-264273BCBBE9}"/>
              </a:ext>
            </a:extLst>
          </p:cNvPr>
          <p:cNvSpPr/>
          <p:nvPr/>
        </p:nvSpPr>
        <p:spPr>
          <a:xfrm>
            <a:off x="4727549" y="2594663"/>
            <a:ext cx="288032" cy="28803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latin typeface="Calibri" panose="020F0502020204030204" pitchFamily="34" charset="0"/>
              <a:cs typeface="Calibri" panose="020F0502020204030204" pitchFamily="34" charset="0"/>
            </a:endParaRPr>
          </a:p>
        </p:txBody>
      </p:sp>
      <p:cxnSp>
        <p:nvCxnSpPr>
          <p:cNvPr id="7" name="Elbow Connector 6">
            <a:extLst>
              <a:ext uri="{FF2B5EF4-FFF2-40B4-BE49-F238E27FC236}">
                <a16:creationId xmlns:a16="http://schemas.microsoft.com/office/drawing/2014/main" id="{B275FF8D-0F44-625D-902A-E9E8709542CE}"/>
              </a:ext>
            </a:extLst>
          </p:cNvPr>
          <p:cNvCxnSpPr>
            <a:cxnSpLocks/>
            <a:stCxn id="45" idx="2"/>
            <a:endCxn id="11" idx="5"/>
          </p:cNvCxnSpPr>
          <p:nvPr/>
        </p:nvCxnSpPr>
        <p:spPr>
          <a:xfrm rot="10800000" flipV="1">
            <a:off x="364557" y="3766479"/>
            <a:ext cx="1728703" cy="410121"/>
          </a:xfrm>
          <a:prstGeom prst="bentConnector3">
            <a:avLst>
              <a:gd name="adj1" fmla="val 117955"/>
            </a:avLst>
          </a:prstGeom>
          <a:ln>
            <a:tailEnd type="arrow"/>
          </a:ln>
        </p:spPr>
        <p:style>
          <a:lnRef idx="2">
            <a:schemeClr val="accent1"/>
          </a:lnRef>
          <a:fillRef idx="0">
            <a:schemeClr val="accent1"/>
          </a:fillRef>
          <a:effectRef idx="1">
            <a:schemeClr val="accent1"/>
          </a:effectRef>
          <a:fontRef idx="minor">
            <a:schemeClr val="tx1"/>
          </a:fontRef>
        </p:style>
      </p:cxnSp>
      <p:sp>
        <p:nvSpPr>
          <p:cNvPr id="11" name="Parallelogram 10">
            <a:extLst>
              <a:ext uri="{FF2B5EF4-FFF2-40B4-BE49-F238E27FC236}">
                <a16:creationId xmlns:a16="http://schemas.microsoft.com/office/drawing/2014/main" id="{F102C7EE-EF99-6EAA-BE45-3F4A8BE002A9}"/>
              </a:ext>
            </a:extLst>
          </p:cNvPr>
          <p:cNvSpPr/>
          <p:nvPr/>
        </p:nvSpPr>
        <p:spPr>
          <a:xfrm>
            <a:off x="282761" y="3849421"/>
            <a:ext cx="1368152" cy="654359"/>
          </a:xfrm>
          <a:prstGeom prst="parallelogram">
            <a:avLst/>
          </a:prstGeom>
        </p:spPr>
        <p:style>
          <a:lnRef idx="2">
            <a:schemeClr val="accent2"/>
          </a:lnRef>
          <a:fillRef idx="1">
            <a:schemeClr val="lt1"/>
          </a:fillRef>
          <a:effectRef idx="0">
            <a:schemeClr val="accent2"/>
          </a:effectRef>
          <a:fontRef idx="minor">
            <a:schemeClr val="dk1"/>
          </a:fontRef>
        </p:style>
        <p:txBody>
          <a:bodyPr rtlCol="0" anchor="ctr"/>
          <a:lstStyle/>
          <a:p>
            <a:pPr algn="ctr"/>
            <a:r>
              <a:rPr lang="en-US" dirty="0">
                <a:latin typeface="Calibri" panose="020F0502020204030204" pitchFamily="34" charset="0"/>
                <a:cs typeface="Calibri" panose="020F0502020204030204" pitchFamily="34" charset="0"/>
              </a:rPr>
              <a:t>Create Project</a:t>
            </a:r>
          </a:p>
        </p:txBody>
      </p:sp>
      <p:cxnSp>
        <p:nvCxnSpPr>
          <p:cNvPr id="12" name="Elbow Connector 11">
            <a:extLst>
              <a:ext uri="{FF2B5EF4-FFF2-40B4-BE49-F238E27FC236}">
                <a16:creationId xmlns:a16="http://schemas.microsoft.com/office/drawing/2014/main" id="{B18D8414-215C-5B25-6561-C09826263B5D}"/>
              </a:ext>
            </a:extLst>
          </p:cNvPr>
          <p:cNvCxnSpPr>
            <a:cxnSpLocks/>
            <a:stCxn id="11" idx="2"/>
          </p:cNvCxnSpPr>
          <p:nvPr/>
        </p:nvCxnSpPr>
        <p:spPr>
          <a:xfrm flipV="1">
            <a:off x="1569118" y="4055113"/>
            <a:ext cx="453436" cy="121488"/>
          </a:xfrm>
          <a:prstGeom prst="bentConnector3">
            <a:avLst>
              <a:gd name="adj1" fmla="val 50000"/>
            </a:avLst>
          </a:prstGeom>
          <a:ln>
            <a:tailEnd type="arrow"/>
          </a:ln>
        </p:spPr>
        <p:style>
          <a:lnRef idx="2">
            <a:schemeClr val="accent1"/>
          </a:lnRef>
          <a:fillRef idx="0">
            <a:schemeClr val="accent1"/>
          </a:fillRef>
          <a:effectRef idx="1">
            <a:schemeClr val="accent1"/>
          </a:effectRef>
          <a:fontRef idx="minor">
            <a:schemeClr val="tx1"/>
          </a:fontRef>
        </p:style>
      </p:cxnSp>
      <p:sp>
        <p:nvSpPr>
          <p:cNvPr id="13" name="Oval 12">
            <a:extLst>
              <a:ext uri="{FF2B5EF4-FFF2-40B4-BE49-F238E27FC236}">
                <a16:creationId xmlns:a16="http://schemas.microsoft.com/office/drawing/2014/main" id="{1C3D15A4-BDE4-9B83-02C2-E9630E5A6F74}"/>
              </a:ext>
            </a:extLst>
          </p:cNvPr>
          <p:cNvSpPr/>
          <p:nvPr/>
        </p:nvSpPr>
        <p:spPr>
          <a:xfrm>
            <a:off x="8482471" y="2428750"/>
            <a:ext cx="288032" cy="288032"/>
          </a:xfrm>
          <a:prstGeom prst="ellipse">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latin typeface="Calibri" panose="020F0502020204030204" pitchFamily="34" charset="0"/>
                <a:cs typeface="Calibri" panose="020F0502020204030204" pitchFamily="34" charset="0"/>
              </a:rPr>
              <a:t>5</a:t>
            </a:r>
          </a:p>
        </p:txBody>
      </p:sp>
      <p:sp>
        <p:nvSpPr>
          <p:cNvPr id="14" name="Rectangle 13">
            <a:extLst>
              <a:ext uri="{FF2B5EF4-FFF2-40B4-BE49-F238E27FC236}">
                <a16:creationId xmlns:a16="http://schemas.microsoft.com/office/drawing/2014/main" id="{4617F98E-F8B0-239C-DDC3-239DD75934D9}"/>
              </a:ext>
            </a:extLst>
          </p:cNvPr>
          <p:cNvSpPr/>
          <p:nvPr/>
        </p:nvSpPr>
        <p:spPr>
          <a:xfrm>
            <a:off x="6517931" y="1613117"/>
            <a:ext cx="3494289" cy="5111533"/>
          </a:xfrm>
          <a:prstGeom prst="rect">
            <a:avLst/>
          </a:prstGeom>
        </p:spPr>
        <p:style>
          <a:lnRef idx="2">
            <a:schemeClr val="dk1"/>
          </a:lnRef>
          <a:fillRef idx="1">
            <a:schemeClr val="lt1"/>
          </a:fillRef>
          <a:effectRef idx="0">
            <a:schemeClr val="dk1"/>
          </a:effectRef>
          <a:fontRef idx="minor">
            <a:schemeClr val="dk1"/>
          </a:fontRef>
        </p:style>
        <p:txBody>
          <a:bodyPr rtlCol="0" anchor="t" anchorCtr="0"/>
          <a:lstStyle/>
          <a:p>
            <a:r>
              <a:rPr lang="en-US" dirty="0">
                <a:latin typeface="Calibri" panose="020F0502020204030204" pitchFamily="34" charset="0"/>
                <a:cs typeface="Calibri" panose="020F0502020204030204" pitchFamily="34" charset="0"/>
              </a:rPr>
              <a:t>Verify Projects</a:t>
            </a:r>
          </a:p>
        </p:txBody>
      </p:sp>
      <p:sp>
        <p:nvSpPr>
          <p:cNvPr id="21" name="Parallelogram 20">
            <a:extLst>
              <a:ext uri="{FF2B5EF4-FFF2-40B4-BE49-F238E27FC236}">
                <a16:creationId xmlns:a16="http://schemas.microsoft.com/office/drawing/2014/main" id="{0644236A-3877-9E65-58E4-8833E5F266DE}"/>
              </a:ext>
            </a:extLst>
          </p:cNvPr>
          <p:cNvSpPr/>
          <p:nvPr/>
        </p:nvSpPr>
        <p:spPr>
          <a:xfrm>
            <a:off x="10212714" y="1924482"/>
            <a:ext cx="1869446" cy="654359"/>
          </a:xfrm>
          <a:prstGeom prst="parallelogram">
            <a:avLst/>
          </a:prstGeom>
        </p:spPr>
        <p:style>
          <a:lnRef idx="2">
            <a:schemeClr val="accent2"/>
          </a:lnRef>
          <a:fillRef idx="1">
            <a:schemeClr val="lt1"/>
          </a:fillRef>
          <a:effectRef idx="0">
            <a:schemeClr val="accent2"/>
          </a:effectRef>
          <a:fontRef idx="minor">
            <a:schemeClr val="dk1"/>
          </a:fontRef>
        </p:style>
        <p:txBody>
          <a:bodyPr rtlCol="0" anchor="ctr"/>
          <a:lstStyle/>
          <a:p>
            <a:pPr algn="ctr"/>
            <a:r>
              <a:rPr lang="en-US" dirty="0">
                <a:latin typeface="Calibri" panose="020F0502020204030204" pitchFamily="34" charset="0"/>
                <a:cs typeface="Calibri" panose="020F0502020204030204" pitchFamily="34" charset="0"/>
              </a:rPr>
              <a:t>Verify Project</a:t>
            </a:r>
          </a:p>
        </p:txBody>
      </p:sp>
      <p:sp>
        <p:nvSpPr>
          <p:cNvPr id="37" name="Rounded Rectangle 36">
            <a:extLst>
              <a:ext uri="{FF2B5EF4-FFF2-40B4-BE49-F238E27FC236}">
                <a16:creationId xmlns:a16="http://schemas.microsoft.com/office/drawing/2014/main" id="{9A478992-E9F9-F931-7746-BD3964ECE335}"/>
              </a:ext>
            </a:extLst>
          </p:cNvPr>
          <p:cNvSpPr/>
          <p:nvPr/>
        </p:nvSpPr>
        <p:spPr>
          <a:xfrm>
            <a:off x="2196732" y="4810385"/>
            <a:ext cx="2387349" cy="453983"/>
          </a:xfrm>
          <a:prstGeom prst="roundRect">
            <a:avLst/>
          </a:prstGeom>
        </p:spPr>
        <p:style>
          <a:lnRef idx="2">
            <a:schemeClr val="accent3"/>
          </a:lnRef>
          <a:fillRef idx="1">
            <a:schemeClr val="lt1"/>
          </a:fillRef>
          <a:effectRef idx="0">
            <a:schemeClr val="accent3"/>
          </a:effectRef>
          <a:fontRef idx="minor">
            <a:schemeClr val="dk1"/>
          </a:fontRef>
        </p:style>
        <p:txBody>
          <a:bodyPr rtlCol="0" anchor="ctr"/>
          <a:lstStyle/>
          <a:p>
            <a:pPr algn="ctr"/>
            <a:r>
              <a:rPr lang="en-US" dirty="0">
                <a:solidFill>
                  <a:schemeClr val="tx1"/>
                </a:solidFill>
                <a:latin typeface="Calibri" panose="020F0502020204030204" pitchFamily="34" charset="0"/>
                <a:cs typeface="Calibri" panose="020F0502020204030204" pitchFamily="34" charset="0"/>
              </a:rPr>
              <a:t>Create WP Form</a:t>
            </a:r>
          </a:p>
        </p:txBody>
      </p:sp>
      <p:sp>
        <p:nvSpPr>
          <p:cNvPr id="38" name="Rounded Rectangle 37">
            <a:extLst>
              <a:ext uri="{FF2B5EF4-FFF2-40B4-BE49-F238E27FC236}">
                <a16:creationId xmlns:a16="http://schemas.microsoft.com/office/drawing/2014/main" id="{E98A4347-452D-7B21-A36F-B6248BF220E2}"/>
              </a:ext>
            </a:extLst>
          </p:cNvPr>
          <p:cNvSpPr/>
          <p:nvPr/>
        </p:nvSpPr>
        <p:spPr>
          <a:xfrm>
            <a:off x="2196732" y="5902453"/>
            <a:ext cx="2411676" cy="453983"/>
          </a:xfrm>
          <a:prstGeom prst="roundRect">
            <a:avLst/>
          </a:prstGeom>
        </p:spPr>
        <p:style>
          <a:lnRef idx="2">
            <a:schemeClr val="accent3"/>
          </a:lnRef>
          <a:fillRef idx="1">
            <a:schemeClr val="lt1"/>
          </a:fillRef>
          <a:effectRef idx="0">
            <a:schemeClr val="accent3"/>
          </a:effectRef>
          <a:fontRef idx="minor">
            <a:schemeClr val="dk1"/>
          </a:fontRef>
        </p:style>
        <p:txBody>
          <a:bodyPr rtlCol="0" anchor="ctr"/>
          <a:lstStyle/>
          <a:p>
            <a:pPr algn="ctr"/>
            <a:r>
              <a:rPr lang="en-US" dirty="0">
                <a:solidFill>
                  <a:schemeClr val="tx1"/>
                </a:solidFill>
                <a:latin typeface="Calibri" panose="020F0502020204030204" pitchFamily="34" charset="0"/>
                <a:cs typeface="Calibri" panose="020F0502020204030204" pitchFamily="34" charset="0"/>
              </a:rPr>
              <a:t>Create Task Form</a:t>
            </a:r>
          </a:p>
        </p:txBody>
      </p:sp>
      <p:sp>
        <p:nvSpPr>
          <p:cNvPr id="45" name="Oval 44">
            <a:extLst>
              <a:ext uri="{FF2B5EF4-FFF2-40B4-BE49-F238E27FC236}">
                <a16:creationId xmlns:a16="http://schemas.microsoft.com/office/drawing/2014/main" id="{C4D6B8BB-0816-25B0-4993-F6574A8E5D91}"/>
              </a:ext>
            </a:extLst>
          </p:cNvPr>
          <p:cNvSpPr/>
          <p:nvPr/>
        </p:nvSpPr>
        <p:spPr>
          <a:xfrm>
            <a:off x="2093259" y="3622464"/>
            <a:ext cx="288032" cy="28803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latin typeface="Calibri" panose="020F0502020204030204" pitchFamily="34" charset="0"/>
              <a:cs typeface="Calibri" panose="020F0502020204030204" pitchFamily="34" charset="0"/>
            </a:endParaRPr>
          </a:p>
        </p:txBody>
      </p:sp>
      <p:sp>
        <p:nvSpPr>
          <p:cNvPr id="46" name="Oval 45">
            <a:extLst>
              <a:ext uri="{FF2B5EF4-FFF2-40B4-BE49-F238E27FC236}">
                <a16:creationId xmlns:a16="http://schemas.microsoft.com/office/drawing/2014/main" id="{DF44920E-2736-7849-A547-DB906394F3EA}"/>
              </a:ext>
            </a:extLst>
          </p:cNvPr>
          <p:cNvSpPr/>
          <p:nvPr/>
        </p:nvSpPr>
        <p:spPr>
          <a:xfrm>
            <a:off x="2089976" y="4705561"/>
            <a:ext cx="288032" cy="28803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latin typeface="Calibri" panose="020F0502020204030204" pitchFamily="34" charset="0"/>
              <a:cs typeface="Calibri" panose="020F0502020204030204" pitchFamily="34" charset="0"/>
            </a:endParaRPr>
          </a:p>
        </p:txBody>
      </p:sp>
      <p:sp>
        <p:nvSpPr>
          <p:cNvPr id="47" name="Oval 46">
            <a:extLst>
              <a:ext uri="{FF2B5EF4-FFF2-40B4-BE49-F238E27FC236}">
                <a16:creationId xmlns:a16="http://schemas.microsoft.com/office/drawing/2014/main" id="{CAFE5DDE-8557-EBE8-6BEE-FBF5193E3AAD}"/>
              </a:ext>
            </a:extLst>
          </p:cNvPr>
          <p:cNvSpPr/>
          <p:nvPr/>
        </p:nvSpPr>
        <p:spPr>
          <a:xfrm>
            <a:off x="2093783" y="5757577"/>
            <a:ext cx="288032" cy="28803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latin typeface="Calibri" panose="020F0502020204030204" pitchFamily="34" charset="0"/>
              <a:cs typeface="Calibri" panose="020F0502020204030204" pitchFamily="34" charset="0"/>
            </a:endParaRPr>
          </a:p>
        </p:txBody>
      </p:sp>
      <p:cxnSp>
        <p:nvCxnSpPr>
          <p:cNvPr id="58" name="Elbow Connector 57">
            <a:extLst>
              <a:ext uri="{FF2B5EF4-FFF2-40B4-BE49-F238E27FC236}">
                <a16:creationId xmlns:a16="http://schemas.microsoft.com/office/drawing/2014/main" id="{A6D09323-4A5E-0BA1-B11D-5DAA0CDB57FE}"/>
              </a:ext>
            </a:extLst>
          </p:cNvPr>
          <p:cNvCxnSpPr>
            <a:cxnSpLocks/>
            <a:endCxn id="59" idx="5"/>
          </p:cNvCxnSpPr>
          <p:nvPr/>
        </p:nvCxnSpPr>
        <p:spPr>
          <a:xfrm rot="10800000" flipV="1">
            <a:off x="361274" y="4854246"/>
            <a:ext cx="1728703" cy="410121"/>
          </a:xfrm>
          <a:prstGeom prst="bentConnector3">
            <a:avLst>
              <a:gd name="adj1" fmla="val 117955"/>
            </a:avLst>
          </a:prstGeom>
          <a:ln>
            <a:tailEnd type="arrow"/>
          </a:ln>
        </p:spPr>
        <p:style>
          <a:lnRef idx="2">
            <a:schemeClr val="accent1"/>
          </a:lnRef>
          <a:fillRef idx="0">
            <a:schemeClr val="accent1"/>
          </a:fillRef>
          <a:effectRef idx="1">
            <a:schemeClr val="accent1"/>
          </a:effectRef>
          <a:fontRef idx="minor">
            <a:schemeClr val="tx1"/>
          </a:fontRef>
        </p:style>
      </p:cxnSp>
      <p:sp>
        <p:nvSpPr>
          <p:cNvPr id="59" name="Parallelogram 58">
            <a:extLst>
              <a:ext uri="{FF2B5EF4-FFF2-40B4-BE49-F238E27FC236}">
                <a16:creationId xmlns:a16="http://schemas.microsoft.com/office/drawing/2014/main" id="{ADED0630-2C92-5912-81D0-43FF2981A6A1}"/>
              </a:ext>
            </a:extLst>
          </p:cNvPr>
          <p:cNvSpPr/>
          <p:nvPr/>
        </p:nvSpPr>
        <p:spPr>
          <a:xfrm>
            <a:off x="279478" y="4937188"/>
            <a:ext cx="1368152" cy="654359"/>
          </a:xfrm>
          <a:prstGeom prst="parallelogram">
            <a:avLst/>
          </a:prstGeom>
        </p:spPr>
        <p:style>
          <a:lnRef idx="2">
            <a:schemeClr val="accent2"/>
          </a:lnRef>
          <a:fillRef idx="1">
            <a:schemeClr val="lt1"/>
          </a:fillRef>
          <a:effectRef idx="0">
            <a:schemeClr val="accent2"/>
          </a:effectRef>
          <a:fontRef idx="minor">
            <a:schemeClr val="dk1"/>
          </a:fontRef>
        </p:style>
        <p:txBody>
          <a:bodyPr rtlCol="0" anchor="ctr"/>
          <a:lstStyle/>
          <a:p>
            <a:pPr algn="ctr"/>
            <a:r>
              <a:rPr lang="en-US" dirty="0">
                <a:latin typeface="Calibri" panose="020F0502020204030204" pitchFamily="34" charset="0"/>
                <a:cs typeface="Calibri" panose="020F0502020204030204" pitchFamily="34" charset="0"/>
              </a:rPr>
              <a:t>Create WP</a:t>
            </a:r>
          </a:p>
        </p:txBody>
      </p:sp>
      <p:cxnSp>
        <p:nvCxnSpPr>
          <p:cNvPr id="60" name="Elbow Connector 59">
            <a:extLst>
              <a:ext uri="{FF2B5EF4-FFF2-40B4-BE49-F238E27FC236}">
                <a16:creationId xmlns:a16="http://schemas.microsoft.com/office/drawing/2014/main" id="{6E385B02-6867-1EBD-462C-264C9728F6BE}"/>
              </a:ext>
            </a:extLst>
          </p:cNvPr>
          <p:cNvCxnSpPr>
            <a:cxnSpLocks/>
            <a:stCxn id="59" idx="2"/>
          </p:cNvCxnSpPr>
          <p:nvPr/>
        </p:nvCxnSpPr>
        <p:spPr>
          <a:xfrm flipV="1">
            <a:off x="1565835" y="5142880"/>
            <a:ext cx="453436" cy="121488"/>
          </a:xfrm>
          <a:prstGeom prst="bentConnector3">
            <a:avLst>
              <a:gd name="adj1" fmla="val 50000"/>
            </a:avLst>
          </a:prstGeom>
          <a:ln>
            <a:tailEnd type="arrow"/>
          </a:ln>
        </p:spPr>
        <p:style>
          <a:lnRef idx="2">
            <a:schemeClr val="accent1"/>
          </a:lnRef>
          <a:fillRef idx="0">
            <a:schemeClr val="accent1"/>
          </a:fillRef>
          <a:effectRef idx="1">
            <a:schemeClr val="accent1"/>
          </a:effectRef>
          <a:fontRef idx="minor">
            <a:schemeClr val="tx1"/>
          </a:fontRef>
        </p:style>
      </p:cxnSp>
      <p:cxnSp>
        <p:nvCxnSpPr>
          <p:cNvPr id="62" name="Elbow Connector 61">
            <a:extLst>
              <a:ext uri="{FF2B5EF4-FFF2-40B4-BE49-F238E27FC236}">
                <a16:creationId xmlns:a16="http://schemas.microsoft.com/office/drawing/2014/main" id="{99EAE30A-DE64-0FE1-776B-E5846E395BB1}"/>
              </a:ext>
            </a:extLst>
          </p:cNvPr>
          <p:cNvCxnSpPr>
            <a:cxnSpLocks/>
            <a:endCxn id="63" idx="5"/>
          </p:cNvCxnSpPr>
          <p:nvPr/>
        </p:nvCxnSpPr>
        <p:spPr>
          <a:xfrm rot="10800000" flipV="1">
            <a:off x="361274" y="5907012"/>
            <a:ext cx="1728703" cy="410121"/>
          </a:xfrm>
          <a:prstGeom prst="bentConnector3">
            <a:avLst>
              <a:gd name="adj1" fmla="val 117955"/>
            </a:avLst>
          </a:prstGeom>
          <a:ln>
            <a:tailEnd type="arrow"/>
          </a:ln>
        </p:spPr>
        <p:style>
          <a:lnRef idx="2">
            <a:schemeClr val="accent1"/>
          </a:lnRef>
          <a:fillRef idx="0">
            <a:schemeClr val="accent1"/>
          </a:fillRef>
          <a:effectRef idx="1">
            <a:schemeClr val="accent1"/>
          </a:effectRef>
          <a:fontRef idx="minor">
            <a:schemeClr val="tx1"/>
          </a:fontRef>
        </p:style>
      </p:cxnSp>
      <p:sp>
        <p:nvSpPr>
          <p:cNvPr id="63" name="Parallelogram 62">
            <a:extLst>
              <a:ext uri="{FF2B5EF4-FFF2-40B4-BE49-F238E27FC236}">
                <a16:creationId xmlns:a16="http://schemas.microsoft.com/office/drawing/2014/main" id="{B23E39BF-09BD-0CF5-2866-4C5BE33162C1}"/>
              </a:ext>
            </a:extLst>
          </p:cNvPr>
          <p:cNvSpPr/>
          <p:nvPr/>
        </p:nvSpPr>
        <p:spPr>
          <a:xfrm>
            <a:off x="279478" y="5989954"/>
            <a:ext cx="1368152" cy="654359"/>
          </a:xfrm>
          <a:prstGeom prst="parallelogram">
            <a:avLst/>
          </a:prstGeom>
        </p:spPr>
        <p:style>
          <a:lnRef idx="2">
            <a:schemeClr val="accent2"/>
          </a:lnRef>
          <a:fillRef idx="1">
            <a:schemeClr val="lt1"/>
          </a:fillRef>
          <a:effectRef idx="0">
            <a:schemeClr val="accent2"/>
          </a:effectRef>
          <a:fontRef idx="minor">
            <a:schemeClr val="dk1"/>
          </a:fontRef>
        </p:style>
        <p:txBody>
          <a:bodyPr rtlCol="0" anchor="ctr"/>
          <a:lstStyle/>
          <a:p>
            <a:pPr algn="ctr"/>
            <a:r>
              <a:rPr lang="en-US" dirty="0">
                <a:latin typeface="Calibri" panose="020F0502020204030204" pitchFamily="34" charset="0"/>
                <a:cs typeface="Calibri" panose="020F0502020204030204" pitchFamily="34" charset="0"/>
              </a:rPr>
              <a:t>Create task</a:t>
            </a:r>
          </a:p>
        </p:txBody>
      </p:sp>
      <p:cxnSp>
        <p:nvCxnSpPr>
          <p:cNvPr id="64" name="Elbow Connector 63">
            <a:extLst>
              <a:ext uri="{FF2B5EF4-FFF2-40B4-BE49-F238E27FC236}">
                <a16:creationId xmlns:a16="http://schemas.microsoft.com/office/drawing/2014/main" id="{5891A452-D6E1-1814-EB05-B1DF80598004}"/>
              </a:ext>
            </a:extLst>
          </p:cNvPr>
          <p:cNvCxnSpPr>
            <a:cxnSpLocks/>
            <a:stCxn id="63" idx="2"/>
          </p:cNvCxnSpPr>
          <p:nvPr/>
        </p:nvCxnSpPr>
        <p:spPr>
          <a:xfrm flipV="1">
            <a:off x="1565835" y="6195646"/>
            <a:ext cx="453436" cy="121488"/>
          </a:xfrm>
          <a:prstGeom prst="bentConnector3">
            <a:avLst>
              <a:gd name="adj1" fmla="val 50000"/>
            </a:avLst>
          </a:prstGeom>
          <a:ln>
            <a:tailEnd type="arrow"/>
          </a:ln>
        </p:spPr>
        <p:style>
          <a:lnRef idx="2">
            <a:schemeClr val="accent1"/>
          </a:lnRef>
          <a:fillRef idx="0">
            <a:schemeClr val="accent1"/>
          </a:fillRef>
          <a:effectRef idx="1">
            <a:schemeClr val="accent1"/>
          </a:effectRef>
          <a:fontRef idx="minor">
            <a:schemeClr val="tx1"/>
          </a:fontRef>
        </p:style>
      </p:cxnSp>
      <p:sp>
        <p:nvSpPr>
          <p:cNvPr id="65" name="TextBox 64">
            <a:extLst>
              <a:ext uri="{FF2B5EF4-FFF2-40B4-BE49-F238E27FC236}">
                <a16:creationId xmlns:a16="http://schemas.microsoft.com/office/drawing/2014/main" id="{2E1D9C77-93D3-F018-278C-471EDC5F34E4}"/>
              </a:ext>
            </a:extLst>
          </p:cNvPr>
          <p:cNvSpPr txBox="1"/>
          <p:nvPr/>
        </p:nvSpPr>
        <p:spPr>
          <a:xfrm>
            <a:off x="2315303" y="3501084"/>
            <a:ext cx="758541" cy="338554"/>
          </a:xfrm>
          <a:prstGeom prst="rect">
            <a:avLst/>
          </a:prstGeom>
          <a:noFill/>
        </p:spPr>
        <p:txBody>
          <a:bodyPr wrap="none" rtlCol="0">
            <a:spAutoFit/>
          </a:bodyPr>
          <a:lstStyle/>
          <a:p>
            <a:r>
              <a:rPr lang="en-US" sz="1600" dirty="0">
                <a:solidFill>
                  <a:prstClr val="black"/>
                </a:solidFill>
                <a:latin typeface="Calibri" panose="020F0502020204030204" pitchFamily="34" charset="0"/>
                <a:cs typeface="Calibri" panose="020F0502020204030204" pitchFamily="34" charset="0"/>
              </a:rPr>
              <a:t>submit</a:t>
            </a:r>
          </a:p>
        </p:txBody>
      </p:sp>
      <p:sp>
        <p:nvSpPr>
          <p:cNvPr id="66" name="TextBox 65">
            <a:extLst>
              <a:ext uri="{FF2B5EF4-FFF2-40B4-BE49-F238E27FC236}">
                <a16:creationId xmlns:a16="http://schemas.microsoft.com/office/drawing/2014/main" id="{66D5B2D7-906B-639E-434C-2231A5E1C6B6}"/>
              </a:ext>
            </a:extLst>
          </p:cNvPr>
          <p:cNvSpPr txBox="1"/>
          <p:nvPr/>
        </p:nvSpPr>
        <p:spPr>
          <a:xfrm>
            <a:off x="2312021" y="4538861"/>
            <a:ext cx="758541" cy="338554"/>
          </a:xfrm>
          <a:prstGeom prst="rect">
            <a:avLst/>
          </a:prstGeom>
          <a:noFill/>
        </p:spPr>
        <p:txBody>
          <a:bodyPr wrap="none" rtlCol="0">
            <a:spAutoFit/>
          </a:bodyPr>
          <a:lstStyle/>
          <a:p>
            <a:r>
              <a:rPr lang="en-US" sz="1600" dirty="0">
                <a:solidFill>
                  <a:prstClr val="black"/>
                </a:solidFill>
                <a:latin typeface="Calibri" panose="020F0502020204030204" pitchFamily="34" charset="0"/>
                <a:cs typeface="Calibri" panose="020F0502020204030204" pitchFamily="34" charset="0"/>
              </a:rPr>
              <a:t>submit</a:t>
            </a:r>
          </a:p>
        </p:txBody>
      </p:sp>
      <p:sp>
        <p:nvSpPr>
          <p:cNvPr id="67" name="TextBox 66">
            <a:extLst>
              <a:ext uri="{FF2B5EF4-FFF2-40B4-BE49-F238E27FC236}">
                <a16:creationId xmlns:a16="http://schemas.microsoft.com/office/drawing/2014/main" id="{219CF746-E1E7-CB5B-D00E-86114BABB718}"/>
              </a:ext>
            </a:extLst>
          </p:cNvPr>
          <p:cNvSpPr txBox="1"/>
          <p:nvPr/>
        </p:nvSpPr>
        <p:spPr>
          <a:xfrm>
            <a:off x="2312020" y="5627534"/>
            <a:ext cx="758541" cy="338554"/>
          </a:xfrm>
          <a:prstGeom prst="rect">
            <a:avLst/>
          </a:prstGeom>
          <a:noFill/>
        </p:spPr>
        <p:txBody>
          <a:bodyPr wrap="none" rtlCol="0">
            <a:spAutoFit/>
          </a:bodyPr>
          <a:lstStyle/>
          <a:p>
            <a:r>
              <a:rPr lang="en-US" sz="1600" dirty="0">
                <a:solidFill>
                  <a:prstClr val="black"/>
                </a:solidFill>
                <a:latin typeface="Calibri" panose="020F0502020204030204" pitchFamily="34" charset="0"/>
                <a:cs typeface="Calibri" panose="020F0502020204030204" pitchFamily="34" charset="0"/>
              </a:rPr>
              <a:t>submit</a:t>
            </a:r>
          </a:p>
        </p:txBody>
      </p:sp>
      <p:sp>
        <p:nvSpPr>
          <p:cNvPr id="80" name="TextBox 79">
            <a:extLst>
              <a:ext uri="{FF2B5EF4-FFF2-40B4-BE49-F238E27FC236}">
                <a16:creationId xmlns:a16="http://schemas.microsoft.com/office/drawing/2014/main" id="{72CB1D70-FF1A-CA31-8D71-241858BCA078}"/>
              </a:ext>
            </a:extLst>
          </p:cNvPr>
          <p:cNvSpPr txBox="1"/>
          <p:nvPr/>
        </p:nvSpPr>
        <p:spPr>
          <a:xfrm>
            <a:off x="4819973" y="2296991"/>
            <a:ext cx="1431377" cy="338554"/>
          </a:xfrm>
          <a:prstGeom prst="rect">
            <a:avLst/>
          </a:prstGeom>
          <a:noFill/>
        </p:spPr>
        <p:txBody>
          <a:bodyPr wrap="square" rtlCol="0">
            <a:spAutoFit/>
          </a:bodyPr>
          <a:lstStyle/>
          <a:p>
            <a:r>
              <a:rPr lang="en-US" sz="1600" dirty="0">
                <a:solidFill>
                  <a:prstClr val="black"/>
                </a:solidFill>
                <a:latin typeface="Calibri" panose="020F0502020204030204" pitchFamily="34" charset="0"/>
                <a:cs typeface="Calibri" panose="020F0502020204030204" pitchFamily="34" charset="0"/>
              </a:rPr>
              <a:t>verify projects</a:t>
            </a:r>
          </a:p>
        </p:txBody>
      </p:sp>
      <p:cxnSp>
        <p:nvCxnSpPr>
          <p:cNvPr id="81" name="Straight Connector 80">
            <a:extLst>
              <a:ext uri="{FF2B5EF4-FFF2-40B4-BE49-F238E27FC236}">
                <a16:creationId xmlns:a16="http://schemas.microsoft.com/office/drawing/2014/main" id="{B06CFC03-1245-470B-2729-329A9DFC8EDE}"/>
              </a:ext>
            </a:extLst>
          </p:cNvPr>
          <p:cNvCxnSpPr>
            <a:cxnSpLocks/>
            <a:stCxn id="6" idx="6"/>
          </p:cNvCxnSpPr>
          <p:nvPr/>
        </p:nvCxnSpPr>
        <p:spPr>
          <a:xfrm>
            <a:off x="5015581" y="2738679"/>
            <a:ext cx="1488865" cy="0"/>
          </a:xfrm>
          <a:prstGeom prst="line">
            <a:avLst/>
          </a:prstGeom>
          <a:ln>
            <a:headEnd type="none" w="med" len="med"/>
            <a:tailEnd type="arrow" w="med" len="med"/>
          </a:ln>
        </p:spPr>
        <p:style>
          <a:lnRef idx="2">
            <a:schemeClr val="accent1"/>
          </a:lnRef>
          <a:fillRef idx="0">
            <a:schemeClr val="accent1"/>
          </a:fillRef>
          <a:effectRef idx="1">
            <a:schemeClr val="accent1"/>
          </a:effectRef>
          <a:fontRef idx="minor">
            <a:schemeClr val="tx1"/>
          </a:fontRef>
        </p:style>
      </p:cxnSp>
      <p:sp>
        <p:nvSpPr>
          <p:cNvPr id="84" name="Oval 83">
            <a:extLst>
              <a:ext uri="{FF2B5EF4-FFF2-40B4-BE49-F238E27FC236}">
                <a16:creationId xmlns:a16="http://schemas.microsoft.com/office/drawing/2014/main" id="{B51D8BFB-F3F1-BA94-9847-B24BE68B7B0B}"/>
              </a:ext>
            </a:extLst>
          </p:cNvPr>
          <p:cNvSpPr/>
          <p:nvPr/>
        </p:nvSpPr>
        <p:spPr>
          <a:xfrm>
            <a:off x="6360430" y="3397642"/>
            <a:ext cx="288032" cy="28803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latin typeface="Calibri" panose="020F0502020204030204" pitchFamily="34" charset="0"/>
              <a:cs typeface="Calibri" panose="020F0502020204030204" pitchFamily="34" charset="0"/>
            </a:endParaRPr>
          </a:p>
        </p:txBody>
      </p:sp>
      <p:sp>
        <p:nvSpPr>
          <p:cNvPr id="85" name="TextBox 84">
            <a:extLst>
              <a:ext uri="{FF2B5EF4-FFF2-40B4-BE49-F238E27FC236}">
                <a16:creationId xmlns:a16="http://schemas.microsoft.com/office/drawing/2014/main" id="{6D8D322F-FE80-4B30-75F7-AE4D4ECF351B}"/>
              </a:ext>
            </a:extLst>
          </p:cNvPr>
          <p:cNvSpPr txBox="1"/>
          <p:nvPr/>
        </p:nvSpPr>
        <p:spPr>
          <a:xfrm>
            <a:off x="5737489" y="3265445"/>
            <a:ext cx="1431377" cy="338554"/>
          </a:xfrm>
          <a:prstGeom prst="rect">
            <a:avLst/>
          </a:prstGeom>
          <a:noFill/>
        </p:spPr>
        <p:txBody>
          <a:bodyPr wrap="square" rtlCol="0">
            <a:spAutoFit/>
          </a:bodyPr>
          <a:lstStyle/>
          <a:p>
            <a:r>
              <a:rPr lang="en-US" sz="1600" dirty="0">
                <a:solidFill>
                  <a:prstClr val="black"/>
                </a:solidFill>
                <a:latin typeface="Calibri" panose="020F0502020204030204" pitchFamily="34" charset="0"/>
                <a:cs typeface="Calibri" panose="020F0502020204030204" pitchFamily="34" charset="0"/>
              </a:rPr>
              <a:t>home</a:t>
            </a:r>
          </a:p>
        </p:txBody>
      </p:sp>
      <p:cxnSp>
        <p:nvCxnSpPr>
          <p:cNvPr id="86" name="Straight Connector 85">
            <a:extLst>
              <a:ext uri="{FF2B5EF4-FFF2-40B4-BE49-F238E27FC236}">
                <a16:creationId xmlns:a16="http://schemas.microsoft.com/office/drawing/2014/main" id="{D17F0A6B-AEF2-E9B7-6703-7429516759F4}"/>
              </a:ext>
            </a:extLst>
          </p:cNvPr>
          <p:cNvCxnSpPr>
            <a:cxnSpLocks/>
            <a:stCxn id="84" idx="2"/>
          </p:cNvCxnSpPr>
          <p:nvPr/>
        </p:nvCxnSpPr>
        <p:spPr>
          <a:xfrm flipH="1">
            <a:off x="4849732" y="3541658"/>
            <a:ext cx="1510698" cy="0"/>
          </a:xfrm>
          <a:prstGeom prst="line">
            <a:avLst/>
          </a:prstGeom>
          <a:ln>
            <a:headEnd type="none" w="med" len="med"/>
            <a:tailEnd type="arrow" w="med" len="med"/>
          </a:ln>
        </p:spPr>
        <p:style>
          <a:lnRef idx="2">
            <a:schemeClr val="accent1"/>
          </a:lnRef>
          <a:fillRef idx="0">
            <a:schemeClr val="accent1"/>
          </a:fillRef>
          <a:effectRef idx="1">
            <a:schemeClr val="accent1"/>
          </a:effectRef>
          <a:fontRef idx="minor">
            <a:schemeClr val="tx1"/>
          </a:fontRef>
        </p:style>
      </p:cxnSp>
      <p:sp>
        <p:nvSpPr>
          <p:cNvPr id="89" name="Oval 88">
            <a:extLst>
              <a:ext uri="{FF2B5EF4-FFF2-40B4-BE49-F238E27FC236}">
                <a16:creationId xmlns:a16="http://schemas.microsoft.com/office/drawing/2014/main" id="{689DA22A-8DFC-3A13-13B7-739C923CBDBE}"/>
              </a:ext>
            </a:extLst>
          </p:cNvPr>
          <p:cNvSpPr/>
          <p:nvPr/>
        </p:nvSpPr>
        <p:spPr>
          <a:xfrm>
            <a:off x="4727549" y="1972330"/>
            <a:ext cx="288032" cy="28803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latin typeface="Calibri" panose="020F0502020204030204" pitchFamily="34" charset="0"/>
              <a:cs typeface="Calibri" panose="020F0502020204030204" pitchFamily="34" charset="0"/>
            </a:endParaRPr>
          </a:p>
        </p:txBody>
      </p:sp>
      <p:sp>
        <p:nvSpPr>
          <p:cNvPr id="90" name="TextBox 89">
            <a:extLst>
              <a:ext uri="{FF2B5EF4-FFF2-40B4-BE49-F238E27FC236}">
                <a16:creationId xmlns:a16="http://schemas.microsoft.com/office/drawing/2014/main" id="{F3A1A469-FA40-F23B-9410-8830521012DD}"/>
              </a:ext>
            </a:extLst>
          </p:cNvPr>
          <p:cNvSpPr txBox="1"/>
          <p:nvPr/>
        </p:nvSpPr>
        <p:spPr>
          <a:xfrm>
            <a:off x="4819973" y="1674658"/>
            <a:ext cx="1431377" cy="338554"/>
          </a:xfrm>
          <a:prstGeom prst="rect">
            <a:avLst/>
          </a:prstGeom>
          <a:noFill/>
        </p:spPr>
        <p:txBody>
          <a:bodyPr wrap="square" rtlCol="0">
            <a:spAutoFit/>
          </a:bodyPr>
          <a:lstStyle/>
          <a:p>
            <a:r>
              <a:rPr lang="en-US" sz="1600" dirty="0">
                <a:solidFill>
                  <a:prstClr val="black"/>
                </a:solidFill>
                <a:latin typeface="Calibri" panose="020F0502020204030204" pitchFamily="34" charset="0"/>
                <a:cs typeface="Calibri" panose="020F0502020204030204" pitchFamily="34" charset="0"/>
              </a:rPr>
              <a:t>logout</a:t>
            </a:r>
          </a:p>
        </p:txBody>
      </p:sp>
      <p:sp>
        <p:nvSpPr>
          <p:cNvPr id="91" name="Oval 90">
            <a:extLst>
              <a:ext uri="{FF2B5EF4-FFF2-40B4-BE49-F238E27FC236}">
                <a16:creationId xmlns:a16="http://schemas.microsoft.com/office/drawing/2014/main" id="{C84EFAF3-013F-C8EC-96E8-D6294CB7E337}"/>
              </a:ext>
            </a:extLst>
          </p:cNvPr>
          <p:cNvSpPr/>
          <p:nvPr/>
        </p:nvSpPr>
        <p:spPr>
          <a:xfrm>
            <a:off x="6369821" y="3853538"/>
            <a:ext cx="288032" cy="28803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latin typeface="Calibri" panose="020F0502020204030204" pitchFamily="34" charset="0"/>
              <a:cs typeface="Calibri" panose="020F0502020204030204" pitchFamily="34" charset="0"/>
            </a:endParaRPr>
          </a:p>
        </p:txBody>
      </p:sp>
      <p:sp>
        <p:nvSpPr>
          <p:cNvPr id="92" name="TextBox 91">
            <a:extLst>
              <a:ext uri="{FF2B5EF4-FFF2-40B4-BE49-F238E27FC236}">
                <a16:creationId xmlns:a16="http://schemas.microsoft.com/office/drawing/2014/main" id="{6B16DDA0-D5C1-6F77-ACB7-26328C04E31F}"/>
              </a:ext>
            </a:extLst>
          </p:cNvPr>
          <p:cNvSpPr txBox="1"/>
          <p:nvPr/>
        </p:nvSpPr>
        <p:spPr>
          <a:xfrm>
            <a:off x="5668952" y="3809700"/>
            <a:ext cx="1431377" cy="338554"/>
          </a:xfrm>
          <a:prstGeom prst="rect">
            <a:avLst/>
          </a:prstGeom>
          <a:noFill/>
        </p:spPr>
        <p:txBody>
          <a:bodyPr wrap="square" rtlCol="0">
            <a:spAutoFit/>
          </a:bodyPr>
          <a:lstStyle/>
          <a:p>
            <a:r>
              <a:rPr lang="en-US" sz="1600" dirty="0">
                <a:solidFill>
                  <a:prstClr val="black"/>
                </a:solidFill>
                <a:latin typeface="Calibri" panose="020F0502020204030204" pitchFamily="34" charset="0"/>
                <a:cs typeface="Calibri" panose="020F0502020204030204" pitchFamily="34" charset="0"/>
              </a:rPr>
              <a:t>logout</a:t>
            </a:r>
          </a:p>
        </p:txBody>
      </p:sp>
      <p:sp>
        <p:nvSpPr>
          <p:cNvPr id="97" name="Rounded Rectangle 96">
            <a:extLst>
              <a:ext uri="{FF2B5EF4-FFF2-40B4-BE49-F238E27FC236}">
                <a16:creationId xmlns:a16="http://schemas.microsoft.com/office/drawing/2014/main" id="{87190B9D-2D2E-3C23-A379-003418A3CEFA}"/>
              </a:ext>
            </a:extLst>
          </p:cNvPr>
          <p:cNvSpPr/>
          <p:nvPr/>
        </p:nvSpPr>
        <p:spPr>
          <a:xfrm>
            <a:off x="6718425" y="2243246"/>
            <a:ext cx="2402248" cy="453983"/>
          </a:xfrm>
          <a:prstGeom prst="roundRect">
            <a:avLst/>
          </a:prstGeom>
        </p:spPr>
        <p:style>
          <a:lnRef idx="2">
            <a:schemeClr val="accent3"/>
          </a:lnRef>
          <a:fillRef idx="1">
            <a:schemeClr val="lt1"/>
          </a:fillRef>
          <a:effectRef idx="0">
            <a:schemeClr val="accent3"/>
          </a:effectRef>
          <a:fontRef idx="minor">
            <a:schemeClr val="dk1"/>
          </a:fontRef>
        </p:style>
        <p:txBody>
          <a:bodyPr rtlCol="0" anchor="ctr"/>
          <a:lstStyle/>
          <a:p>
            <a:pPr algn="ctr"/>
            <a:r>
              <a:rPr lang="en-US" dirty="0">
                <a:latin typeface="Calibri" panose="020F0502020204030204" pitchFamily="34" charset="0"/>
                <a:cs typeface="Calibri" panose="020F0502020204030204" pitchFamily="34" charset="0"/>
              </a:rPr>
              <a:t>Projects List</a:t>
            </a:r>
            <a:endParaRPr lang="en-US" sz="1600" dirty="0">
              <a:solidFill>
                <a:schemeClr val="tx1"/>
              </a:solidFill>
              <a:latin typeface="Calibri" panose="020F0502020204030204" pitchFamily="34" charset="0"/>
              <a:cs typeface="Calibri" panose="020F0502020204030204" pitchFamily="34" charset="0"/>
            </a:endParaRPr>
          </a:p>
        </p:txBody>
      </p:sp>
      <p:sp>
        <p:nvSpPr>
          <p:cNvPr id="98" name="Rounded Rectangle 97">
            <a:extLst>
              <a:ext uri="{FF2B5EF4-FFF2-40B4-BE49-F238E27FC236}">
                <a16:creationId xmlns:a16="http://schemas.microsoft.com/office/drawing/2014/main" id="{2F6AC14A-A23D-241A-AF30-4E74962DE7E5}"/>
              </a:ext>
            </a:extLst>
          </p:cNvPr>
          <p:cNvSpPr/>
          <p:nvPr/>
        </p:nvSpPr>
        <p:spPr>
          <a:xfrm>
            <a:off x="6778324" y="2956778"/>
            <a:ext cx="2402248" cy="453983"/>
          </a:xfrm>
          <a:prstGeom prst="roundRect">
            <a:avLst/>
          </a:prstGeom>
        </p:spPr>
        <p:style>
          <a:lnRef idx="2">
            <a:schemeClr val="accent3"/>
          </a:lnRef>
          <a:fillRef idx="1">
            <a:schemeClr val="lt1"/>
          </a:fillRef>
          <a:effectRef idx="0">
            <a:schemeClr val="accent3"/>
          </a:effectRef>
          <a:fontRef idx="minor">
            <a:schemeClr val="dk1"/>
          </a:fontRef>
        </p:style>
        <p:txBody>
          <a:bodyPr rtlCol="0" anchor="ctr"/>
          <a:lstStyle/>
          <a:p>
            <a:pPr algn="ctr"/>
            <a:r>
              <a:rPr lang="en-US" dirty="0">
                <a:latin typeface="Calibri" panose="020F0502020204030204" pitchFamily="34" charset="0"/>
                <a:cs typeface="Calibri" panose="020F0502020204030204" pitchFamily="34" charset="0"/>
              </a:rPr>
              <a:t>Projects Structure</a:t>
            </a:r>
            <a:endParaRPr lang="en-US" sz="1600" dirty="0">
              <a:solidFill>
                <a:schemeClr val="tx1"/>
              </a:solidFill>
              <a:latin typeface="Calibri" panose="020F0502020204030204" pitchFamily="34" charset="0"/>
              <a:cs typeface="Calibri" panose="020F0502020204030204" pitchFamily="34" charset="0"/>
            </a:endParaRPr>
          </a:p>
        </p:txBody>
      </p:sp>
      <p:grpSp>
        <p:nvGrpSpPr>
          <p:cNvPr id="99" name="Group 98">
            <a:extLst>
              <a:ext uri="{FF2B5EF4-FFF2-40B4-BE49-F238E27FC236}">
                <a16:creationId xmlns:a16="http://schemas.microsoft.com/office/drawing/2014/main" id="{0B3B19F1-0E0C-172C-17DA-03F225D8A04C}"/>
              </a:ext>
            </a:extLst>
          </p:cNvPr>
          <p:cNvGrpSpPr/>
          <p:nvPr/>
        </p:nvGrpSpPr>
        <p:grpSpPr>
          <a:xfrm>
            <a:off x="8959628" y="1814420"/>
            <a:ext cx="1523801" cy="585704"/>
            <a:chOff x="8959628" y="1814420"/>
            <a:chExt cx="1523801" cy="585704"/>
          </a:xfrm>
        </p:grpSpPr>
        <p:sp>
          <p:nvSpPr>
            <p:cNvPr id="94" name="Oval 93">
              <a:extLst>
                <a:ext uri="{FF2B5EF4-FFF2-40B4-BE49-F238E27FC236}">
                  <a16:creationId xmlns:a16="http://schemas.microsoft.com/office/drawing/2014/main" id="{A12F80CD-855D-0D2A-D9B0-63985EDFE7BD}"/>
                </a:ext>
              </a:extLst>
            </p:cNvPr>
            <p:cNvSpPr/>
            <p:nvPr/>
          </p:nvSpPr>
          <p:spPr>
            <a:xfrm>
              <a:off x="8959628" y="2112092"/>
              <a:ext cx="288032" cy="28803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latin typeface="Calibri" panose="020F0502020204030204" pitchFamily="34" charset="0"/>
                <a:cs typeface="Calibri" panose="020F0502020204030204" pitchFamily="34" charset="0"/>
              </a:endParaRPr>
            </a:p>
          </p:txBody>
        </p:sp>
        <p:sp>
          <p:nvSpPr>
            <p:cNvPr id="95" name="TextBox 94">
              <a:extLst>
                <a:ext uri="{FF2B5EF4-FFF2-40B4-BE49-F238E27FC236}">
                  <a16:creationId xmlns:a16="http://schemas.microsoft.com/office/drawing/2014/main" id="{DCB07CD6-EDA5-8D55-131F-7321B59A5552}"/>
                </a:ext>
              </a:extLst>
            </p:cNvPr>
            <p:cNvSpPr txBox="1"/>
            <p:nvPr/>
          </p:nvSpPr>
          <p:spPr>
            <a:xfrm>
              <a:off x="9052052" y="1814420"/>
              <a:ext cx="1431377" cy="338554"/>
            </a:xfrm>
            <a:prstGeom prst="rect">
              <a:avLst/>
            </a:prstGeom>
            <a:noFill/>
          </p:spPr>
          <p:txBody>
            <a:bodyPr wrap="square" rtlCol="0">
              <a:spAutoFit/>
            </a:bodyPr>
            <a:lstStyle/>
            <a:p>
              <a:r>
                <a:rPr lang="en-US" sz="1600" dirty="0">
                  <a:solidFill>
                    <a:prstClr val="black"/>
                  </a:solidFill>
                  <a:latin typeface="Calibri" panose="020F0502020204030204" pitchFamily="34" charset="0"/>
                  <a:cs typeface="Calibri" panose="020F0502020204030204" pitchFamily="34" charset="0"/>
                </a:rPr>
                <a:t>click</a:t>
              </a:r>
            </a:p>
          </p:txBody>
        </p:sp>
        <p:cxnSp>
          <p:nvCxnSpPr>
            <p:cNvPr id="96" name="Straight Connector 95">
              <a:extLst>
                <a:ext uri="{FF2B5EF4-FFF2-40B4-BE49-F238E27FC236}">
                  <a16:creationId xmlns:a16="http://schemas.microsoft.com/office/drawing/2014/main" id="{4DD8565D-E9AA-357E-33DD-647DAAA57573}"/>
                </a:ext>
              </a:extLst>
            </p:cNvPr>
            <p:cNvCxnSpPr>
              <a:cxnSpLocks/>
              <a:stCxn id="94" idx="6"/>
              <a:endCxn id="21" idx="5"/>
            </p:cNvCxnSpPr>
            <p:nvPr/>
          </p:nvCxnSpPr>
          <p:spPr>
            <a:xfrm flipV="1">
              <a:off x="9247660" y="2251662"/>
              <a:ext cx="1046849" cy="4446"/>
            </a:xfrm>
            <a:prstGeom prst="line">
              <a:avLst/>
            </a:prstGeom>
            <a:ln>
              <a:headEnd type="none" w="med" len="med"/>
              <a:tailEnd type="arrow" w="med" len="med"/>
            </a:ln>
          </p:spPr>
          <p:style>
            <a:lnRef idx="2">
              <a:schemeClr val="accent1"/>
            </a:lnRef>
            <a:fillRef idx="0">
              <a:schemeClr val="accent1"/>
            </a:fillRef>
            <a:effectRef idx="1">
              <a:schemeClr val="accent1"/>
            </a:effectRef>
            <a:fontRef idx="minor">
              <a:schemeClr val="tx1"/>
            </a:fontRef>
          </p:style>
        </p:cxnSp>
      </p:grpSp>
      <p:cxnSp>
        <p:nvCxnSpPr>
          <p:cNvPr id="101" name="Elbow Connector 100">
            <a:extLst>
              <a:ext uri="{FF2B5EF4-FFF2-40B4-BE49-F238E27FC236}">
                <a16:creationId xmlns:a16="http://schemas.microsoft.com/office/drawing/2014/main" id="{1E334096-AAAB-87F0-B308-A85E7E805B2C}"/>
              </a:ext>
            </a:extLst>
          </p:cNvPr>
          <p:cNvCxnSpPr>
            <a:cxnSpLocks/>
            <a:stCxn id="21" idx="3"/>
          </p:cNvCxnSpPr>
          <p:nvPr/>
        </p:nvCxnSpPr>
        <p:spPr>
          <a:xfrm rot="5400000">
            <a:off x="9817309" y="1942104"/>
            <a:ext cx="611597" cy="1885070"/>
          </a:xfrm>
          <a:prstGeom prst="bentConnector2">
            <a:avLst/>
          </a:prstGeom>
          <a:ln>
            <a:tailEnd type="arrow"/>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2580398934"/>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3E6442B-9F99-C4B7-0639-11841833437F}"/>
            </a:ext>
          </a:extLst>
        </p:cNvPr>
        <p:cNvGrpSpPr/>
        <p:nvPr/>
      </p:nvGrpSpPr>
      <p:grpSpPr>
        <a:xfrm>
          <a:off x="0" y="0"/>
          <a:ext cx="0" cy="0"/>
          <a:chOff x="0" y="0"/>
          <a:chExt cx="0" cy="0"/>
        </a:xfrm>
      </p:grpSpPr>
      <p:sp>
        <p:nvSpPr>
          <p:cNvPr id="4" name="Google Shape;135;p26">
            <a:extLst>
              <a:ext uri="{FF2B5EF4-FFF2-40B4-BE49-F238E27FC236}">
                <a16:creationId xmlns:a16="http://schemas.microsoft.com/office/drawing/2014/main" id="{15B63991-572C-F546-3E02-88C01F0E86DB}"/>
              </a:ext>
            </a:extLst>
          </p:cNvPr>
          <p:cNvSpPr txBox="1">
            <a:spLocks/>
          </p:cNvSpPr>
          <p:nvPr/>
        </p:nvSpPr>
        <p:spPr>
          <a:xfrm>
            <a:off x="426631" y="258833"/>
            <a:ext cx="11338737" cy="1143000"/>
          </a:xfrm>
          <a:prstGeom prst="rect">
            <a:avLst/>
          </a:prstGeom>
          <a:noFill/>
          <a:ln>
            <a:noFill/>
          </a:ln>
        </p:spPr>
        <p:txBody>
          <a:bodyPr spcFirstLastPara="1" wrap="square" lIns="107269" tIns="53620" rIns="107269" bIns="53620" anchor="ctr" anchorCtr="0">
            <a:noAutofit/>
          </a:bodyPr>
          <a:lstStyle>
            <a:defPPr marR="0" lvl="0" algn="l" rtl="0">
              <a:lnSpc>
                <a:spcPct val="100000"/>
              </a:lnSpc>
              <a:spcBef>
                <a:spcPts val="0"/>
              </a:spcBef>
              <a:spcAft>
                <a:spcPts val="0"/>
              </a:spcAft>
            </a:defPPr>
            <a:lvl1pPr marR="0" lvl="0" algn="ctr" rtl="0">
              <a:lnSpc>
                <a:spcPct val="100000"/>
              </a:lnSpc>
              <a:spcBef>
                <a:spcPts val="0"/>
              </a:spcBef>
              <a:spcAft>
                <a:spcPts val="0"/>
              </a:spcAft>
              <a:buClr>
                <a:schemeClr val="dk1"/>
              </a:buClr>
              <a:buSzPts val="1800"/>
              <a:buFont typeface="Calibri"/>
              <a:buNone/>
              <a:defRPr sz="44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9pPr>
          </a:lstStyle>
          <a:p>
            <a:r>
              <a:rPr lang="en-US" noProof="1">
                <a:latin typeface="Calibri" panose="020F0502020204030204" pitchFamily="34" charset="0"/>
                <a:cs typeface="Calibri" panose="020F0502020204030204" pitchFamily="34" charset="0"/>
              </a:rPr>
              <a:t>Application design (manager)</a:t>
            </a:r>
          </a:p>
        </p:txBody>
      </p:sp>
      <p:sp>
        <p:nvSpPr>
          <p:cNvPr id="2" name="Rectangle 1">
            <a:extLst>
              <a:ext uri="{FF2B5EF4-FFF2-40B4-BE49-F238E27FC236}">
                <a16:creationId xmlns:a16="http://schemas.microsoft.com/office/drawing/2014/main" id="{27F68F27-D6C2-1629-6422-A13289BDDC1C}"/>
              </a:ext>
            </a:extLst>
          </p:cNvPr>
          <p:cNvSpPr/>
          <p:nvPr/>
        </p:nvSpPr>
        <p:spPr>
          <a:xfrm>
            <a:off x="2019271" y="1613117"/>
            <a:ext cx="2830461" cy="4988812"/>
          </a:xfrm>
          <a:prstGeom prst="rect">
            <a:avLst/>
          </a:prstGeom>
        </p:spPr>
        <p:style>
          <a:lnRef idx="2">
            <a:schemeClr val="dk1"/>
          </a:lnRef>
          <a:fillRef idx="1">
            <a:schemeClr val="lt1"/>
          </a:fillRef>
          <a:effectRef idx="0">
            <a:schemeClr val="dk1"/>
          </a:effectRef>
          <a:fontRef idx="minor">
            <a:schemeClr val="dk1"/>
          </a:fontRef>
        </p:style>
        <p:txBody>
          <a:bodyPr rtlCol="0" anchor="t" anchorCtr="0"/>
          <a:lstStyle/>
          <a:p>
            <a:r>
              <a:rPr lang="en-US" dirty="0">
                <a:latin typeface="Calibri" panose="020F0502020204030204" pitchFamily="34" charset="0"/>
                <a:cs typeface="Calibri" panose="020F0502020204030204" pitchFamily="34" charset="0"/>
              </a:rPr>
              <a:t>Home Page</a:t>
            </a:r>
          </a:p>
        </p:txBody>
      </p:sp>
      <p:sp>
        <p:nvSpPr>
          <p:cNvPr id="3" name="Rounded Rectangle 2">
            <a:extLst>
              <a:ext uri="{FF2B5EF4-FFF2-40B4-BE49-F238E27FC236}">
                <a16:creationId xmlns:a16="http://schemas.microsoft.com/office/drawing/2014/main" id="{E58AE25F-CA2C-0A70-0DE7-B04440D27AEC}"/>
              </a:ext>
            </a:extLst>
          </p:cNvPr>
          <p:cNvSpPr/>
          <p:nvPr/>
        </p:nvSpPr>
        <p:spPr>
          <a:xfrm>
            <a:off x="2179780" y="3766481"/>
            <a:ext cx="2402248" cy="602117"/>
          </a:xfrm>
          <a:prstGeom prst="roundRect">
            <a:avLst/>
          </a:prstGeom>
        </p:spPr>
        <p:style>
          <a:lnRef idx="2">
            <a:schemeClr val="accent3"/>
          </a:lnRef>
          <a:fillRef idx="1">
            <a:schemeClr val="lt1"/>
          </a:fillRef>
          <a:effectRef idx="0">
            <a:schemeClr val="accent3"/>
          </a:effectRef>
          <a:fontRef idx="minor">
            <a:schemeClr val="dk1"/>
          </a:fontRef>
        </p:style>
        <p:txBody>
          <a:bodyPr rtlCol="0" anchor="ctr"/>
          <a:lstStyle/>
          <a:p>
            <a:pPr algn="ctr"/>
            <a:r>
              <a:rPr lang="en-US" dirty="0">
                <a:solidFill>
                  <a:schemeClr val="tx1"/>
                </a:solidFill>
                <a:latin typeface="Calibri" panose="020F0502020204030204" pitchFamily="34" charset="0"/>
                <a:cs typeface="Calibri" panose="020F0502020204030204" pitchFamily="34" charset="0"/>
              </a:rPr>
              <a:t>Managed Tasks</a:t>
            </a:r>
          </a:p>
          <a:p>
            <a:pPr algn="ctr"/>
            <a:r>
              <a:rPr lang="en-US" dirty="0">
                <a:solidFill>
                  <a:schemeClr val="tx1"/>
                </a:solidFill>
                <a:latin typeface="Calibri" panose="020F0502020204030204" pitchFamily="34" charset="0"/>
                <a:cs typeface="Calibri" panose="020F0502020204030204" pitchFamily="34" charset="0"/>
              </a:rPr>
              <a:t>List + Form</a:t>
            </a:r>
          </a:p>
        </p:txBody>
      </p:sp>
      <p:sp>
        <p:nvSpPr>
          <p:cNvPr id="6" name="Oval 5">
            <a:extLst>
              <a:ext uri="{FF2B5EF4-FFF2-40B4-BE49-F238E27FC236}">
                <a16:creationId xmlns:a16="http://schemas.microsoft.com/office/drawing/2014/main" id="{211951AB-7A27-3807-0972-AC29F98498CD}"/>
              </a:ext>
            </a:extLst>
          </p:cNvPr>
          <p:cNvSpPr/>
          <p:nvPr/>
        </p:nvSpPr>
        <p:spPr>
          <a:xfrm>
            <a:off x="4727549" y="2594663"/>
            <a:ext cx="288032" cy="28803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latin typeface="Calibri" panose="020F0502020204030204" pitchFamily="34" charset="0"/>
              <a:cs typeface="Calibri" panose="020F0502020204030204" pitchFamily="34" charset="0"/>
            </a:endParaRPr>
          </a:p>
        </p:txBody>
      </p:sp>
      <p:cxnSp>
        <p:nvCxnSpPr>
          <p:cNvPr id="7" name="Elbow Connector 6">
            <a:extLst>
              <a:ext uri="{FF2B5EF4-FFF2-40B4-BE49-F238E27FC236}">
                <a16:creationId xmlns:a16="http://schemas.microsoft.com/office/drawing/2014/main" id="{EB7AD75E-A3D6-838B-D1E2-8FC40EC4EFA0}"/>
              </a:ext>
            </a:extLst>
          </p:cNvPr>
          <p:cNvCxnSpPr>
            <a:cxnSpLocks/>
            <a:stCxn id="45" idx="2"/>
            <a:endCxn id="11" idx="5"/>
          </p:cNvCxnSpPr>
          <p:nvPr/>
        </p:nvCxnSpPr>
        <p:spPr>
          <a:xfrm rot="10800000" flipV="1">
            <a:off x="364557" y="3766479"/>
            <a:ext cx="1728703" cy="410121"/>
          </a:xfrm>
          <a:prstGeom prst="bentConnector3">
            <a:avLst>
              <a:gd name="adj1" fmla="val 117955"/>
            </a:avLst>
          </a:prstGeom>
          <a:ln>
            <a:tailEnd type="arrow"/>
          </a:ln>
        </p:spPr>
        <p:style>
          <a:lnRef idx="2">
            <a:schemeClr val="accent1"/>
          </a:lnRef>
          <a:fillRef idx="0">
            <a:schemeClr val="accent1"/>
          </a:fillRef>
          <a:effectRef idx="1">
            <a:schemeClr val="accent1"/>
          </a:effectRef>
          <a:fontRef idx="minor">
            <a:schemeClr val="tx1"/>
          </a:fontRef>
        </p:style>
      </p:cxnSp>
      <p:sp>
        <p:nvSpPr>
          <p:cNvPr id="11" name="Parallelogram 10">
            <a:extLst>
              <a:ext uri="{FF2B5EF4-FFF2-40B4-BE49-F238E27FC236}">
                <a16:creationId xmlns:a16="http://schemas.microsoft.com/office/drawing/2014/main" id="{1ECDC917-F81D-FF3E-7E54-B7DDFACB26B6}"/>
              </a:ext>
            </a:extLst>
          </p:cNvPr>
          <p:cNvSpPr/>
          <p:nvPr/>
        </p:nvSpPr>
        <p:spPr>
          <a:xfrm>
            <a:off x="282761" y="3849421"/>
            <a:ext cx="1368152" cy="654359"/>
          </a:xfrm>
          <a:prstGeom prst="parallelogram">
            <a:avLst/>
          </a:prstGeom>
        </p:spPr>
        <p:style>
          <a:lnRef idx="2">
            <a:schemeClr val="accent2"/>
          </a:lnRef>
          <a:fillRef idx="1">
            <a:schemeClr val="lt1"/>
          </a:fillRef>
          <a:effectRef idx="0">
            <a:schemeClr val="accent2"/>
          </a:effectRef>
          <a:fontRef idx="minor">
            <a:schemeClr val="dk1"/>
          </a:fontRef>
        </p:style>
        <p:txBody>
          <a:bodyPr rtlCol="0" anchor="ctr"/>
          <a:lstStyle/>
          <a:p>
            <a:pPr algn="ctr"/>
            <a:r>
              <a:rPr lang="en-US" sz="1600" dirty="0">
                <a:latin typeface="Calibri" panose="020F0502020204030204" pitchFamily="34" charset="0"/>
                <a:cs typeface="Calibri" panose="020F0502020204030204" pitchFamily="34" charset="0"/>
              </a:rPr>
              <a:t>Home</a:t>
            </a:r>
            <a:endParaRPr lang="en-US" dirty="0">
              <a:latin typeface="Calibri" panose="020F0502020204030204" pitchFamily="34" charset="0"/>
              <a:cs typeface="Calibri" panose="020F0502020204030204" pitchFamily="34" charset="0"/>
            </a:endParaRPr>
          </a:p>
        </p:txBody>
      </p:sp>
      <p:cxnSp>
        <p:nvCxnSpPr>
          <p:cNvPr id="12" name="Elbow Connector 11">
            <a:extLst>
              <a:ext uri="{FF2B5EF4-FFF2-40B4-BE49-F238E27FC236}">
                <a16:creationId xmlns:a16="http://schemas.microsoft.com/office/drawing/2014/main" id="{ED76F2C7-F36A-BD44-3129-4BAD1DDC563A}"/>
              </a:ext>
            </a:extLst>
          </p:cNvPr>
          <p:cNvCxnSpPr>
            <a:cxnSpLocks/>
            <a:stCxn id="11" idx="2"/>
          </p:cNvCxnSpPr>
          <p:nvPr/>
        </p:nvCxnSpPr>
        <p:spPr>
          <a:xfrm flipV="1">
            <a:off x="1569118" y="4055113"/>
            <a:ext cx="453436" cy="121488"/>
          </a:xfrm>
          <a:prstGeom prst="bentConnector3">
            <a:avLst>
              <a:gd name="adj1" fmla="val 50000"/>
            </a:avLst>
          </a:prstGeom>
          <a:ln>
            <a:tailEnd type="arrow"/>
          </a:ln>
        </p:spPr>
        <p:style>
          <a:lnRef idx="2">
            <a:schemeClr val="accent1"/>
          </a:lnRef>
          <a:fillRef idx="0">
            <a:schemeClr val="accent1"/>
          </a:fillRef>
          <a:effectRef idx="1">
            <a:schemeClr val="accent1"/>
          </a:effectRef>
          <a:fontRef idx="minor">
            <a:schemeClr val="tx1"/>
          </a:fontRef>
        </p:style>
      </p:cxnSp>
      <p:sp>
        <p:nvSpPr>
          <p:cNvPr id="13" name="Oval 12">
            <a:extLst>
              <a:ext uri="{FF2B5EF4-FFF2-40B4-BE49-F238E27FC236}">
                <a16:creationId xmlns:a16="http://schemas.microsoft.com/office/drawing/2014/main" id="{17E9E28A-23F7-D046-F8FE-9DFD98EC550D}"/>
              </a:ext>
            </a:extLst>
          </p:cNvPr>
          <p:cNvSpPr/>
          <p:nvPr/>
        </p:nvSpPr>
        <p:spPr>
          <a:xfrm>
            <a:off x="8482471" y="2428750"/>
            <a:ext cx="288032" cy="288032"/>
          </a:xfrm>
          <a:prstGeom prst="ellipse">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latin typeface="Calibri" panose="020F0502020204030204" pitchFamily="34" charset="0"/>
                <a:cs typeface="Calibri" panose="020F0502020204030204" pitchFamily="34" charset="0"/>
              </a:rPr>
              <a:t>5</a:t>
            </a:r>
          </a:p>
        </p:txBody>
      </p:sp>
      <p:sp>
        <p:nvSpPr>
          <p:cNvPr id="14" name="Rectangle 13">
            <a:extLst>
              <a:ext uri="{FF2B5EF4-FFF2-40B4-BE49-F238E27FC236}">
                <a16:creationId xmlns:a16="http://schemas.microsoft.com/office/drawing/2014/main" id="{A0B36409-875C-4F9C-14A3-3796B6BA069A}"/>
              </a:ext>
            </a:extLst>
          </p:cNvPr>
          <p:cNvSpPr/>
          <p:nvPr/>
        </p:nvSpPr>
        <p:spPr>
          <a:xfrm>
            <a:off x="6517931" y="1613118"/>
            <a:ext cx="3494289" cy="2297377"/>
          </a:xfrm>
          <a:prstGeom prst="rect">
            <a:avLst/>
          </a:prstGeom>
        </p:spPr>
        <p:style>
          <a:lnRef idx="2">
            <a:schemeClr val="dk1"/>
          </a:lnRef>
          <a:fillRef idx="1">
            <a:schemeClr val="lt1"/>
          </a:fillRef>
          <a:effectRef idx="0">
            <a:schemeClr val="dk1"/>
          </a:effectRef>
          <a:fontRef idx="minor">
            <a:schemeClr val="dk1"/>
          </a:fontRef>
        </p:style>
        <p:txBody>
          <a:bodyPr rtlCol="0" anchor="t" anchorCtr="0"/>
          <a:lstStyle/>
          <a:p>
            <a:r>
              <a:rPr lang="en-US" dirty="0">
                <a:latin typeface="Calibri" panose="020F0502020204030204" pitchFamily="34" charset="0"/>
                <a:cs typeface="Calibri" panose="020F0502020204030204" pitchFamily="34" charset="0"/>
              </a:rPr>
              <a:t>Monitor Projects</a:t>
            </a:r>
          </a:p>
        </p:txBody>
      </p:sp>
      <p:sp>
        <p:nvSpPr>
          <p:cNvPr id="21" name="Parallelogram 20">
            <a:extLst>
              <a:ext uri="{FF2B5EF4-FFF2-40B4-BE49-F238E27FC236}">
                <a16:creationId xmlns:a16="http://schemas.microsoft.com/office/drawing/2014/main" id="{633CF42E-A0A5-1BA9-B468-4FC6A54F2986}"/>
              </a:ext>
            </a:extLst>
          </p:cNvPr>
          <p:cNvSpPr/>
          <p:nvPr/>
        </p:nvSpPr>
        <p:spPr>
          <a:xfrm>
            <a:off x="10336539" y="1924482"/>
            <a:ext cx="1869446" cy="654359"/>
          </a:xfrm>
          <a:prstGeom prst="parallelogram">
            <a:avLst/>
          </a:prstGeom>
        </p:spPr>
        <p:style>
          <a:lnRef idx="2">
            <a:schemeClr val="accent2"/>
          </a:lnRef>
          <a:fillRef idx="1">
            <a:schemeClr val="lt1"/>
          </a:fillRef>
          <a:effectRef idx="0">
            <a:schemeClr val="accent2"/>
          </a:effectRef>
          <a:fontRef idx="minor">
            <a:schemeClr val="dk1"/>
          </a:fontRef>
        </p:style>
        <p:txBody>
          <a:bodyPr rtlCol="0" anchor="ctr"/>
          <a:lstStyle/>
          <a:p>
            <a:pPr algn="ctr"/>
            <a:r>
              <a:rPr lang="en-US" sz="1600" dirty="0">
                <a:latin typeface="Calibri" panose="020F0502020204030204" pitchFamily="34" charset="0"/>
                <a:cs typeface="Calibri" panose="020F0502020204030204" pitchFamily="34" charset="0"/>
              </a:rPr>
              <a:t>Monitor Projects</a:t>
            </a:r>
          </a:p>
        </p:txBody>
      </p:sp>
      <p:sp>
        <p:nvSpPr>
          <p:cNvPr id="37" name="Rounded Rectangle 36">
            <a:extLst>
              <a:ext uri="{FF2B5EF4-FFF2-40B4-BE49-F238E27FC236}">
                <a16:creationId xmlns:a16="http://schemas.microsoft.com/office/drawing/2014/main" id="{3C8E622E-EDF4-E244-8076-485ED2BB097B}"/>
              </a:ext>
            </a:extLst>
          </p:cNvPr>
          <p:cNvSpPr/>
          <p:nvPr/>
        </p:nvSpPr>
        <p:spPr>
          <a:xfrm>
            <a:off x="2196732" y="4810385"/>
            <a:ext cx="2387349" cy="453983"/>
          </a:xfrm>
          <a:prstGeom prst="roundRect">
            <a:avLst/>
          </a:prstGeom>
        </p:spPr>
        <p:style>
          <a:lnRef idx="2">
            <a:schemeClr val="accent3"/>
          </a:lnRef>
          <a:fillRef idx="1">
            <a:schemeClr val="lt1"/>
          </a:fillRef>
          <a:effectRef idx="0">
            <a:schemeClr val="accent3"/>
          </a:effectRef>
          <a:fontRef idx="minor">
            <a:schemeClr val="dk1"/>
          </a:fontRef>
        </p:style>
        <p:txBody>
          <a:bodyPr rtlCol="0" anchor="ctr"/>
          <a:lstStyle/>
          <a:p>
            <a:pPr algn="ctr"/>
            <a:r>
              <a:rPr lang="en-US" dirty="0">
                <a:solidFill>
                  <a:schemeClr val="tx1"/>
                </a:solidFill>
                <a:latin typeface="Calibri" panose="020F0502020204030204" pitchFamily="34" charset="0"/>
                <a:cs typeface="Calibri" panose="020F0502020204030204" pitchFamily="34" charset="0"/>
              </a:rPr>
              <a:t>Task Assignment Form</a:t>
            </a:r>
          </a:p>
        </p:txBody>
      </p:sp>
      <p:sp>
        <p:nvSpPr>
          <p:cNvPr id="45" name="Oval 44">
            <a:extLst>
              <a:ext uri="{FF2B5EF4-FFF2-40B4-BE49-F238E27FC236}">
                <a16:creationId xmlns:a16="http://schemas.microsoft.com/office/drawing/2014/main" id="{5E469F4E-74F6-68CC-E685-C0BE9E6E833E}"/>
              </a:ext>
            </a:extLst>
          </p:cNvPr>
          <p:cNvSpPr/>
          <p:nvPr/>
        </p:nvSpPr>
        <p:spPr>
          <a:xfrm>
            <a:off x="2093259" y="3622464"/>
            <a:ext cx="288032" cy="28803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latin typeface="Calibri" panose="020F0502020204030204" pitchFamily="34" charset="0"/>
              <a:cs typeface="Calibri" panose="020F0502020204030204" pitchFamily="34" charset="0"/>
            </a:endParaRPr>
          </a:p>
        </p:txBody>
      </p:sp>
      <p:sp>
        <p:nvSpPr>
          <p:cNvPr id="46" name="Oval 45">
            <a:extLst>
              <a:ext uri="{FF2B5EF4-FFF2-40B4-BE49-F238E27FC236}">
                <a16:creationId xmlns:a16="http://schemas.microsoft.com/office/drawing/2014/main" id="{54876444-35AB-DAA2-59A2-8EDF424546F8}"/>
              </a:ext>
            </a:extLst>
          </p:cNvPr>
          <p:cNvSpPr/>
          <p:nvPr/>
        </p:nvSpPr>
        <p:spPr>
          <a:xfrm>
            <a:off x="2061400" y="4641265"/>
            <a:ext cx="288032" cy="28803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latin typeface="Calibri" panose="020F0502020204030204" pitchFamily="34" charset="0"/>
              <a:cs typeface="Calibri" panose="020F0502020204030204" pitchFamily="34" charset="0"/>
            </a:endParaRPr>
          </a:p>
        </p:txBody>
      </p:sp>
      <p:cxnSp>
        <p:nvCxnSpPr>
          <p:cNvPr id="58" name="Elbow Connector 57">
            <a:extLst>
              <a:ext uri="{FF2B5EF4-FFF2-40B4-BE49-F238E27FC236}">
                <a16:creationId xmlns:a16="http://schemas.microsoft.com/office/drawing/2014/main" id="{03577C2B-77F7-01C4-3313-B230264E4C84}"/>
              </a:ext>
            </a:extLst>
          </p:cNvPr>
          <p:cNvCxnSpPr>
            <a:cxnSpLocks/>
            <a:stCxn id="46" idx="2"/>
            <a:endCxn id="59" idx="0"/>
          </p:cNvCxnSpPr>
          <p:nvPr/>
        </p:nvCxnSpPr>
        <p:spPr>
          <a:xfrm rot="10800000" flipV="1">
            <a:off x="834954" y="4785281"/>
            <a:ext cx="1226447" cy="244778"/>
          </a:xfrm>
          <a:prstGeom prst="bentConnector2">
            <a:avLst/>
          </a:prstGeom>
          <a:ln>
            <a:tailEnd type="arrow"/>
          </a:ln>
        </p:spPr>
        <p:style>
          <a:lnRef idx="2">
            <a:schemeClr val="accent1"/>
          </a:lnRef>
          <a:fillRef idx="0">
            <a:schemeClr val="accent1"/>
          </a:fillRef>
          <a:effectRef idx="1">
            <a:schemeClr val="accent1"/>
          </a:effectRef>
          <a:fontRef idx="minor">
            <a:schemeClr val="tx1"/>
          </a:fontRef>
        </p:style>
      </p:cxnSp>
      <p:cxnSp>
        <p:nvCxnSpPr>
          <p:cNvPr id="60" name="Elbow Connector 59">
            <a:extLst>
              <a:ext uri="{FF2B5EF4-FFF2-40B4-BE49-F238E27FC236}">
                <a16:creationId xmlns:a16="http://schemas.microsoft.com/office/drawing/2014/main" id="{2E25FE3A-BB27-98A4-D897-3B3E9736B2F5}"/>
              </a:ext>
            </a:extLst>
          </p:cNvPr>
          <p:cNvCxnSpPr>
            <a:cxnSpLocks/>
            <a:stCxn id="59" idx="4"/>
          </p:cNvCxnSpPr>
          <p:nvPr/>
        </p:nvCxnSpPr>
        <p:spPr>
          <a:xfrm rot="16200000" flipH="1">
            <a:off x="1225628" y="5367188"/>
            <a:ext cx="464598" cy="1245948"/>
          </a:xfrm>
          <a:prstGeom prst="bentConnector2">
            <a:avLst/>
          </a:prstGeom>
          <a:ln>
            <a:tailEnd type="arrow"/>
          </a:ln>
        </p:spPr>
        <p:style>
          <a:lnRef idx="2">
            <a:schemeClr val="accent1"/>
          </a:lnRef>
          <a:fillRef idx="0">
            <a:schemeClr val="accent1"/>
          </a:fillRef>
          <a:effectRef idx="1">
            <a:schemeClr val="accent1"/>
          </a:effectRef>
          <a:fontRef idx="minor">
            <a:schemeClr val="tx1"/>
          </a:fontRef>
        </p:style>
      </p:cxnSp>
      <p:sp>
        <p:nvSpPr>
          <p:cNvPr id="65" name="TextBox 64">
            <a:extLst>
              <a:ext uri="{FF2B5EF4-FFF2-40B4-BE49-F238E27FC236}">
                <a16:creationId xmlns:a16="http://schemas.microsoft.com/office/drawing/2014/main" id="{CFF4A2F2-3B71-EB18-3E05-463CAB9373F5}"/>
              </a:ext>
            </a:extLst>
          </p:cNvPr>
          <p:cNvSpPr txBox="1"/>
          <p:nvPr/>
        </p:nvSpPr>
        <p:spPr>
          <a:xfrm>
            <a:off x="2315303" y="3501084"/>
            <a:ext cx="758541" cy="338554"/>
          </a:xfrm>
          <a:prstGeom prst="rect">
            <a:avLst/>
          </a:prstGeom>
          <a:noFill/>
        </p:spPr>
        <p:txBody>
          <a:bodyPr wrap="none" rtlCol="0">
            <a:spAutoFit/>
          </a:bodyPr>
          <a:lstStyle/>
          <a:p>
            <a:r>
              <a:rPr lang="en-US" sz="1600" dirty="0">
                <a:solidFill>
                  <a:prstClr val="black"/>
                </a:solidFill>
                <a:latin typeface="Calibri" panose="020F0502020204030204" pitchFamily="34" charset="0"/>
                <a:cs typeface="Calibri" panose="020F0502020204030204" pitchFamily="34" charset="0"/>
              </a:rPr>
              <a:t>submit</a:t>
            </a:r>
          </a:p>
        </p:txBody>
      </p:sp>
      <p:sp>
        <p:nvSpPr>
          <p:cNvPr id="66" name="TextBox 65">
            <a:extLst>
              <a:ext uri="{FF2B5EF4-FFF2-40B4-BE49-F238E27FC236}">
                <a16:creationId xmlns:a16="http://schemas.microsoft.com/office/drawing/2014/main" id="{5F3BD5ED-122F-D7A7-70A6-8B09671446D8}"/>
              </a:ext>
            </a:extLst>
          </p:cNvPr>
          <p:cNvSpPr txBox="1"/>
          <p:nvPr/>
        </p:nvSpPr>
        <p:spPr>
          <a:xfrm>
            <a:off x="2304877" y="4495997"/>
            <a:ext cx="1298176" cy="338554"/>
          </a:xfrm>
          <a:prstGeom prst="rect">
            <a:avLst/>
          </a:prstGeom>
          <a:noFill/>
        </p:spPr>
        <p:txBody>
          <a:bodyPr wrap="none" rtlCol="0">
            <a:spAutoFit/>
          </a:bodyPr>
          <a:lstStyle/>
          <a:p>
            <a:r>
              <a:rPr lang="en-US" sz="1600" dirty="0">
                <a:solidFill>
                  <a:prstClr val="black"/>
                </a:solidFill>
                <a:latin typeface="Calibri" panose="020F0502020204030204" pitchFamily="34" charset="0"/>
                <a:cs typeface="Calibri" panose="020F0502020204030204" pitchFamily="34" charset="0"/>
              </a:rPr>
              <a:t>submit (save)</a:t>
            </a:r>
          </a:p>
        </p:txBody>
      </p:sp>
      <p:sp>
        <p:nvSpPr>
          <p:cNvPr id="80" name="TextBox 79">
            <a:extLst>
              <a:ext uri="{FF2B5EF4-FFF2-40B4-BE49-F238E27FC236}">
                <a16:creationId xmlns:a16="http://schemas.microsoft.com/office/drawing/2014/main" id="{94C135CC-AA15-008C-356D-B79808824571}"/>
              </a:ext>
            </a:extLst>
          </p:cNvPr>
          <p:cNvSpPr txBox="1"/>
          <p:nvPr/>
        </p:nvSpPr>
        <p:spPr>
          <a:xfrm>
            <a:off x="4819972" y="2296991"/>
            <a:ext cx="1684473" cy="338554"/>
          </a:xfrm>
          <a:prstGeom prst="rect">
            <a:avLst/>
          </a:prstGeom>
          <a:noFill/>
        </p:spPr>
        <p:txBody>
          <a:bodyPr wrap="square" rtlCol="0">
            <a:spAutoFit/>
          </a:bodyPr>
          <a:lstStyle/>
          <a:p>
            <a:r>
              <a:rPr lang="en-US" sz="1600" dirty="0">
                <a:latin typeface="Calibri" panose="020F0502020204030204" pitchFamily="34" charset="0"/>
                <a:cs typeface="Calibri" panose="020F0502020204030204" pitchFamily="34" charset="0"/>
              </a:rPr>
              <a:t>monitor</a:t>
            </a:r>
            <a:r>
              <a:rPr lang="en-US" sz="1600" dirty="0">
                <a:solidFill>
                  <a:prstClr val="black"/>
                </a:solidFill>
                <a:latin typeface="Calibri" panose="020F0502020204030204" pitchFamily="34" charset="0"/>
                <a:cs typeface="Calibri" panose="020F0502020204030204" pitchFamily="34" charset="0"/>
              </a:rPr>
              <a:t> projects</a:t>
            </a:r>
          </a:p>
        </p:txBody>
      </p:sp>
      <p:cxnSp>
        <p:nvCxnSpPr>
          <p:cNvPr id="81" name="Straight Connector 80">
            <a:extLst>
              <a:ext uri="{FF2B5EF4-FFF2-40B4-BE49-F238E27FC236}">
                <a16:creationId xmlns:a16="http://schemas.microsoft.com/office/drawing/2014/main" id="{881DCADA-8AB0-2C8A-F719-619B03C4CE9C}"/>
              </a:ext>
            </a:extLst>
          </p:cNvPr>
          <p:cNvCxnSpPr>
            <a:cxnSpLocks/>
            <a:stCxn id="6" idx="6"/>
          </p:cNvCxnSpPr>
          <p:nvPr/>
        </p:nvCxnSpPr>
        <p:spPr>
          <a:xfrm>
            <a:off x="5015581" y="2738679"/>
            <a:ext cx="1488865" cy="0"/>
          </a:xfrm>
          <a:prstGeom prst="line">
            <a:avLst/>
          </a:prstGeom>
          <a:ln>
            <a:headEnd type="none" w="med" len="med"/>
            <a:tailEnd type="arrow" w="med" len="med"/>
          </a:ln>
        </p:spPr>
        <p:style>
          <a:lnRef idx="2">
            <a:schemeClr val="accent1"/>
          </a:lnRef>
          <a:fillRef idx="0">
            <a:schemeClr val="accent1"/>
          </a:fillRef>
          <a:effectRef idx="1">
            <a:schemeClr val="accent1"/>
          </a:effectRef>
          <a:fontRef idx="minor">
            <a:schemeClr val="tx1"/>
          </a:fontRef>
        </p:style>
      </p:cxnSp>
      <p:sp>
        <p:nvSpPr>
          <p:cNvPr id="89" name="Oval 88">
            <a:extLst>
              <a:ext uri="{FF2B5EF4-FFF2-40B4-BE49-F238E27FC236}">
                <a16:creationId xmlns:a16="http://schemas.microsoft.com/office/drawing/2014/main" id="{D7CE74AB-1FEA-01B3-FD1C-D8B395F6FACC}"/>
              </a:ext>
            </a:extLst>
          </p:cNvPr>
          <p:cNvSpPr/>
          <p:nvPr/>
        </p:nvSpPr>
        <p:spPr>
          <a:xfrm>
            <a:off x="4727549" y="1972330"/>
            <a:ext cx="288032" cy="28803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latin typeface="Calibri" panose="020F0502020204030204" pitchFamily="34" charset="0"/>
              <a:cs typeface="Calibri" panose="020F0502020204030204" pitchFamily="34" charset="0"/>
            </a:endParaRPr>
          </a:p>
        </p:txBody>
      </p:sp>
      <p:sp>
        <p:nvSpPr>
          <p:cNvPr id="90" name="TextBox 89">
            <a:extLst>
              <a:ext uri="{FF2B5EF4-FFF2-40B4-BE49-F238E27FC236}">
                <a16:creationId xmlns:a16="http://schemas.microsoft.com/office/drawing/2014/main" id="{15A41EFF-CC68-B1C9-C83C-2D07B020EFB0}"/>
              </a:ext>
            </a:extLst>
          </p:cNvPr>
          <p:cNvSpPr txBox="1"/>
          <p:nvPr/>
        </p:nvSpPr>
        <p:spPr>
          <a:xfrm>
            <a:off x="4819973" y="1674658"/>
            <a:ext cx="1431377" cy="338554"/>
          </a:xfrm>
          <a:prstGeom prst="rect">
            <a:avLst/>
          </a:prstGeom>
          <a:noFill/>
        </p:spPr>
        <p:txBody>
          <a:bodyPr wrap="square" rtlCol="0">
            <a:spAutoFit/>
          </a:bodyPr>
          <a:lstStyle/>
          <a:p>
            <a:r>
              <a:rPr lang="en-US" sz="1600" dirty="0">
                <a:solidFill>
                  <a:prstClr val="black"/>
                </a:solidFill>
                <a:latin typeface="Calibri" panose="020F0502020204030204" pitchFamily="34" charset="0"/>
                <a:cs typeface="Calibri" panose="020F0502020204030204" pitchFamily="34" charset="0"/>
              </a:rPr>
              <a:t>logout</a:t>
            </a:r>
          </a:p>
        </p:txBody>
      </p:sp>
      <p:sp>
        <p:nvSpPr>
          <p:cNvPr id="91" name="Oval 90">
            <a:extLst>
              <a:ext uri="{FF2B5EF4-FFF2-40B4-BE49-F238E27FC236}">
                <a16:creationId xmlns:a16="http://schemas.microsoft.com/office/drawing/2014/main" id="{4B28F78C-7CBB-B225-4159-63CCFCBB88D7}"/>
              </a:ext>
            </a:extLst>
          </p:cNvPr>
          <p:cNvSpPr/>
          <p:nvPr/>
        </p:nvSpPr>
        <p:spPr>
          <a:xfrm>
            <a:off x="6369821" y="3545889"/>
            <a:ext cx="288032" cy="28803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latin typeface="Calibri" panose="020F0502020204030204" pitchFamily="34" charset="0"/>
              <a:cs typeface="Calibri" panose="020F0502020204030204" pitchFamily="34" charset="0"/>
            </a:endParaRPr>
          </a:p>
        </p:txBody>
      </p:sp>
      <p:sp>
        <p:nvSpPr>
          <p:cNvPr id="92" name="TextBox 91">
            <a:extLst>
              <a:ext uri="{FF2B5EF4-FFF2-40B4-BE49-F238E27FC236}">
                <a16:creationId xmlns:a16="http://schemas.microsoft.com/office/drawing/2014/main" id="{3F533B70-4F70-97E1-382D-E13ACDB52CDE}"/>
              </a:ext>
            </a:extLst>
          </p:cNvPr>
          <p:cNvSpPr txBox="1"/>
          <p:nvPr/>
        </p:nvSpPr>
        <p:spPr>
          <a:xfrm>
            <a:off x="5668952" y="3544780"/>
            <a:ext cx="1431377" cy="338554"/>
          </a:xfrm>
          <a:prstGeom prst="rect">
            <a:avLst/>
          </a:prstGeom>
          <a:noFill/>
        </p:spPr>
        <p:txBody>
          <a:bodyPr wrap="square" rtlCol="0">
            <a:spAutoFit/>
          </a:bodyPr>
          <a:lstStyle/>
          <a:p>
            <a:r>
              <a:rPr lang="en-US" sz="1600" dirty="0">
                <a:solidFill>
                  <a:prstClr val="black"/>
                </a:solidFill>
                <a:latin typeface="Calibri" panose="020F0502020204030204" pitchFamily="34" charset="0"/>
                <a:cs typeface="Calibri" panose="020F0502020204030204" pitchFamily="34" charset="0"/>
              </a:rPr>
              <a:t>logout</a:t>
            </a:r>
          </a:p>
        </p:txBody>
      </p:sp>
      <p:sp>
        <p:nvSpPr>
          <p:cNvPr id="97" name="Rounded Rectangle 96">
            <a:extLst>
              <a:ext uri="{FF2B5EF4-FFF2-40B4-BE49-F238E27FC236}">
                <a16:creationId xmlns:a16="http://schemas.microsoft.com/office/drawing/2014/main" id="{ED2A92B3-A0E1-80D5-699C-E469DA96C988}"/>
              </a:ext>
            </a:extLst>
          </p:cNvPr>
          <p:cNvSpPr/>
          <p:nvPr/>
        </p:nvSpPr>
        <p:spPr>
          <a:xfrm>
            <a:off x="7026074" y="2081452"/>
            <a:ext cx="2081490" cy="615778"/>
          </a:xfrm>
          <a:prstGeom prst="roundRect">
            <a:avLst/>
          </a:prstGeom>
        </p:spPr>
        <p:style>
          <a:lnRef idx="2">
            <a:schemeClr val="accent3"/>
          </a:lnRef>
          <a:fillRef idx="1">
            <a:schemeClr val="lt1"/>
          </a:fillRef>
          <a:effectRef idx="0">
            <a:schemeClr val="accent3"/>
          </a:effectRef>
          <a:fontRef idx="minor">
            <a:schemeClr val="dk1"/>
          </a:fontRef>
        </p:style>
        <p:txBody>
          <a:bodyPr rtlCol="0" anchor="ctr"/>
          <a:lstStyle/>
          <a:p>
            <a:pPr algn="ctr"/>
            <a:r>
              <a:rPr lang="en-US" dirty="0">
                <a:latin typeface="Calibri" panose="020F0502020204030204" pitchFamily="34" charset="0"/>
                <a:cs typeface="Calibri" panose="020F0502020204030204" pitchFamily="34" charset="0"/>
              </a:rPr>
              <a:t>Managed Projects List + Form</a:t>
            </a:r>
            <a:endParaRPr lang="en-US" sz="1600" dirty="0">
              <a:solidFill>
                <a:schemeClr val="tx1"/>
              </a:solidFill>
              <a:latin typeface="Calibri" panose="020F0502020204030204" pitchFamily="34" charset="0"/>
              <a:cs typeface="Calibri" panose="020F0502020204030204" pitchFamily="34" charset="0"/>
            </a:endParaRPr>
          </a:p>
        </p:txBody>
      </p:sp>
      <p:sp>
        <p:nvSpPr>
          <p:cNvPr id="98" name="Rounded Rectangle 97">
            <a:extLst>
              <a:ext uri="{FF2B5EF4-FFF2-40B4-BE49-F238E27FC236}">
                <a16:creationId xmlns:a16="http://schemas.microsoft.com/office/drawing/2014/main" id="{61D1BD69-58A6-996A-E4A6-9820A96BF988}"/>
              </a:ext>
            </a:extLst>
          </p:cNvPr>
          <p:cNvSpPr/>
          <p:nvPr/>
        </p:nvSpPr>
        <p:spPr>
          <a:xfrm>
            <a:off x="6993102" y="3071080"/>
            <a:ext cx="2081490" cy="586133"/>
          </a:xfrm>
          <a:prstGeom prst="roundRect">
            <a:avLst/>
          </a:prstGeom>
        </p:spPr>
        <p:style>
          <a:lnRef idx="2">
            <a:schemeClr val="accent3"/>
          </a:lnRef>
          <a:fillRef idx="1">
            <a:schemeClr val="lt1"/>
          </a:fillRef>
          <a:effectRef idx="0">
            <a:schemeClr val="accent3"/>
          </a:effectRef>
          <a:fontRef idx="minor">
            <a:schemeClr val="dk1"/>
          </a:fontRef>
        </p:style>
        <p:txBody>
          <a:bodyPr rtlCol="0" anchor="ctr"/>
          <a:lstStyle/>
          <a:p>
            <a:pPr algn="ctr"/>
            <a:r>
              <a:rPr lang="en-US" dirty="0">
                <a:latin typeface="Calibri" panose="020F0502020204030204" pitchFamily="34" charset="0"/>
                <a:cs typeface="Calibri" panose="020F0502020204030204" pitchFamily="34" charset="0"/>
              </a:rPr>
              <a:t>Project Monthly Report + Form</a:t>
            </a:r>
            <a:endParaRPr lang="en-US" sz="1600" dirty="0">
              <a:solidFill>
                <a:schemeClr val="tx1"/>
              </a:solidFill>
              <a:latin typeface="Calibri" panose="020F0502020204030204" pitchFamily="34" charset="0"/>
              <a:cs typeface="Calibri" panose="020F0502020204030204" pitchFamily="34" charset="0"/>
            </a:endParaRPr>
          </a:p>
        </p:txBody>
      </p:sp>
      <p:grpSp>
        <p:nvGrpSpPr>
          <p:cNvPr id="99" name="Group 98">
            <a:extLst>
              <a:ext uri="{FF2B5EF4-FFF2-40B4-BE49-F238E27FC236}">
                <a16:creationId xmlns:a16="http://schemas.microsoft.com/office/drawing/2014/main" id="{A8FD712C-4142-7314-E052-750079DC74B4}"/>
              </a:ext>
            </a:extLst>
          </p:cNvPr>
          <p:cNvGrpSpPr/>
          <p:nvPr/>
        </p:nvGrpSpPr>
        <p:grpSpPr>
          <a:xfrm>
            <a:off x="8959628" y="1814420"/>
            <a:ext cx="1523801" cy="585704"/>
            <a:chOff x="8959628" y="1814420"/>
            <a:chExt cx="1523801" cy="585704"/>
          </a:xfrm>
        </p:grpSpPr>
        <p:sp>
          <p:nvSpPr>
            <p:cNvPr id="94" name="Oval 93">
              <a:extLst>
                <a:ext uri="{FF2B5EF4-FFF2-40B4-BE49-F238E27FC236}">
                  <a16:creationId xmlns:a16="http://schemas.microsoft.com/office/drawing/2014/main" id="{64DD2405-795E-CB30-5031-724AB5585073}"/>
                </a:ext>
              </a:extLst>
            </p:cNvPr>
            <p:cNvSpPr/>
            <p:nvPr/>
          </p:nvSpPr>
          <p:spPr>
            <a:xfrm>
              <a:off x="8959628" y="2112092"/>
              <a:ext cx="288032" cy="28803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latin typeface="Calibri" panose="020F0502020204030204" pitchFamily="34" charset="0"/>
                <a:cs typeface="Calibri" panose="020F0502020204030204" pitchFamily="34" charset="0"/>
              </a:endParaRPr>
            </a:p>
          </p:txBody>
        </p:sp>
        <p:sp>
          <p:nvSpPr>
            <p:cNvPr id="95" name="TextBox 94">
              <a:extLst>
                <a:ext uri="{FF2B5EF4-FFF2-40B4-BE49-F238E27FC236}">
                  <a16:creationId xmlns:a16="http://schemas.microsoft.com/office/drawing/2014/main" id="{DC90F47C-5991-857F-5FBB-6813E299BF28}"/>
                </a:ext>
              </a:extLst>
            </p:cNvPr>
            <p:cNvSpPr txBox="1"/>
            <p:nvPr/>
          </p:nvSpPr>
          <p:spPr>
            <a:xfrm>
              <a:off x="9052052" y="1814420"/>
              <a:ext cx="1431377" cy="338554"/>
            </a:xfrm>
            <a:prstGeom prst="rect">
              <a:avLst/>
            </a:prstGeom>
            <a:noFill/>
          </p:spPr>
          <p:txBody>
            <a:bodyPr wrap="square" rtlCol="0">
              <a:spAutoFit/>
            </a:bodyPr>
            <a:lstStyle/>
            <a:p>
              <a:r>
                <a:rPr lang="en-US" sz="1600" dirty="0">
                  <a:solidFill>
                    <a:prstClr val="black"/>
                  </a:solidFill>
                  <a:latin typeface="Calibri" panose="020F0502020204030204" pitchFamily="34" charset="0"/>
                  <a:cs typeface="Calibri" panose="020F0502020204030204" pitchFamily="34" charset="0"/>
                </a:rPr>
                <a:t>submit</a:t>
              </a:r>
            </a:p>
          </p:txBody>
        </p:sp>
        <p:cxnSp>
          <p:nvCxnSpPr>
            <p:cNvPr id="96" name="Straight Connector 95">
              <a:extLst>
                <a:ext uri="{FF2B5EF4-FFF2-40B4-BE49-F238E27FC236}">
                  <a16:creationId xmlns:a16="http://schemas.microsoft.com/office/drawing/2014/main" id="{2B34E785-26AC-F530-347E-21C5142A4D13}"/>
                </a:ext>
              </a:extLst>
            </p:cNvPr>
            <p:cNvCxnSpPr>
              <a:cxnSpLocks/>
              <a:stCxn id="94" idx="6"/>
              <a:endCxn id="21" idx="5"/>
            </p:cNvCxnSpPr>
            <p:nvPr/>
          </p:nvCxnSpPr>
          <p:spPr>
            <a:xfrm flipV="1">
              <a:off x="9247660" y="2251662"/>
              <a:ext cx="1170674" cy="4446"/>
            </a:xfrm>
            <a:prstGeom prst="line">
              <a:avLst/>
            </a:prstGeom>
            <a:ln>
              <a:headEnd type="none" w="med" len="med"/>
              <a:tailEnd type="arrow" w="med" len="med"/>
            </a:ln>
          </p:spPr>
          <p:style>
            <a:lnRef idx="2">
              <a:schemeClr val="accent1"/>
            </a:lnRef>
            <a:fillRef idx="0">
              <a:schemeClr val="accent1"/>
            </a:fillRef>
            <a:effectRef idx="1">
              <a:schemeClr val="accent1"/>
            </a:effectRef>
            <a:fontRef idx="minor">
              <a:schemeClr val="tx1"/>
            </a:fontRef>
          </p:style>
        </p:cxnSp>
      </p:grpSp>
      <p:sp>
        <p:nvSpPr>
          <p:cNvPr id="5" name="Oval 4">
            <a:extLst>
              <a:ext uri="{FF2B5EF4-FFF2-40B4-BE49-F238E27FC236}">
                <a16:creationId xmlns:a16="http://schemas.microsoft.com/office/drawing/2014/main" id="{CB7A8328-6E61-EFD7-E105-85DFDDAE25E5}"/>
              </a:ext>
            </a:extLst>
          </p:cNvPr>
          <p:cNvSpPr/>
          <p:nvPr/>
        </p:nvSpPr>
        <p:spPr>
          <a:xfrm>
            <a:off x="8482471" y="4955188"/>
            <a:ext cx="288032" cy="288032"/>
          </a:xfrm>
          <a:prstGeom prst="ellipse">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a:latin typeface="Calibri" panose="020F0502020204030204" pitchFamily="34" charset="0"/>
                <a:cs typeface="Calibri" panose="020F0502020204030204" pitchFamily="34" charset="0"/>
              </a:rPr>
              <a:t>5</a:t>
            </a:r>
          </a:p>
        </p:txBody>
      </p:sp>
      <p:sp>
        <p:nvSpPr>
          <p:cNvPr id="8" name="Rectangle 7">
            <a:extLst>
              <a:ext uri="{FF2B5EF4-FFF2-40B4-BE49-F238E27FC236}">
                <a16:creationId xmlns:a16="http://schemas.microsoft.com/office/drawing/2014/main" id="{18C4390E-497F-6CE8-4ADE-8443CB1184ED}"/>
              </a:ext>
            </a:extLst>
          </p:cNvPr>
          <p:cNvSpPr/>
          <p:nvPr/>
        </p:nvSpPr>
        <p:spPr>
          <a:xfrm>
            <a:off x="6517931" y="4139556"/>
            <a:ext cx="3494289" cy="2607346"/>
          </a:xfrm>
          <a:prstGeom prst="rect">
            <a:avLst/>
          </a:prstGeom>
        </p:spPr>
        <p:style>
          <a:lnRef idx="2">
            <a:schemeClr val="dk1"/>
          </a:lnRef>
          <a:fillRef idx="1">
            <a:schemeClr val="lt1"/>
          </a:fillRef>
          <a:effectRef idx="0">
            <a:schemeClr val="dk1"/>
          </a:effectRef>
          <a:fontRef idx="minor">
            <a:schemeClr val="dk1"/>
          </a:fontRef>
        </p:style>
        <p:txBody>
          <a:bodyPr rtlCol="0" anchor="t" anchorCtr="0"/>
          <a:lstStyle/>
          <a:p>
            <a:r>
              <a:rPr lang="en-US" dirty="0">
                <a:latin typeface="Calibri" panose="020F0502020204030204" pitchFamily="34" charset="0"/>
                <a:cs typeface="Calibri" panose="020F0502020204030204" pitchFamily="34" charset="0"/>
              </a:rPr>
              <a:t>Monitor Collaborators</a:t>
            </a:r>
          </a:p>
        </p:txBody>
      </p:sp>
      <p:sp>
        <p:nvSpPr>
          <p:cNvPr id="9" name="Parallelogram 8">
            <a:extLst>
              <a:ext uri="{FF2B5EF4-FFF2-40B4-BE49-F238E27FC236}">
                <a16:creationId xmlns:a16="http://schemas.microsoft.com/office/drawing/2014/main" id="{CCC3D77E-B478-585A-0BD0-14B015676E5C}"/>
              </a:ext>
            </a:extLst>
          </p:cNvPr>
          <p:cNvSpPr/>
          <p:nvPr/>
        </p:nvSpPr>
        <p:spPr>
          <a:xfrm>
            <a:off x="10212713" y="4450920"/>
            <a:ext cx="1972209" cy="654359"/>
          </a:xfrm>
          <a:prstGeom prst="parallelogram">
            <a:avLst/>
          </a:prstGeom>
        </p:spPr>
        <p:style>
          <a:lnRef idx="2">
            <a:schemeClr val="accent2"/>
          </a:lnRef>
          <a:fillRef idx="1">
            <a:schemeClr val="lt1"/>
          </a:fillRef>
          <a:effectRef idx="0">
            <a:schemeClr val="accent2"/>
          </a:effectRef>
          <a:fontRef idx="minor">
            <a:schemeClr val="dk1"/>
          </a:fontRef>
        </p:style>
        <p:txBody>
          <a:bodyPr rtlCol="0" anchor="ctr"/>
          <a:lstStyle/>
          <a:p>
            <a:pPr algn="ctr"/>
            <a:r>
              <a:rPr lang="en-US" sz="1600" dirty="0">
                <a:latin typeface="Calibri" panose="020F0502020204030204" pitchFamily="34" charset="0"/>
                <a:cs typeface="Calibri" panose="020F0502020204030204" pitchFamily="34" charset="0"/>
              </a:rPr>
              <a:t>Monitor Collaborators</a:t>
            </a:r>
          </a:p>
        </p:txBody>
      </p:sp>
      <p:sp>
        <p:nvSpPr>
          <p:cNvPr id="17" name="Oval 16">
            <a:extLst>
              <a:ext uri="{FF2B5EF4-FFF2-40B4-BE49-F238E27FC236}">
                <a16:creationId xmlns:a16="http://schemas.microsoft.com/office/drawing/2014/main" id="{11A10ABC-3725-7175-9D15-2C3296FE9FDF}"/>
              </a:ext>
            </a:extLst>
          </p:cNvPr>
          <p:cNvSpPr/>
          <p:nvPr/>
        </p:nvSpPr>
        <p:spPr>
          <a:xfrm>
            <a:off x="6369821" y="6379976"/>
            <a:ext cx="288032" cy="28803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latin typeface="Calibri" panose="020F0502020204030204" pitchFamily="34" charset="0"/>
              <a:cs typeface="Calibri" panose="020F0502020204030204" pitchFamily="34" charset="0"/>
            </a:endParaRPr>
          </a:p>
        </p:txBody>
      </p:sp>
      <p:sp>
        <p:nvSpPr>
          <p:cNvPr id="18" name="TextBox 17">
            <a:extLst>
              <a:ext uri="{FF2B5EF4-FFF2-40B4-BE49-F238E27FC236}">
                <a16:creationId xmlns:a16="http://schemas.microsoft.com/office/drawing/2014/main" id="{6C806846-8B5F-EDCC-8406-5D6B7169C024}"/>
              </a:ext>
            </a:extLst>
          </p:cNvPr>
          <p:cNvSpPr txBox="1"/>
          <p:nvPr/>
        </p:nvSpPr>
        <p:spPr>
          <a:xfrm>
            <a:off x="5668952" y="6336138"/>
            <a:ext cx="1431377" cy="338554"/>
          </a:xfrm>
          <a:prstGeom prst="rect">
            <a:avLst/>
          </a:prstGeom>
          <a:noFill/>
        </p:spPr>
        <p:txBody>
          <a:bodyPr wrap="square" rtlCol="0">
            <a:spAutoFit/>
          </a:bodyPr>
          <a:lstStyle/>
          <a:p>
            <a:r>
              <a:rPr lang="en-US" sz="1600" dirty="0">
                <a:solidFill>
                  <a:prstClr val="black"/>
                </a:solidFill>
                <a:latin typeface="Calibri" panose="020F0502020204030204" pitchFamily="34" charset="0"/>
                <a:cs typeface="Calibri" panose="020F0502020204030204" pitchFamily="34" charset="0"/>
              </a:rPr>
              <a:t>logout</a:t>
            </a:r>
          </a:p>
        </p:txBody>
      </p:sp>
      <p:sp>
        <p:nvSpPr>
          <p:cNvPr id="19" name="Rounded Rectangle 18">
            <a:extLst>
              <a:ext uri="{FF2B5EF4-FFF2-40B4-BE49-F238E27FC236}">
                <a16:creationId xmlns:a16="http://schemas.microsoft.com/office/drawing/2014/main" id="{82A595A6-9F10-BE43-6ABE-5AE4E89A345F}"/>
              </a:ext>
            </a:extLst>
          </p:cNvPr>
          <p:cNvSpPr/>
          <p:nvPr/>
        </p:nvSpPr>
        <p:spPr>
          <a:xfrm>
            <a:off x="6718425" y="4769684"/>
            <a:ext cx="2402248" cy="559454"/>
          </a:xfrm>
          <a:prstGeom prst="roundRect">
            <a:avLst/>
          </a:prstGeom>
        </p:spPr>
        <p:style>
          <a:lnRef idx="2">
            <a:schemeClr val="accent3"/>
          </a:lnRef>
          <a:fillRef idx="1">
            <a:schemeClr val="lt1"/>
          </a:fillRef>
          <a:effectRef idx="0">
            <a:schemeClr val="accent3"/>
          </a:effectRef>
          <a:fontRef idx="minor">
            <a:schemeClr val="dk1"/>
          </a:fontRef>
        </p:style>
        <p:txBody>
          <a:bodyPr rtlCol="0" anchor="ctr"/>
          <a:lstStyle/>
          <a:p>
            <a:pPr algn="ctr"/>
            <a:r>
              <a:rPr lang="en-US" dirty="0">
                <a:latin typeface="Calibri" panose="020F0502020204030204" pitchFamily="34" charset="0"/>
                <a:cs typeface="Calibri" panose="020F0502020204030204" pitchFamily="34" charset="0"/>
              </a:rPr>
              <a:t>Collaborators</a:t>
            </a:r>
          </a:p>
          <a:p>
            <a:pPr algn="ctr"/>
            <a:r>
              <a:rPr lang="en-US" dirty="0">
                <a:solidFill>
                  <a:schemeClr val="tx1"/>
                </a:solidFill>
                <a:latin typeface="Calibri" panose="020F0502020204030204" pitchFamily="34" charset="0"/>
                <a:cs typeface="Calibri" panose="020F0502020204030204" pitchFamily="34" charset="0"/>
              </a:rPr>
              <a:t>List + Form</a:t>
            </a:r>
          </a:p>
        </p:txBody>
      </p:sp>
      <p:sp>
        <p:nvSpPr>
          <p:cNvPr id="20" name="Rounded Rectangle 19">
            <a:extLst>
              <a:ext uri="{FF2B5EF4-FFF2-40B4-BE49-F238E27FC236}">
                <a16:creationId xmlns:a16="http://schemas.microsoft.com/office/drawing/2014/main" id="{BCE23658-A87C-22A9-788E-0D365D070CD0}"/>
              </a:ext>
            </a:extLst>
          </p:cNvPr>
          <p:cNvSpPr/>
          <p:nvPr/>
        </p:nvSpPr>
        <p:spPr>
          <a:xfrm>
            <a:off x="6778324" y="5483216"/>
            <a:ext cx="2402248" cy="623861"/>
          </a:xfrm>
          <a:prstGeom prst="roundRect">
            <a:avLst/>
          </a:prstGeom>
        </p:spPr>
        <p:style>
          <a:lnRef idx="2">
            <a:schemeClr val="accent3"/>
          </a:lnRef>
          <a:fillRef idx="1">
            <a:schemeClr val="lt1"/>
          </a:fillRef>
          <a:effectRef idx="0">
            <a:schemeClr val="accent3"/>
          </a:effectRef>
          <a:fontRef idx="minor">
            <a:schemeClr val="dk1"/>
          </a:fontRef>
        </p:style>
        <p:txBody>
          <a:bodyPr rtlCol="0" anchor="ctr"/>
          <a:lstStyle/>
          <a:p>
            <a:pPr algn="ctr"/>
            <a:r>
              <a:rPr lang="en-US" dirty="0">
                <a:latin typeface="Calibri" panose="020F0502020204030204" pitchFamily="34" charset="0"/>
                <a:cs typeface="Calibri" panose="020F0502020204030204" pitchFamily="34" charset="0"/>
              </a:rPr>
              <a:t>Collaborator Hours Report</a:t>
            </a:r>
            <a:endParaRPr lang="en-US" sz="1600" dirty="0">
              <a:solidFill>
                <a:schemeClr val="tx1"/>
              </a:solidFill>
              <a:latin typeface="Calibri" panose="020F0502020204030204" pitchFamily="34" charset="0"/>
              <a:cs typeface="Calibri" panose="020F0502020204030204" pitchFamily="34" charset="0"/>
            </a:endParaRPr>
          </a:p>
        </p:txBody>
      </p:sp>
      <p:grpSp>
        <p:nvGrpSpPr>
          <p:cNvPr id="22" name="Group 21">
            <a:extLst>
              <a:ext uri="{FF2B5EF4-FFF2-40B4-BE49-F238E27FC236}">
                <a16:creationId xmlns:a16="http://schemas.microsoft.com/office/drawing/2014/main" id="{C8BCB8E6-3E3D-D12E-693B-633394B645CB}"/>
              </a:ext>
            </a:extLst>
          </p:cNvPr>
          <p:cNvGrpSpPr/>
          <p:nvPr/>
        </p:nvGrpSpPr>
        <p:grpSpPr>
          <a:xfrm>
            <a:off x="8959628" y="4340858"/>
            <a:ext cx="1523801" cy="585704"/>
            <a:chOff x="8959628" y="1814420"/>
            <a:chExt cx="1523801" cy="585704"/>
          </a:xfrm>
        </p:grpSpPr>
        <p:sp>
          <p:nvSpPr>
            <p:cNvPr id="23" name="Oval 22">
              <a:extLst>
                <a:ext uri="{FF2B5EF4-FFF2-40B4-BE49-F238E27FC236}">
                  <a16:creationId xmlns:a16="http://schemas.microsoft.com/office/drawing/2014/main" id="{1D44705B-0F73-E491-5CF5-D68FA1B5032F}"/>
                </a:ext>
              </a:extLst>
            </p:cNvPr>
            <p:cNvSpPr/>
            <p:nvPr/>
          </p:nvSpPr>
          <p:spPr>
            <a:xfrm>
              <a:off x="8959628" y="2112092"/>
              <a:ext cx="288032" cy="28803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latin typeface="Calibri" panose="020F0502020204030204" pitchFamily="34" charset="0"/>
                <a:cs typeface="Calibri" panose="020F0502020204030204" pitchFamily="34" charset="0"/>
              </a:endParaRPr>
            </a:p>
          </p:txBody>
        </p:sp>
        <p:sp>
          <p:nvSpPr>
            <p:cNvPr id="24" name="TextBox 23">
              <a:extLst>
                <a:ext uri="{FF2B5EF4-FFF2-40B4-BE49-F238E27FC236}">
                  <a16:creationId xmlns:a16="http://schemas.microsoft.com/office/drawing/2014/main" id="{D9F725EA-2E47-705B-0EEB-46E7D81D625E}"/>
                </a:ext>
              </a:extLst>
            </p:cNvPr>
            <p:cNvSpPr txBox="1"/>
            <p:nvPr/>
          </p:nvSpPr>
          <p:spPr>
            <a:xfrm>
              <a:off x="9052052" y="1814420"/>
              <a:ext cx="1431377" cy="338554"/>
            </a:xfrm>
            <a:prstGeom prst="rect">
              <a:avLst/>
            </a:prstGeom>
            <a:noFill/>
          </p:spPr>
          <p:txBody>
            <a:bodyPr wrap="square" rtlCol="0">
              <a:spAutoFit/>
            </a:bodyPr>
            <a:lstStyle/>
            <a:p>
              <a:r>
                <a:rPr lang="en-US" sz="1600" dirty="0">
                  <a:solidFill>
                    <a:prstClr val="black"/>
                  </a:solidFill>
                  <a:latin typeface="Calibri" panose="020F0502020204030204" pitchFamily="34" charset="0"/>
                  <a:cs typeface="Calibri" panose="020F0502020204030204" pitchFamily="34" charset="0"/>
                </a:rPr>
                <a:t>submit</a:t>
              </a:r>
            </a:p>
          </p:txBody>
        </p:sp>
        <p:cxnSp>
          <p:nvCxnSpPr>
            <p:cNvPr id="25" name="Straight Connector 24">
              <a:extLst>
                <a:ext uri="{FF2B5EF4-FFF2-40B4-BE49-F238E27FC236}">
                  <a16:creationId xmlns:a16="http://schemas.microsoft.com/office/drawing/2014/main" id="{8E9A9B05-29B0-F829-0FD3-7C5E7D1FA64A}"/>
                </a:ext>
              </a:extLst>
            </p:cNvPr>
            <p:cNvCxnSpPr>
              <a:cxnSpLocks/>
              <a:stCxn id="23" idx="6"/>
              <a:endCxn id="9" idx="5"/>
            </p:cNvCxnSpPr>
            <p:nvPr/>
          </p:nvCxnSpPr>
          <p:spPr>
            <a:xfrm flipV="1">
              <a:off x="9247660" y="2251662"/>
              <a:ext cx="1046848" cy="4446"/>
            </a:xfrm>
            <a:prstGeom prst="line">
              <a:avLst/>
            </a:prstGeom>
            <a:ln>
              <a:headEnd type="none" w="med" len="med"/>
              <a:tailEnd type="arrow" w="med" len="med"/>
            </a:ln>
          </p:spPr>
          <p:style>
            <a:lnRef idx="2">
              <a:schemeClr val="accent1"/>
            </a:lnRef>
            <a:fillRef idx="0">
              <a:schemeClr val="accent1"/>
            </a:fillRef>
            <a:effectRef idx="1">
              <a:schemeClr val="accent1"/>
            </a:effectRef>
            <a:fontRef idx="minor">
              <a:schemeClr val="tx1"/>
            </a:fontRef>
          </p:style>
        </p:cxnSp>
      </p:grpSp>
      <p:cxnSp>
        <p:nvCxnSpPr>
          <p:cNvPr id="26" name="Elbow Connector 25">
            <a:extLst>
              <a:ext uri="{FF2B5EF4-FFF2-40B4-BE49-F238E27FC236}">
                <a16:creationId xmlns:a16="http://schemas.microsoft.com/office/drawing/2014/main" id="{8B726FE7-0B93-27D0-60CE-E46691B830E0}"/>
              </a:ext>
            </a:extLst>
          </p:cNvPr>
          <p:cNvCxnSpPr>
            <a:cxnSpLocks/>
            <a:stCxn id="9" idx="3"/>
          </p:cNvCxnSpPr>
          <p:nvPr/>
        </p:nvCxnSpPr>
        <p:spPr>
          <a:xfrm rot="5400000">
            <a:off x="10313012" y="4787536"/>
            <a:ext cx="486268" cy="1121755"/>
          </a:xfrm>
          <a:prstGeom prst="bentConnector2">
            <a:avLst/>
          </a:prstGeom>
          <a:ln>
            <a:tailEnd type="arrow"/>
          </a:ln>
        </p:spPr>
        <p:style>
          <a:lnRef idx="2">
            <a:schemeClr val="accent1"/>
          </a:lnRef>
          <a:fillRef idx="0">
            <a:schemeClr val="accent1"/>
          </a:fillRef>
          <a:effectRef idx="1">
            <a:schemeClr val="accent1"/>
          </a:effectRef>
          <a:fontRef idx="minor">
            <a:schemeClr val="tx1"/>
          </a:fontRef>
        </p:style>
      </p:cxnSp>
      <p:sp>
        <p:nvSpPr>
          <p:cNvPr id="31" name="Oval 30">
            <a:extLst>
              <a:ext uri="{FF2B5EF4-FFF2-40B4-BE49-F238E27FC236}">
                <a16:creationId xmlns:a16="http://schemas.microsoft.com/office/drawing/2014/main" id="{69905D6B-D387-F09B-4AFF-CD62A01E2F17}"/>
              </a:ext>
            </a:extLst>
          </p:cNvPr>
          <p:cNvSpPr/>
          <p:nvPr/>
        </p:nvSpPr>
        <p:spPr>
          <a:xfrm>
            <a:off x="4727549" y="5216376"/>
            <a:ext cx="288032" cy="28803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latin typeface="Calibri" panose="020F0502020204030204" pitchFamily="34" charset="0"/>
              <a:cs typeface="Calibri" panose="020F0502020204030204" pitchFamily="34" charset="0"/>
            </a:endParaRPr>
          </a:p>
        </p:txBody>
      </p:sp>
      <p:sp>
        <p:nvSpPr>
          <p:cNvPr id="32" name="TextBox 31">
            <a:extLst>
              <a:ext uri="{FF2B5EF4-FFF2-40B4-BE49-F238E27FC236}">
                <a16:creationId xmlns:a16="http://schemas.microsoft.com/office/drawing/2014/main" id="{9F38829B-B978-D544-8F79-2F614BBB64B1}"/>
              </a:ext>
            </a:extLst>
          </p:cNvPr>
          <p:cNvSpPr txBox="1"/>
          <p:nvPr/>
        </p:nvSpPr>
        <p:spPr>
          <a:xfrm>
            <a:off x="4819972" y="4700042"/>
            <a:ext cx="1684473" cy="584775"/>
          </a:xfrm>
          <a:prstGeom prst="rect">
            <a:avLst/>
          </a:prstGeom>
          <a:noFill/>
        </p:spPr>
        <p:txBody>
          <a:bodyPr wrap="square" rtlCol="0">
            <a:spAutoFit/>
          </a:bodyPr>
          <a:lstStyle/>
          <a:p>
            <a:r>
              <a:rPr lang="en-US" sz="1600" dirty="0">
                <a:latin typeface="Calibri" panose="020F0502020204030204" pitchFamily="34" charset="0"/>
                <a:cs typeface="Calibri" panose="020F0502020204030204" pitchFamily="34" charset="0"/>
              </a:rPr>
              <a:t>monitor</a:t>
            </a:r>
            <a:r>
              <a:rPr lang="en-US" sz="1600" dirty="0">
                <a:solidFill>
                  <a:prstClr val="black"/>
                </a:solidFill>
                <a:latin typeface="Calibri" panose="020F0502020204030204" pitchFamily="34" charset="0"/>
                <a:cs typeface="Calibri" panose="020F0502020204030204" pitchFamily="34" charset="0"/>
              </a:rPr>
              <a:t> collaborators</a:t>
            </a:r>
          </a:p>
        </p:txBody>
      </p:sp>
      <p:cxnSp>
        <p:nvCxnSpPr>
          <p:cNvPr id="33" name="Straight Connector 32">
            <a:extLst>
              <a:ext uri="{FF2B5EF4-FFF2-40B4-BE49-F238E27FC236}">
                <a16:creationId xmlns:a16="http://schemas.microsoft.com/office/drawing/2014/main" id="{D417BF55-95EA-1613-B3B0-3013A1BAFEBA}"/>
              </a:ext>
            </a:extLst>
          </p:cNvPr>
          <p:cNvCxnSpPr>
            <a:cxnSpLocks/>
            <a:stCxn id="31" idx="6"/>
          </p:cNvCxnSpPr>
          <p:nvPr/>
        </p:nvCxnSpPr>
        <p:spPr>
          <a:xfrm>
            <a:off x="5015581" y="5360392"/>
            <a:ext cx="1488865" cy="0"/>
          </a:xfrm>
          <a:prstGeom prst="line">
            <a:avLst/>
          </a:prstGeom>
          <a:ln>
            <a:headEnd type="none" w="med" len="med"/>
            <a:tailEnd type="arrow" w="med" len="med"/>
          </a:ln>
        </p:spPr>
        <p:style>
          <a:lnRef idx="2">
            <a:schemeClr val="accent1"/>
          </a:lnRef>
          <a:fillRef idx="0">
            <a:schemeClr val="accent1"/>
          </a:fillRef>
          <a:effectRef idx="1">
            <a:schemeClr val="accent1"/>
          </a:effectRef>
          <a:fontRef idx="minor">
            <a:schemeClr val="tx1"/>
          </a:fontRef>
        </p:style>
      </p:cxnSp>
      <p:sp>
        <p:nvSpPr>
          <p:cNvPr id="59" name="Parallelogram 58">
            <a:extLst>
              <a:ext uri="{FF2B5EF4-FFF2-40B4-BE49-F238E27FC236}">
                <a16:creationId xmlns:a16="http://schemas.microsoft.com/office/drawing/2014/main" id="{279E0FB7-C40C-E456-0D12-75CE47976DB4}"/>
              </a:ext>
            </a:extLst>
          </p:cNvPr>
          <p:cNvSpPr/>
          <p:nvPr/>
        </p:nvSpPr>
        <p:spPr>
          <a:xfrm>
            <a:off x="804" y="5030059"/>
            <a:ext cx="1668297" cy="727804"/>
          </a:xfrm>
          <a:prstGeom prst="parallelogram">
            <a:avLst/>
          </a:prstGeom>
        </p:spPr>
        <p:style>
          <a:lnRef idx="2">
            <a:schemeClr val="accent2"/>
          </a:lnRef>
          <a:fillRef idx="1">
            <a:schemeClr val="lt1"/>
          </a:fillRef>
          <a:effectRef idx="0">
            <a:schemeClr val="accent2"/>
          </a:effectRef>
          <a:fontRef idx="minor">
            <a:schemeClr val="dk1"/>
          </a:fontRef>
        </p:style>
        <p:txBody>
          <a:bodyPr rtlCol="0" anchor="ctr"/>
          <a:lstStyle/>
          <a:p>
            <a:pPr algn="ctr"/>
            <a:r>
              <a:rPr lang="en-US" sz="1400" dirty="0">
                <a:solidFill>
                  <a:prstClr val="black"/>
                </a:solidFill>
                <a:latin typeface="Calibri" panose="020F0502020204030204" pitchFamily="34" charset="0"/>
                <a:cs typeface="Calibri" panose="020F0502020204030204" pitchFamily="34" charset="0"/>
              </a:rPr>
              <a:t>Save Assignment / </a:t>
            </a:r>
          </a:p>
          <a:p>
            <a:pPr algn="ctr"/>
            <a:r>
              <a:rPr lang="en-US" sz="1400" dirty="0">
                <a:latin typeface="Calibri" panose="020F0502020204030204" pitchFamily="34" charset="0"/>
                <a:cs typeface="Calibri" panose="020F0502020204030204" pitchFamily="34" charset="0"/>
              </a:rPr>
              <a:t>Assign Project</a:t>
            </a:r>
          </a:p>
        </p:txBody>
      </p:sp>
      <p:cxnSp>
        <p:nvCxnSpPr>
          <p:cNvPr id="77" name="Straight Connector 76">
            <a:extLst>
              <a:ext uri="{FF2B5EF4-FFF2-40B4-BE49-F238E27FC236}">
                <a16:creationId xmlns:a16="http://schemas.microsoft.com/office/drawing/2014/main" id="{9A5C21C4-5E72-551E-BE94-F496F9103CBC}"/>
              </a:ext>
            </a:extLst>
          </p:cNvPr>
          <p:cNvCxnSpPr>
            <a:cxnSpLocks/>
          </p:cNvCxnSpPr>
          <p:nvPr/>
        </p:nvCxnSpPr>
        <p:spPr>
          <a:xfrm flipH="1">
            <a:off x="10012220" y="2428750"/>
            <a:ext cx="324319" cy="0"/>
          </a:xfrm>
          <a:prstGeom prst="line">
            <a:avLst/>
          </a:prstGeom>
          <a:ln>
            <a:headEnd type="none" w="med" len="med"/>
            <a:tailEnd type="arrow" w="med" len="med"/>
          </a:ln>
        </p:spPr>
        <p:style>
          <a:lnRef idx="2">
            <a:schemeClr val="accent1"/>
          </a:lnRef>
          <a:fillRef idx="0">
            <a:schemeClr val="accent1"/>
          </a:fillRef>
          <a:effectRef idx="1">
            <a:schemeClr val="accent1"/>
          </a:effectRef>
          <a:fontRef idx="minor">
            <a:schemeClr val="tx1"/>
          </a:fontRef>
        </p:style>
      </p:cxnSp>
      <p:sp>
        <p:nvSpPr>
          <p:cNvPr id="93" name="Parallelogram 92">
            <a:extLst>
              <a:ext uri="{FF2B5EF4-FFF2-40B4-BE49-F238E27FC236}">
                <a16:creationId xmlns:a16="http://schemas.microsoft.com/office/drawing/2014/main" id="{CEC47881-C494-CFB8-5548-D66140739CCA}"/>
              </a:ext>
            </a:extLst>
          </p:cNvPr>
          <p:cNvSpPr/>
          <p:nvPr/>
        </p:nvSpPr>
        <p:spPr>
          <a:xfrm>
            <a:off x="10315477" y="2795917"/>
            <a:ext cx="1869446" cy="654359"/>
          </a:xfrm>
          <a:prstGeom prst="parallelogram">
            <a:avLst/>
          </a:prstGeom>
        </p:spPr>
        <p:style>
          <a:lnRef idx="2">
            <a:schemeClr val="accent2"/>
          </a:lnRef>
          <a:fillRef idx="1">
            <a:schemeClr val="lt1"/>
          </a:fillRef>
          <a:effectRef idx="0">
            <a:schemeClr val="accent2"/>
          </a:effectRef>
          <a:fontRef idx="minor">
            <a:schemeClr val="dk1"/>
          </a:fontRef>
        </p:style>
        <p:txBody>
          <a:bodyPr rtlCol="0" anchor="ctr"/>
          <a:lstStyle/>
          <a:p>
            <a:pPr algn="ctr"/>
            <a:r>
              <a:rPr lang="en-US" sz="1600" dirty="0">
                <a:latin typeface="Calibri" panose="020F0502020204030204" pitchFamily="34" charset="0"/>
                <a:cs typeface="Calibri" panose="020F0502020204030204" pitchFamily="34" charset="0"/>
              </a:rPr>
              <a:t>Conclude Project</a:t>
            </a:r>
          </a:p>
        </p:txBody>
      </p:sp>
      <p:grpSp>
        <p:nvGrpSpPr>
          <p:cNvPr id="100" name="Group 99">
            <a:extLst>
              <a:ext uri="{FF2B5EF4-FFF2-40B4-BE49-F238E27FC236}">
                <a16:creationId xmlns:a16="http://schemas.microsoft.com/office/drawing/2014/main" id="{441D4AD6-A1E5-1122-E946-C3F6A2B740E6}"/>
              </a:ext>
            </a:extLst>
          </p:cNvPr>
          <p:cNvGrpSpPr/>
          <p:nvPr/>
        </p:nvGrpSpPr>
        <p:grpSpPr>
          <a:xfrm>
            <a:off x="8959628" y="2663349"/>
            <a:ext cx="1574921" cy="522842"/>
            <a:chOff x="9023554" y="1791914"/>
            <a:chExt cx="1574921" cy="522842"/>
          </a:xfrm>
        </p:grpSpPr>
        <p:sp>
          <p:nvSpPr>
            <p:cNvPr id="102" name="Oval 101">
              <a:extLst>
                <a:ext uri="{FF2B5EF4-FFF2-40B4-BE49-F238E27FC236}">
                  <a16:creationId xmlns:a16="http://schemas.microsoft.com/office/drawing/2014/main" id="{E68A181B-E12A-704E-9E3A-32116E60E51C}"/>
                </a:ext>
              </a:extLst>
            </p:cNvPr>
            <p:cNvSpPr/>
            <p:nvPr/>
          </p:nvSpPr>
          <p:spPr>
            <a:xfrm>
              <a:off x="9023554" y="2026724"/>
              <a:ext cx="288032" cy="28803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latin typeface="Calibri" panose="020F0502020204030204" pitchFamily="34" charset="0"/>
                <a:cs typeface="Calibri" panose="020F0502020204030204" pitchFamily="34" charset="0"/>
              </a:endParaRPr>
            </a:p>
          </p:txBody>
        </p:sp>
        <p:sp>
          <p:nvSpPr>
            <p:cNvPr id="103" name="TextBox 102">
              <a:extLst>
                <a:ext uri="{FF2B5EF4-FFF2-40B4-BE49-F238E27FC236}">
                  <a16:creationId xmlns:a16="http://schemas.microsoft.com/office/drawing/2014/main" id="{EB0EE688-19FC-E7D3-EAC7-6616BF49D2B3}"/>
                </a:ext>
              </a:extLst>
            </p:cNvPr>
            <p:cNvSpPr txBox="1"/>
            <p:nvPr/>
          </p:nvSpPr>
          <p:spPr>
            <a:xfrm>
              <a:off x="9167098" y="1791914"/>
              <a:ext cx="1431377" cy="338554"/>
            </a:xfrm>
            <a:prstGeom prst="rect">
              <a:avLst/>
            </a:prstGeom>
            <a:noFill/>
          </p:spPr>
          <p:txBody>
            <a:bodyPr wrap="square" rtlCol="0">
              <a:spAutoFit/>
            </a:bodyPr>
            <a:lstStyle/>
            <a:p>
              <a:r>
                <a:rPr lang="en-US" sz="1600" dirty="0">
                  <a:solidFill>
                    <a:prstClr val="black"/>
                  </a:solidFill>
                  <a:latin typeface="Calibri" panose="020F0502020204030204" pitchFamily="34" charset="0"/>
                  <a:cs typeface="Calibri" panose="020F0502020204030204" pitchFamily="34" charset="0"/>
                </a:rPr>
                <a:t>submit</a:t>
              </a:r>
            </a:p>
          </p:txBody>
        </p:sp>
      </p:grpSp>
      <p:cxnSp>
        <p:nvCxnSpPr>
          <p:cNvPr id="105" name="Straight Connector 104">
            <a:extLst>
              <a:ext uri="{FF2B5EF4-FFF2-40B4-BE49-F238E27FC236}">
                <a16:creationId xmlns:a16="http://schemas.microsoft.com/office/drawing/2014/main" id="{80DDF800-5A00-A4D7-B4C1-097F5CFEC3C6}"/>
              </a:ext>
            </a:extLst>
          </p:cNvPr>
          <p:cNvCxnSpPr>
            <a:cxnSpLocks/>
          </p:cNvCxnSpPr>
          <p:nvPr/>
        </p:nvCxnSpPr>
        <p:spPr>
          <a:xfrm flipH="1">
            <a:off x="10005446" y="3300185"/>
            <a:ext cx="324319" cy="0"/>
          </a:xfrm>
          <a:prstGeom prst="line">
            <a:avLst/>
          </a:prstGeom>
          <a:ln>
            <a:headEnd type="none" w="med" len="med"/>
            <a:tailEnd type="arrow" w="med" len="med"/>
          </a:ln>
        </p:spPr>
        <p:style>
          <a:lnRef idx="2">
            <a:schemeClr val="accent1"/>
          </a:lnRef>
          <a:fillRef idx="0">
            <a:schemeClr val="accent1"/>
          </a:fillRef>
          <a:effectRef idx="1">
            <a:schemeClr val="accent1"/>
          </a:effectRef>
          <a:fontRef idx="minor">
            <a:schemeClr val="tx1"/>
          </a:fontRef>
        </p:style>
      </p:cxnSp>
      <p:cxnSp>
        <p:nvCxnSpPr>
          <p:cNvPr id="115" name="Straight Connector 114">
            <a:extLst>
              <a:ext uri="{FF2B5EF4-FFF2-40B4-BE49-F238E27FC236}">
                <a16:creationId xmlns:a16="http://schemas.microsoft.com/office/drawing/2014/main" id="{AA0A5658-E35D-C15C-8C73-06AEC1DFF0E8}"/>
              </a:ext>
            </a:extLst>
          </p:cNvPr>
          <p:cNvCxnSpPr>
            <a:cxnSpLocks/>
          </p:cNvCxnSpPr>
          <p:nvPr/>
        </p:nvCxnSpPr>
        <p:spPr>
          <a:xfrm flipV="1">
            <a:off x="9246232" y="3045002"/>
            <a:ext cx="1170674" cy="4446"/>
          </a:xfrm>
          <a:prstGeom prst="line">
            <a:avLst/>
          </a:prstGeom>
          <a:ln>
            <a:headEnd type="none" w="med" len="med"/>
            <a:tailEnd type="arrow" w="med" len="med"/>
          </a:ln>
        </p:spPr>
        <p:style>
          <a:lnRef idx="2">
            <a:schemeClr val="accent1"/>
          </a:lnRef>
          <a:fillRef idx="0">
            <a:schemeClr val="accent1"/>
          </a:fillRef>
          <a:effectRef idx="1">
            <a:schemeClr val="accent1"/>
          </a:effectRef>
          <a:fontRef idx="minor">
            <a:schemeClr val="tx1"/>
          </a:fontRef>
        </p:style>
      </p:cxnSp>
      <p:sp>
        <p:nvSpPr>
          <p:cNvPr id="30" name="Oval 29">
            <a:extLst>
              <a:ext uri="{FF2B5EF4-FFF2-40B4-BE49-F238E27FC236}">
                <a16:creationId xmlns:a16="http://schemas.microsoft.com/office/drawing/2014/main" id="{04613A23-7B6C-58AA-45CC-5BCACC5BD995}"/>
              </a:ext>
            </a:extLst>
          </p:cNvPr>
          <p:cNvSpPr/>
          <p:nvPr/>
        </p:nvSpPr>
        <p:spPr>
          <a:xfrm>
            <a:off x="2087703" y="5173212"/>
            <a:ext cx="288032" cy="28803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latin typeface="Calibri" panose="020F0502020204030204" pitchFamily="34" charset="0"/>
              <a:cs typeface="Calibri" panose="020F0502020204030204" pitchFamily="34" charset="0"/>
            </a:endParaRPr>
          </a:p>
        </p:txBody>
      </p:sp>
      <p:cxnSp>
        <p:nvCxnSpPr>
          <p:cNvPr id="34" name="Elbow Connector 33">
            <a:extLst>
              <a:ext uri="{FF2B5EF4-FFF2-40B4-BE49-F238E27FC236}">
                <a16:creationId xmlns:a16="http://schemas.microsoft.com/office/drawing/2014/main" id="{0A31A24D-E9F2-3B6B-B8FB-552E33A13E75}"/>
              </a:ext>
            </a:extLst>
          </p:cNvPr>
          <p:cNvCxnSpPr>
            <a:cxnSpLocks/>
            <a:stCxn id="30" idx="2"/>
            <a:endCxn id="59" idx="2"/>
          </p:cNvCxnSpPr>
          <p:nvPr/>
        </p:nvCxnSpPr>
        <p:spPr>
          <a:xfrm rot="10800000" flipV="1">
            <a:off x="1578127" y="5317227"/>
            <a:ext cx="509577" cy="76733"/>
          </a:xfrm>
          <a:prstGeom prst="bentConnector3">
            <a:avLst>
              <a:gd name="adj1" fmla="val 50000"/>
            </a:avLst>
          </a:prstGeom>
          <a:ln>
            <a:tailEnd type="arrow"/>
          </a:ln>
        </p:spPr>
        <p:style>
          <a:lnRef idx="2">
            <a:schemeClr val="accent1"/>
          </a:lnRef>
          <a:fillRef idx="0">
            <a:schemeClr val="accent1"/>
          </a:fillRef>
          <a:effectRef idx="1">
            <a:schemeClr val="accent1"/>
          </a:effectRef>
          <a:fontRef idx="minor">
            <a:schemeClr val="tx1"/>
          </a:fontRef>
        </p:style>
      </p:cxnSp>
      <p:sp>
        <p:nvSpPr>
          <p:cNvPr id="35" name="TextBox 34">
            <a:extLst>
              <a:ext uri="{FF2B5EF4-FFF2-40B4-BE49-F238E27FC236}">
                <a16:creationId xmlns:a16="http://schemas.microsoft.com/office/drawing/2014/main" id="{802B13A2-86AE-6FC1-F673-041D3C17B46C}"/>
              </a:ext>
            </a:extLst>
          </p:cNvPr>
          <p:cNvSpPr txBox="1"/>
          <p:nvPr/>
        </p:nvSpPr>
        <p:spPr>
          <a:xfrm>
            <a:off x="2331099" y="5236217"/>
            <a:ext cx="1438214" cy="338554"/>
          </a:xfrm>
          <a:prstGeom prst="rect">
            <a:avLst/>
          </a:prstGeom>
          <a:noFill/>
        </p:spPr>
        <p:txBody>
          <a:bodyPr wrap="none" rtlCol="0">
            <a:spAutoFit/>
          </a:bodyPr>
          <a:lstStyle/>
          <a:p>
            <a:r>
              <a:rPr lang="en-US" sz="1600" dirty="0">
                <a:solidFill>
                  <a:prstClr val="black"/>
                </a:solidFill>
                <a:latin typeface="Calibri" panose="020F0502020204030204" pitchFamily="34" charset="0"/>
                <a:cs typeface="Calibri" panose="020F0502020204030204" pitchFamily="34" charset="0"/>
              </a:rPr>
              <a:t>submit (assign)</a:t>
            </a:r>
          </a:p>
        </p:txBody>
      </p:sp>
    </p:spTree>
    <p:extLst>
      <p:ext uri="{BB962C8B-B14F-4D97-AF65-F5344CB8AC3E}">
        <p14:creationId xmlns:p14="http://schemas.microsoft.com/office/powerpoint/2010/main" val="2141387635"/>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FA96DF2-3343-EA91-FFD1-2BB4D2CE16A4}"/>
            </a:ext>
          </a:extLst>
        </p:cNvPr>
        <p:cNvGrpSpPr/>
        <p:nvPr/>
      </p:nvGrpSpPr>
      <p:grpSpPr>
        <a:xfrm>
          <a:off x="0" y="0"/>
          <a:ext cx="0" cy="0"/>
          <a:chOff x="0" y="0"/>
          <a:chExt cx="0" cy="0"/>
        </a:xfrm>
      </p:grpSpPr>
      <p:sp>
        <p:nvSpPr>
          <p:cNvPr id="4" name="Google Shape;135;p26">
            <a:extLst>
              <a:ext uri="{FF2B5EF4-FFF2-40B4-BE49-F238E27FC236}">
                <a16:creationId xmlns:a16="http://schemas.microsoft.com/office/drawing/2014/main" id="{7E8DA7F5-1FE4-AA3E-D89E-2E31E7CE6E33}"/>
              </a:ext>
            </a:extLst>
          </p:cNvPr>
          <p:cNvSpPr txBox="1">
            <a:spLocks/>
          </p:cNvSpPr>
          <p:nvPr/>
        </p:nvSpPr>
        <p:spPr>
          <a:xfrm>
            <a:off x="426631" y="258833"/>
            <a:ext cx="11338737" cy="1143000"/>
          </a:xfrm>
          <a:prstGeom prst="rect">
            <a:avLst/>
          </a:prstGeom>
          <a:noFill/>
          <a:ln>
            <a:noFill/>
          </a:ln>
        </p:spPr>
        <p:txBody>
          <a:bodyPr spcFirstLastPara="1" wrap="square" lIns="107269" tIns="53620" rIns="107269" bIns="53620" anchor="ctr" anchorCtr="0">
            <a:noAutofit/>
          </a:bodyPr>
          <a:lstStyle>
            <a:defPPr marR="0" lvl="0" algn="l" rtl="0">
              <a:lnSpc>
                <a:spcPct val="100000"/>
              </a:lnSpc>
              <a:spcBef>
                <a:spcPts val="0"/>
              </a:spcBef>
              <a:spcAft>
                <a:spcPts val="0"/>
              </a:spcAft>
            </a:defPPr>
            <a:lvl1pPr marR="0" lvl="0" algn="ctr" rtl="0">
              <a:lnSpc>
                <a:spcPct val="100000"/>
              </a:lnSpc>
              <a:spcBef>
                <a:spcPts val="0"/>
              </a:spcBef>
              <a:spcAft>
                <a:spcPts val="0"/>
              </a:spcAft>
              <a:buClr>
                <a:schemeClr val="dk1"/>
              </a:buClr>
              <a:buSzPts val="1800"/>
              <a:buFont typeface="Calibri"/>
              <a:buNone/>
              <a:defRPr sz="44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9pPr>
          </a:lstStyle>
          <a:p>
            <a:r>
              <a:rPr lang="en-US" noProof="1">
                <a:latin typeface="Calibri" panose="020F0502020204030204" pitchFamily="34" charset="0"/>
                <a:cs typeface="Calibri" panose="020F0502020204030204" pitchFamily="34" charset="0"/>
              </a:rPr>
              <a:t>Application design (</a:t>
            </a:r>
            <a:r>
              <a:rPr lang="en-US" noProof="1"/>
              <a:t>collaborator</a:t>
            </a:r>
            <a:r>
              <a:rPr lang="en-US" noProof="1">
                <a:latin typeface="Calibri" panose="020F0502020204030204" pitchFamily="34" charset="0"/>
                <a:cs typeface="Calibri" panose="020F0502020204030204" pitchFamily="34" charset="0"/>
              </a:rPr>
              <a:t>)</a:t>
            </a:r>
          </a:p>
        </p:txBody>
      </p:sp>
      <p:sp>
        <p:nvSpPr>
          <p:cNvPr id="2" name="Rectangle 1">
            <a:extLst>
              <a:ext uri="{FF2B5EF4-FFF2-40B4-BE49-F238E27FC236}">
                <a16:creationId xmlns:a16="http://schemas.microsoft.com/office/drawing/2014/main" id="{9AE66AB7-C6BF-E9B1-6751-AB6D4B032451}"/>
              </a:ext>
            </a:extLst>
          </p:cNvPr>
          <p:cNvSpPr/>
          <p:nvPr/>
        </p:nvSpPr>
        <p:spPr>
          <a:xfrm>
            <a:off x="1486969" y="1613117"/>
            <a:ext cx="3362764" cy="4898778"/>
          </a:xfrm>
          <a:prstGeom prst="rect">
            <a:avLst/>
          </a:prstGeom>
        </p:spPr>
        <p:style>
          <a:lnRef idx="2">
            <a:schemeClr val="dk1"/>
          </a:lnRef>
          <a:fillRef idx="1">
            <a:schemeClr val="lt1"/>
          </a:fillRef>
          <a:effectRef idx="0">
            <a:schemeClr val="dk1"/>
          </a:effectRef>
          <a:fontRef idx="minor">
            <a:schemeClr val="dk1"/>
          </a:fontRef>
        </p:style>
        <p:txBody>
          <a:bodyPr rtlCol="0" anchor="t" anchorCtr="0"/>
          <a:lstStyle/>
          <a:p>
            <a:r>
              <a:rPr lang="en-US" dirty="0">
                <a:latin typeface="Calibri" panose="020F0502020204030204" pitchFamily="34" charset="0"/>
                <a:cs typeface="Calibri" panose="020F0502020204030204" pitchFamily="34" charset="0"/>
              </a:rPr>
              <a:t>Home Page</a:t>
            </a:r>
          </a:p>
        </p:txBody>
      </p:sp>
      <p:sp>
        <p:nvSpPr>
          <p:cNvPr id="3" name="Rounded Rectangle 2">
            <a:extLst>
              <a:ext uri="{FF2B5EF4-FFF2-40B4-BE49-F238E27FC236}">
                <a16:creationId xmlns:a16="http://schemas.microsoft.com/office/drawing/2014/main" id="{1CF80160-96AA-3CC8-7768-9483F4C3BAD3}"/>
              </a:ext>
            </a:extLst>
          </p:cNvPr>
          <p:cNvSpPr/>
          <p:nvPr/>
        </p:nvSpPr>
        <p:spPr>
          <a:xfrm>
            <a:off x="2205418" y="2415724"/>
            <a:ext cx="2402248" cy="559196"/>
          </a:xfrm>
          <a:prstGeom prst="roundRect">
            <a:avLst/>
          </a:prstGeom>
        </p:spPr>
        <p:style>
          <a:lnRef idx="2">
            <a:schemeClr val="accent3"/>
          </a:lnRef>
          <a:fillRef idx="1">
            <a:schemeClr val="lt1"/>
          </a:fillRef>
          <a:effectRef idx="0">
            <a:schemeClr val="accent3"/>
          </a:effectRef>
          <a:fontRef idx="minor">
            <a:schemeClr val="dk1"/>
          </a:fontRef>
        </p:style>
        <p:txBody>
          <a:bodyPr rtlCol="0" anchor="ctr"/>
          <a:lstStyle/>
          <a:p>
            <a:pPr algn="ctr"/>
            <a:r>
              <a:rPr lang="en-US" dirty="0">
                <a:solidFill>
                  <a:schemeClr val="tx1"/>
                </a:solidFill>
                <a:latin typeface="Calibri" panose="020F0502020204030204" pitchFamily="34" charset="0"/>
                <a:cs typeface="Calibri" panose="020F0502020204030204" pitchFamily="34" charset="0"/>
              </a:rPr>
              <a:t>Assigned Projects</a:t>
            </a:r>
          </a:p>
          <a:p>
            <a:pPr algn="ctr"/>
            <a:r>
              <a:rPr lang="en-US" dirty="0">
                <a:solidFill>
                  <a:schemeClr val="tx1"/>
                </a:solidFill>
                <a:latin typeface="Calibri" panose="020F0502020204030204" pitchFamily="34" charset="0"/>
                <a:cs typeface="Calibri" panose="020F0502020204030204" pitchFamily="34" charset="0"/>
              </a:rPr>
              <a:t>List</a:t>
            </a:r>
          </a:p>
        </p:txBody>
      </p:sp>
      <p:sp>
        <p:nvSpPr>
          <p:cNvPr id="21" name="Parallelogram 20">
            <a:extLst>
              <a:ext uri="{FF2B5EF4-FFF2-40B4-BE49-F238E27FC236}">
                <a16:creationId xmlns:a16="http://schemas.microsoft.com/office/drawing/2014/main" id="{659F8DBF-392F-69C5-5EDA-681C660DF9C0}"/>
              </a:ext>
            </a:extLst>
          </p:cNvPr>
          <p:cNvSpPr/>
          <p:nvPr/>
        </p:nvSpPr>
        <p:spPr>
          <a:xfrm>
            <a:off x="5158703" y="2088543"/>
            <a:ext cx="1869446" cy="654359"/>
          </a:xfrm>
          <a:prstGeom prst="parallelogram">
            <a:avLst/>
          </a:prstGeom>
        </p:spPr>
        <p:style>
          <a:lnRef idx="2">
            <a:schemeClr val="accent2"/>
          </a:lnRef>
          <a:fillRef idx="1">
            <a:schemeClr val="lt1"/>
          </a:fillRef>
          <a:effectRef idx="0">
            <a:schemeClr val="accent2"/>
          </a:effectRef>
          <a:fontRef idx="minor">
            <a:schemeClr val="dk1"/>
          </a:fontRef>
        </p:style>
        <p:txBody>
          <a:bodyPr rtlCol="0" anchor="ctr"/>
          <a:lstStyle/>
          <a:p>
            <a:pPr algn="ctr"/>
            <a:r>
              <a:rPr lang="en-US" dirty="0">
                <a:latin typeface="Calibri" panose="020F0502020204030204" pitchFamily="34" charset="0"/>
                <a:cs typeface="Calibri" panose="020F0502020204030204" pitchFamily="34" charset="0"/>
              </a:rPr>
              <a:t>Home</a:t>
            </a:r>
          </a:p>
        </p:txBody>
      </p:sp>
      <p:sp>
        <p:nvSpPr>
          <p:cNvPr id="37" name="Rounded Rectangle 36">
            <a:extLst>
              <a:ext uri="{FF2B5EF4-FFF2-40B4-BE49-F238E27FC236}">
                <a16:creationId xmlns:a16="http://schemas.microsoft.com/office/drawing/2014/main" id="{70454902-B30C-8E41-1580-E58D95E08CD7}"/>
              </a:ext>
            </a:extLst>
          </p:cNvPr>
          <p:cNvSpPr/>
          <p:nvPr/>
        </p:nvSpPr>
        <p:spPr>
          <a:xfrm>
            <a:off x="2222370" y="3459627"/>
            <a:ext cx="2387349" cy="559451"/>
          </a:xfrm>
          <a:prstGeom prst="roundRect">
            <a:avLst/>
          </a:prstGeom>
        </p:spPr>
        <p:style>
          <a:lnRef idx="2">
            <a:schemeClr val="accent3"/>
          </a:lnRef>
          <a:fillRef idx="1">
            <a:schemeClr val="lt1"/>
          </a:fillRef>
          <a:effectRef idx="0">
            <a:schemeClr val="accent3"/>
          </a:effectRef>
          <a:fontRef idx="minor">
            <a:schemeClr val="dk1"/>
          </a:fontRef>
        </p:style>
        <p:txBody>
          <a:bodyPr rtlCol="0" anchor="ctr"/>
          <a:lstStyle/>
          <a:p>
            <a:pPr algn="ctr"/>
            <a:r>
              <a:rPr lang="en-US" dirty="0">
                <a:solidFill>
                  <a:schemeClr val="tx1"/>
                </a:solidFill>
                <a:latin typeface="Calibri" panose="020F0502020204030204" pitchFamily="34" charset="0"/>
                <a:cs typeface="Calibri" panose="020F0502020204030204" pitchFamily="34" charset="0"/>
              </a:rPr>
              <a:t>Assigned WP</a:t>
            </a:r>
          </a:p>
          <a:p>
            <a:pPr algn="ctr"/>
            <a:r>
              <a:rPr lang="en-US" dirty="0">
                <a:solidFill>
                  <a:schemeClr val="tx1"/>
                </a:solidFill>
                <a:latin typeface="Calibri" panose="020F0502020204030204" pitchFamily="34" charset="0"/>
                <a:cs typeface="Calibri" panose="020F0502020204030204" pitchFamily="34" charset="0"/>
              </a:rPr>
              <a:t>and Task List</a:t>
            </a:r>
          </a:p>
        </p:txBody>
      </p:sp>
      <p:sp>
        <p:nvSpPr>
          <p:cNvPr id="45" name="Oval 44">
            <a:extLst>
              <a:ext uri="{FF2B5EF4-FFF2-40B4-BE49-F238E27FC236}">
                <a16:creationId xmlns:a16="http://schemas.microsoft.com/office/drawing/2014/main" id="{C85685A4-ECB3-E4D9-1E13-2AA2FB244A2F}"/>
              </a:ext>
            </a:extLst>
          </p:cNvPr>
          <p:cNvSpPr/>
          <p:nvPr/>
        </p:nvSpPr>
        <p:spPr>
          <a:xfrm>
            <a:off x="4417720" y="2271706"/>
            <a:ext cx="288032" cy="28803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latin typeface="Calibri" panose="020F0502020204030204" pitchFamily="34" charset="0"/>
              <a:cs typeface="Calibri" panose="020F0502020204030204" pitchFamily="34" charset="0"/>
            </a:endParaRPr>
          </a:p>
        </p:txBody>
      </p:sp>
      <p:sp>
        <p:nvSpPr>
          <p:cNvPr id="46" name="Oval 45">
            <a:extLst>
              <a:ext uri="{FF2B5EF4-FFF2-40B4-BE49-F238E27FC236}">
                <a16:creationId xmlns:a16="http://schemas.microsoft.com/office/drawing/2014/main" id="{212DB914-AF23-8C45-4D91-5E3C69A912D3}"/>
              </a:ext>
            </a:extLst>
          </p:cNvPr>
          <p:cNvSpPr/>
          <p:nvPr/>
        </p:nvSpPr>
        <p:spPr>
          <a:xfrm>
            <a:off x="4414437" y="3312073"/>
            <a:ext cx="288032" cy="28803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latin typeface="Calibri" panose="020F0502020204030204" pitchFamily="34" charset="0"/>
              <a:cs typeface="Calibri" panose="020F0502020204030204" pitchFamily="34" charset="0"/>
            </a:endParaRPr>
          </a:p>
        </p:txBody>
      </p:sp>
      <p:sp>
        <p:nvSpPr>
          <p:cNvPr id="65" name="TextBox 64">
            <a:extLst>
              <a:ext uri="{FF2B5EF4-FFF2-40B4-BE49-F238E27FC236}">
                <a16:creationId xmlns:a16="http://schemas.microsoft.com/office/drawing/2014/main" id="{4A07A882-250A-3E6E-2964-56D1D3D06E05}"/>
              </a:ext>
            </a:extLst>
          </p:cNvPr>
          <p:cNvSpPr txBox="1"/>
          <p:nvPr/>
        </p:nvSpPr>
        <p:spPr>
          <a:xfrm>
            <a:off x="3921914" y="2150326"/>
            <a:ext cx="543739" cy="338554"/>
          </a:xfrm>
          <a:prstGeom prst="rect">
            <a:avLst/>
          </a:prstGeom>
          <a:noFill/>
        </p:spPr>
        <p:txBody>
          <a:bodyPr wrap="none" rtlCol="0">
            <a:spAutoFit/>
          </a:bodyPr>
          <a:lstStyle/>
          <a:p>
            <a:r>
              <a:rPr lang="en-US" sz="1600" dirty="0">
                <a:solidFill>
                  <a:prstClr val="black"/>
                </a:solidFill>
                <a:latin typeface="Calibri" panose="020F0502020204030204" pitchFamily="34" charset="0"/>
                <a:cs typeface="Calibri" panose="020F0502020204030204" pitchFamily="34" charset="0"/>
              </a:rPr>
              <a:t>click</a:t>
            </a:r>
          </a:p>
        </p:txBody>
      </p:sp>
      <p:cxnSp>
        <p:nvCxnSpPr>
          <p:cNvPr id="96" name="Straight Connector 95">
            <a:extLst>
              <a:ext uri="{FF2B5EF4-FFF2-40B4-BE49-F238E27FC236}">
                <a16:creationId xmlns:a16="http://schemas.microsoft.com/office/drawing/2014/main" id="{21FBDDE1-E41A-AD4F-3AAE-9F66FDC64ABE}"/>
              </a:ext>
            </a:extLst>
          </p:cNvPr>
          <p:cNvCxnSpPr>
            <a:cxnSpLocks/>
            <a:endCxn id="21" idx="5"/>
          </p:cNvCxnSpPr>
          <p:nvPr/>
        </p:nvCxnSpPr>
        <p:spPr>
          <a:xfrm>
            <a:off x="4693470" y="2415723"/>
            <a:ext cx="547028" cy="0"/>
          </a:xfrm>
          <a:prstGeom prst="line">
            <a:avLst/>
          </a:prstGeom>
          <a:ln>
            <a:headEnd type="none" w="med" len="med"/>
            <a:tailEnd type="arrow" w="med" len="med"/>
          </a:ln>
        </p:spPr>
        <p:style>
          <a:lnRef idx="2">
            <a:schemeClr val="accent1"/>
          </a:lnRef>
          <a:fillRef idx="0">
            <a:schemeClr val="accent1"/>
          </a:fillRef>
          <a:effectRef idx="1">
            <a:schemeClr val="accent1"/>
          </a:effectRef>
          <a:fontRef idx="minor">
            <a:schemeClr val="tx1"/>
          </a:fontRef>
        </p:style>
      </p:cxnSp>
      <p:sp>
        <p:nvSpPr>
          <p:cNvPr id="18" name="TextBox 17">
            <a:extLst>
              <a:ext uri="{FF2B5EF4-FFF2-40B4-BE49-F238E27FC236}">
                <a16:creationId xmlns:a16="http://schemas.microsoft.com/office/drawing/2014/main" id="{C4D22258-63A7-568D-4E0A-AC899870EC56}"/>
              </a:ext>
            </a:extLst>
          </p:cNvPr>
          <p:cNvSpPr txBox="1"/>
          <p:nvPr/>
        </p:nvSpPr>
        <p:spPr>
          <a:xfrm>
            <a:off x="642084" y="6267297"/>
            <a:ext cx="1431377" cy="338554"/>
          </a:xfrm>
          <a:prstGeom prst="rect">
            <a:avLst/>
          </a:prstGeom>
          <a:noFill/>
        </p:spPr>
        <p:txBody>
          <a:bodyPr wrap="square" rtlCol="0">
            <a:spAutoFit/>
          </a:bodyPr>
          <a:lstStyle/>
          <a:p>
            <a:r>
              <a:rPr lang="en-US" sz="1600" dirty="0">
                <a:solidFill>
                  <a:prstClr val="black"/>
                </a:solidFill>
                <a:latin typeface="Calibri" panose="020F0502020204030204" pitchFamily="34" charset="0"/>
                <a:cs typeface="Calibri" panose="020F0502020204030204" pitchFamily="34" charset="0"/>
              </a:rPr>
              <a:t>logout</a:t>
            </a:r>
          </a:p>
        </p:txBody>
      </p:sp>
      <p:sp>
        <p:nvSpPr>
          <p:cNvPr id="17" name="Oval 16">
            <a:extLst>
              <a:ext uri="{FF2B5EF4-FFF2-40B4-BE49-F238E27FC236}">
                <a16:creationId xmlns:a16="http://schemas.microsoft.com/office/drawing/2014/main" id="{6A203394-7398-0A38-920D-107489A5F387}"/>
              </a:ext>
            </a:extLst>
          </p:cNvPr>
          <p:cNvSpPr/>
          <p:nvPr/>
        </p:nvSpPr>
        <p:spPr>
          <a:xfrm>
            <a:off x="1342953" y="6311135"/>
            <a:ext cx="288032" cy="28803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latin typeface="Calibri" panose="020F0502020204030204" pitchFamily="34" charset="0"/>
              <a:cs typeface="Calibri" panose="020F0502020204030204" pitchFamily="34" charset="0"/>
            </a:endParaRPr>
          </a:p>
        </p:txBody>
      </p:sp>
      <p:sp>
        <p:nvSpPr>
          <p:cNvPr id="19" name="Rounded Rectangle 18">
            <a:extLst>
              <a:ext uri="{FF2B5EF4-FFF2-40B4-BE49-F238E27FC236}">
                <a16:creationId xmlns:a16="http://schemas.microsoft.com/office/drawing/2014/main" id="{F2F11F3C-937A-273A-17DC-D17398CF5A6D}"/>
              </a:ext>
            </a:extLst>
          </p:cNvPr>
          <p:cNvSpPr/>
          <p:nvPr/>
        </p:nvSpPr>
        <p:spPr>
          <a:xfrm>
            <a:off x="2179780" y="4450920"/>
            <a:ext cx="2402248" cy="559454"/>
          </a:xfrm>
          <a:prstGeom prst="roundRect">
            <a:avLst/>
          </a:prstGeom>
        </p:spPr>
        <p:style>
          <a:lnRef idx="2">
            <a:schemeClr val="accent3"/>
          </a:lnRef>
          <a:fillRef idx="1">
            <a:schemeClr val="lt1"/>
          </a:fillRef>
          <a:effectRef idx="0">
            <a:schemeClr val="accent3"/>
          </a:effectRef>
          <a:fontRef idx="minor">
            <a:schemeClr val="dk1"/>
          </a:fontRef>
        </p:style>
        <p:txBody>
          <a:bodyPr rtlCol="0" anchor="ctr"/>
          <a:lstStyle/>
          <a:p>
            <a:pPr algn="ctr"/>
            <a:r>
              <a:rPr lang="en-US" dirty="0">
                <a:latin typeface="Calibri" panose="020F0502020204030204" pitchFamily="34" charset="0"/>
                <a:cs typeface="Calibri" panose="020F0502020204030204" pitchFamily="34" charset="0"/>
              </a:rPr>
              <a:t>Task Timesheet</a:t>
            </a:r>
            <a:endParaRPr lang="en-US" sz="1600" dirty="0">
              <a:solidFill>
                <a:schemeClr val="tx1"/>
              </a:solidFill>
              <a:latin typeface="Calibri" panose="020F0502020204030204" pitchFamily="34" charset="0"/>
              <a:cs typeface="Calibri" panose="020F0502020204030204" pitchFamily="34" charset="0"/>
            </a:endParaRPr>
          </a:p>
        </p:txBody>
      </p:sp>
      <p:sp>
        <p:nvSpPr>
          <p:cNvPr id="20" name="Rounded Rectangle 19">
            <a:extLst>
              <a:ext uri="{FF2B5EF4-FFF2-40B4-BE49-F238E27FC236}">
                <a16:creationId xmlns:a16="http://schemas.microsoft.com/office/drawing/2014/main" id="{A9576B92-6608-7D9A-47E9-74FC23CC85F9}"/>
              </a:ext>
            </a:extLst>
          </p:cNvPr>
          <p:cNvSpPr/>
          <p:nvPr/>
        </p:nvSpPr>
        <p:spPr>
          <a:xfrm>
            <a:off x="2205418" y="5533059"/>
            <a:ext cx="2402248" cy="559454"/>
          </a:xfrm>
          <a:prstGeom prst="roundRect">
            <a:avLst/>
          </a:prstGeom>
        </p:spPr>
        <p:style>
          <a:lnRef idx="2">
            <a:schemeClr val="accent3"/>
          </a:lnRef>
          <a:fillRef idx="1">
            <a:schemeClr val="lt1"/>
          </a:fillRef>
          <a:effectRef idx="0">
            <a:schemeClr val="accent3"/>
          </a:effectRef>
          <a:fontRef idx="minor">
            <a:schemeClr val="dk1"/>
          </a:fontRef>
        </p:style>
        <p:txBody>
          <a:bodyPr rtlCol="0" anchor="ctr"/>
          <a:lstStyle/>
          <a:p>
            <a:pPr algn="ctr"/>
            <a:r>
              <a:rPr lang="en-US" sz="1600" dirty="0">
                <a:latin typeface="Calibri" panose="020F0502020204030204" pitchFamily="34" charset="0"/>
                <a:cs typeface="Calibri" panose="020F0502020204030204" pitchFamily="34" charset="0"/>
              </a:rPr>
              <a:t>Log Hours Form</a:t>
            </a:r>
            <a:endParaRPr lang="en-US" sz="1600" dirty="0">
              <a:solidFill>
                <a:schemeClr val="tx1"/>
              </a:solidFill>
              <a:latin typeface="Calibri" panose="020F0502020204030204" pitchFamily="34" charset="0"/>
              <a:cs typeface="Calibri" panose="020F0502020204030204" pitchFamily="34" charset="0"/>
            </a:endParaRPr>
          </a:p>
        </p:txBody>
      </p:sp>
      <p:cxnSp>
        <p:nvCxnSpPr>
          <p:cNvPr id="77" name="Straight Connector 76">
            <a:extLst>
              <a:ext uri="{FF2B5EF4-FFF2-40B4-BE49-F238E27FC236}">
                <a16:creationId xmlns:a16="http://schemas.microsoft.com/office/drawing/2014/main" id="{7B6EF71A-47FA-6F18-B69C-06CD41A381A3}"/>
              </a:ext>
            </a:extLst>
          </p:cNvPr>
          <p:cNvCxnSpPr>
            <a:cxnSpLocks/>
          </p:cNvCxnSpPr>
          <p:nvPr/>
        </p:nvCxnSpPr>
        <p:spPr>
          <a:xfrm flipH="1">
            <a:off x="4834384" y="2592811"/>
            <a:ext cx="324319" cy="0"/>
          </a:xfrm>
          <a:prstGeom prst="line">
            <a:avLst/>
          </a:prstGeom>
          <a:ln>
            <a:headEnd type="none" w="med" len="med"/>
            <a:tailEnd type="arrow" w="med" len="med"/>
          </a:ln>
        </p:spPr>
        <p:style>
          <a:lnRef idx="2">
            <a:schemeClr val="accent1"/>
          </a:lnRef>
          <a:fillRef idx="0">
            <a:schemeClr val="accent1"/>
          </a:fillRef>
          <a:effectRef idx="1">
            <a:schemeClr val="accent1"/>
          </a:effectRef>
          <a:fontRef idx="minor">
            <a:schemeClr val="tx1"/>
          </a:fontRef>
        </p:style>
      </p:cxnSp>
      <p:sp>
        <p:nvSpPr>
          <p:cNvPr id="15" name="Oval 14">
            <a:extLst>
              <a:ext uri="{FF2B5EF4-FFF2-40B4-BE49-F238E27FC236}">
                <a16:creationId xmlns:a16="http://schemas.microsoft.com/office/drawing/2014/main" id="{EEADEEE8-9815-2A6C-84A3-B3F8A376FD98}"/>
              </a:ext>
            </a:extLst>
          </p:cNvPr>
          <p:cNvSpPr/>
          <p:nvPr/>
        </p:nvSpPr>
        <p:spPr>
          <a:xfrm>
            <a:off x="4414437" y="5390257"/>
            <a:ext cx="288032" cy="28803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latin typeface="Calibri" panose="020F0502020204030204" pitchFamily="34" charset="0"/>
              <a:cs typeface="Calibri" panose="020F0502020204030204" pitchFamily="34" charset="0"/>
            </a:endParaRPr>
          </a:p>
        </p:txBody>
      </p:sp>
      <p:sp>
        <p:nvSpPr>
          <p:cNvPr id="27" name="TextBox 26">
            <a:extLst>
              <a:ext uri="{FF2B5EF4-FFF2-40B4-BE49-F238E27FC236}">
                <a16:creationId xmlns:a16="http://schemas.microsoft.com/office/drawing/2014/main" id="{777089B8-BCC9-195A-D0F6-40AC52109AD1}"/>
              </a:ext>
            </a:extLst>
          </p:cNvPr>
          <p:cNvSpPr txBox="1"/>
          <p:nvPr/>
        </p:nvSpPr>
        <p:spPr>
          <a:xfrm>
            <a:off x="3687896" y="5223557"/>
            <a:ext cx="758541" cy="338554"/>
          </a:xfrm>
          <a:prstGeom prst="rect">
            <a:avLst/>
          </a:prstGeom>
          <a:noFill/>
        </p:spPr>
        <p:txBody>
          <a:bodyPr wrap="none" rtlCol="0">
            <a:spAutoFit/>
          </a:bodyPr>
          <a:lstStyle/>
          <a:p>
            <a:r>
              <a:rPr lang="en-US" sz="1600" dirty="0">
                <a:solidFill>
                  <a:prstClr val="black"/>
                </a:solidFill>
                <a:latin typeface="Calibri" panose="020F0502020204030204" pitchFamily="34" charset="0"/>
                <a:cs typeface="Calibri" panose="020F0502020204030204" pitchFamily="34" charset="0"/>
              </a:rPr>
              <a:t>submit</a:t>
            </a:r>
          </a:p>
        </p:txBody>
      </p:sp>
      <p:sp>
        <p:nvSpPr>
          <p:cNvPr id="30" name="Parallelogram 29">
            <a:extLst>
              <a:ext uri="{FF2B5EF4-FFF2-40B4-BE49-F238E27FC236}">
                <a16:creationId xmlns:a16="http://schemas.microsoft.com/office/drawing/2014/main" id="{A22C6D63-9D5D-C203-CEBA-1E881B7802FB}"/>
              </a:ext>
            </a:extLst>
          </p:cNvPr>
          <p:cNvSpPr/>
          <p:nvPr/>
        </p:nvSpPr>
        <p:spPr>
          <a:xfrm>
            <a:off x="5158703" y="3135830"/>
            <a:ext cx="1869446" cy="654359"/>
          </a:xfrm>
          <a:prstGeom prst="parallelogram">
            <a:avLst/>
          </a:prstGeom>
        </p:spPr>
        <p:style>
          <a:lnRef idx="2">
            <a:schemeClr val="accent2"/>
          </a:lnRef>
          <a:fillRef idx="1">
            <a:schemeClr val="lt1"/>
          </a:fillRef>
          <a:effectRef idx="0">
            <a:schemeClr val="accent2"/>
          </a:effectRef>
          <a:fontRef idx="minor">
            <a:schemeClr val="dk1"/>
          </a:fontRef>
        </p:style>
        <p:txBody>
          <a:bodyPr rtlCol="0" anchor="ctr"/>
          <a:lstStyle/>
          <a:p>
            <a:pPr algn="ctr"/>
            <a:r>
              <a:rPr lang="en-US" dirty="0">
                <a:latin typeface="Calibri" panose="020F0502020204030204" pitchFamily="34" charset="0"/>
                <a:cs typeface="Calibri" panose="020F0502020204030204" pitchFamily="34" charset="0"/>
              </a:rPr>
              <a:t>Home</a:t>
            </a:r>
          </a:p>
        </p:txBody>
      </p:sp>
      <p:cxnSp>
        <p:nvCxnSpPr>
          <p:cNvPr id="34" name="Straight Connector 33">
            <a:extLst>
              <a:ext uri="{FF2B5EF4-FFF2-40B4-BE49-F238E27FC236}">
                <a16:creationId xmlns:a16="http://schemas.microsoft.com/office/drawing/2014/main" id="{F5B0142B-ED05-4C4C-2D77-8B5203200A4F}"/>
              </a:ext>
            </a:extLst>
          </p:cNvPr>
          <p:cNvCxnSpPr>
            <a:cxnSpLocks/>
            <a:endCxn id="30" idx="5"/>
          </p:cNvCxnSpPr>
          <p:nvPr/>
        </p:nvCxnSpPr>
        <p:spPr>
          <a:xfrm>
            <a:off x="4693470" y="3463010"/>
            <a:ext cx="547028" cy="0"/>
          </a:xfrm>
          <a:prstGeom prst="line">
            <a:avLst/>
          </a:prstGeom>
          <a:ln>
            <a:headEnd type="none" w="med" len="med"/>
            <a:tailEnd type="arrow" w="med" len="med"/>
          </a:ln>
        </p:spPr>
        <p:style>
          <a:lnRef idx="2">
            <a:schemeClr val="accent1"/>
          </a:lnRef>
          <a:fillRef idx="0">
            <a:schemeClr val="accent1"/>
          </a:fillRef>
          <a:effectRef idx="1">
            <a:schemeClr val="accent1"/>
          </a:effectRef>
          <a:fontRef idx="minor">
            <a:schemeClr val="tx1"/>
          </a:fontRef>
        </p:style>
      </p:cxnSp>
      <p:cxnSp>
        <p:nvCxnSpPr>
          <p:cNvPr id="35" name="Straight Connector 34">
            <a:extLst>
              <a:ext uri="{FF2B5EF4-FFF2-40B4-BE49-F238E27FC236}">
                <a16:creationId xmlns:a16="http://schemas.microsoft.com/office/drawing/2014/main" id="{C9EFF7C9-2A4B-3E92-5AAC-A53A92FDBCD8}"/>
              </a:ext>
            </a:extLst>
          </p:cNvPr>
          <p:cNvCxnSpPr>
            <a:cxnSpLocks/>
          </p:cNvCxnSpPr>
          <p:nvPr/>
        </p:nvCxnSpPr>
        <p:spPr>
          <a:xfrm flipH="1">
            <a:off x="4834384" y="3640098"/>
            <a:ext cx="324319" cy="0"/>
          </a:xfrm>
          <a:prstGeom prst="line">
            <a:avLst/>
          </a:prstGeom>
          <a:ln>
            <a:headEnd type="none" w="med" len="med"/>
            <a:tailEnd type="arrow" w="med" len="med"/>
          </a:ln>
        </p:spPr>
        <p:style>
          <a:lnRef idx="2">
            <a:schemeClr val="accent1"/>
          </a:lnRef>
          <a:fillRef idx="0">
            <a:schemeClr val="accent1"/>
          </a:fillRef>
          <a:effectRef idx="1">
            <a:schemeClr val="accent1"/>
          </a:effectRef>
          <a:fontRef idx="minor">
            <a:schemeClr val="tx1"/>
          </a:fontRef>
        </p:style>
      </p:cxnSp>
      <p:sp>
        <p:nvSpPr>
          <p:cNvPr id="40" name="Parallelogram 39">
            <a:extLst>
              <a:ext uri="{FF2B5EF4-FFF2-40B4-BE49-F238E27FC236}">
                <a16:creationId xmlns:a16="http://schemas.microsoft.com/office/drawing/2014/main" id="{F9DE0F9E-790F-A6AB-8FB2-90F6901344D8}"/>
              </a:ext>
            </a:extLst>
          </p:cNvPr>
          <p:cNvSpPr/>
          <p:nvPr/>
        </p:nvSpPr>
        <p:spPr>
          <a:xfrm>
            <a:off x="5163668" y="5213582"/>
            <a:ext cx="1869446" cy="654359"/>
          </a:xfrm>
          <a:prstGeom prst="parallelogram">
            <a:avLst/>
          </a:prstGeom>
        </p:spPr>
        <p:style>
          <a:lnRef idx="2">
            <a:schemeClr val="accent2"/>
          </a:lnRef>
          <a:fillRef idx="1">
            <a:schemeClr val="lt1"/>
          </a:fillRef>
          <a:effectRef idx="0">
            <a:schemeClr val="accent2"/>
          </a:effectRef>
          <a:fontRef idx="minor">
            <a:schemeClr val="dk1"/>
          </a:fontRef>
        </p:style>
        <p:txBody>
          <a:bodyPr rtlCol="0" anchor="ctr"/>
          <a:lstStyle/>
          <a:p>
            <a:pPr algn="ctr"/>
            <a:r>
              <a:rPr lang="en-US" dirty="0"/>
              <a:t>Log Hours</a:t>
            </a:r>
            <a:endParaRPr lang="en-US" dirty="0">
              <a:latin typeface="Calibri" panose="020F0502020204030204" pitchFamily="34" charset="0"/>
              <a:cs typeface="Calibri" panose="020F0502020204030204" pitchFamily="34" charset="0"/>
            </a:endParaRPr>
          </a:p>
        </p:txBody>
      </p:sp>
      <p:cxnSp>
        <p:nvCxnSpPr>
          <p:cNvPr id="41" name="Straight Connector 40">
            <a:extLst>
              <a:ext uri="{FF2B5EF4-FFF2-40B4-BE49-F238E27FC236}">
                <a16:creationId xmlns:a16="http://schemas.microsoft.com/office/drawing/2014/main" id="{957581A5-0A2F-00DE-6BE5-A3DDC7B696C7}"/>
              </a:ext>
            </a:extLst>
          </p:cNvPr>
          <p:cNvCxnSpPr>
            <a:cxnSpLocks/>
            <a:endCxn id="40" idx="5"/>
          </p:cNvCxnSpPr>
          <p:nvPr/>
        </p:nvCxnSpPr>
        <p:spPr>
          <a:xfrm>
            <a:off x="4698435" y="5540762"/>
            <a:ext cx="547028" cy="0"/>
          </a:xfrm>
          <a:prstGeom prst="line">
            <a:avLst/>
          </a:prstGeom>
          <a:ln>
            <a:headEnd type="none" w="med" len="med"/>
            <a:tailEnd type="arrow" w="med" len="med"/>
          </a:ln>
        </p:spPr>
        <p:style>
          <a:lnRef idx="2">
            <a:schemeClr val="accent1"/>
          </a:lnRef>
          <a:fillRef idx="0">
            <a:schemeClr val="accent1"/>
          </a:fillRef>
          <a:effectRef idx="1">
            <a:schemeClr val="accent1"/>
          </a:effectRef>
          <a:fontRef idx="minor">
            <a:schemeClr val="tx1"/>
          </a:fontRef>
        </p:style>
      </p:cxnSp>
      <p:cxnSp>
        <p:nvCxnSpPr>
          <p:cNvPr id="42" name="Straight Connector 41">
            <a:extLst>
              <a:ext uri="{FF2B5EF4-FFF2-40B4-BE49-F238E27FC236}">
                <a16:creationId xmlns:a16="http://schemas.microsoft.com/office/drawing/2014/main" id="{51C517EC-B9EB-F74C-A23F-AEB290BFF0F3}"/>
              </a:ext>
            </a:extLst>
          </p:cNvPr>
          <p:cNvCxnSpPr>
            <a:cxnSpLocks/>
          </p:cNvCxnSpPr>
          <p:nvPr/>
        </p:nvCxnSpPr>
        <p:spPr>
          <a:xfrm flipH="1">
            <a:off x="4847895" y="5717850"/>
            <a:ext cx="324319" cy="0"/>
          </a:xfrm>
          <a:prstGeom prst="line">
            <a:avLst/>
          </a:prstGeom>
          <a:ln>
            <a:headEnd type="none" w="med" len="med"/>
            <a:tailEnd type="arrow" w="med" len="med"/>
          </a:ln>
        </p:spPr>
        <p:style>
          <a:lnRef idx="2">
            <a:schemeClr val="accent1"/>
          </a:lnRef>
          <a:fillRef idx="0">
            <a:schemeClr val="accent1"/>
          </a:fillRef>
          <a:effectRef idx="1">
            <a:schemeClr val="accent1"/>
          </a:effectRef>
          <a:fontRef idx="minor">
            <a:schemeClr val="tx1"/>
          </a:fontRef>
        </p:style>
      </p:cxnSp>
      <p:sp>
        <p:nvSpPr>
          <p:cNvPr id="43" name="TextBox 42">
            <a:extLst>
              <a:ext uri="{FF2B5EF4-FFF2-40B4-BE49-F238E27FC236}">
                <a16:creationId xmlns:a16="http://schemas.microsoft.com/office/drawing/2014/main" id="{7F39DC0C-3B6C-FB47-5999-6B60F9411510}"/>
              </a:ext>
            </a:extLst>
          </p:cNvPr>
          <p:cNvSpPr txBox="1"/>
          <p:nvPr/>
        </p:nvSpPr>
        <p:spPr>
          <a:xfrm>
            <a:off x="3921913" y="3182284"/>
            <a:ext cx="543739" cy="338554"/>
          </a:xfrm>
          <a:prstGeom prst="rect">
            <a:avLst/>
          </a:prstGeom>
          <a:noFill/>
        </p:spPr>
        <p:txBody>
          <a:bodyPr wrap="none" rtlCol="0">
            <a:spAutoFit/>
          </a:bodyPr>
          <a:lstStyle/>
          <a:p>
            <a:r>
              <a:rPr lang="en-US" sz="1600" dirty="0">
                <a:solidFill>
                  <a:prstClr val="black"/>
                </a:solidFill>
                <a:latin typeface="Calibri" panose="020F0502020204030204" pitchFamily="34" charset="0"/>
                <a:cs typeface="Calibri" panose="020F0502020204030204" pitchFamily="34" charset="0"/>
              </a:rPr>
              <a:t>click</a:t>
            </a:r>
          </a:p>
        </p:txBody>
      </p:sp>
    </p:spTree>
    <p:extLst>
      <p:ext uri="{BB962C8B-B14F-4D97-AF65-F5344CB8AC3E}">
        <p14:creationId xmlns:p14="http://schemas.microsoft.com/office/powerpoint/2010/main" val="3723455856"/>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D5F6F77-5BE1-517C-3BD2-6AE5CF281119}"/>
            </a:ext>
          </a:extLst>
        </p:cNvPr>
        <p:cNvGrpSpPr/>
        <p:nvPr/>
      </p:nvGrpSpPr>
      <p:grpSpPr>
        <a:xfrm>
          <a:off x="0" y="0"/>
          <a:ext cx="0" cy="0"/>
          <a:chOff x="0" y="0"/>
          <a:chExt cx="0" cy="0"/>
        </a:xfrm>
      </p:grpSpPr>
      <p:sp>
        <p:nvSpPr>
          <p:cNvPr id="4" name="Google Shape;135;p26">
            <a:extLst>
              <a:ext uri="{FF2B5EF4-FFF2-40B4-BE49-F238E27FC236}">
                <a16:creationId xmlns:a16="http://schemas.microsoft.com/office/drawing/2014/main" id="{A96E6479-5C43-A5C2-8E9E-FF9C8B3A0D5B}"/>
              </a:ext>
            </a:extLst>
          </p:cNvPr>
          <p:cNvSpPr txBox="1">
            <a:spLocks/>
          </p:cNvSpPr>
          <p:nvPr/>
        </p:nvSpPr>
        <p:spPr>
          <a:xfrm>
            <a:off x="426631" y="258833"/>
            <a:ext cx="11338737" cy="1143000"/>
          </a:xfrm>
          <a:prstGeom prst="rect">
            <a:avLst/>
          </a:prstGeom>
          <a:noFill/>
          <a:ln>
            <a:noFill/>
          </a:ln>
        </p:spPr>
        <p:txBody>
          <a:bodyPr spcFirstLastPara="1" wrap="square" lIns="107269" tIns="53620" rIns="107269" bIns="53620" anchor="ctr" anchorCtr="0">
            <a:noAutofit/>
          </a:bodyPr>
          <a:lstStyle>
            <a:defPPr marR="0" lvl="0" algn="l" rtl="0">
              <a:lnSpc>
                <a:spcPct val="100000"/>
              </a:lnSpc>
              <a:spcBef>
                <a:spcPts val="0"/>
              </a:spcBef>
              <a:spcAft>
                <a:spcPts val="0"/>
              </a:spcAft>
            </a:defPPr>
            <a:lvl1pPr marR="0" lvl="0" algn="ctr" rtl="0">
              <a:lnSpc>
                <a:spcPct val="100000"/>
              </a:lnSpc>
              <a:spcBef>
                <a:spcPts val="0"/>
              </a:spcBef>
              <a:spcAft>
                <a:spcPts val="0"/>
              </a:spcAft>
              <a:buClr>
                <a:schemeClr val="dk1"/>
              </a:buClr>
              <a:buSzPts val="1800"/>
              <a:buFont typeface="Calibri"/>
              <a:buNone/>
              <a:defRPr sz="44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9pPr>
          </a:lstStyle>
          <a:p>
            <a:r>
              <a:rPr lang="en-US" noProof="1"/>
              <a:t>Components</a:t>
            </a:r>
          </a:p>
        </p:txBody>
      </p:sp>
      <p:sp>
        <p:nvSpPr>
          <p:cNvPr id="5" name="Google Shape;136;p26">
            <a:extLst>
              <a:ext uri="{FF2B5EF4-FFF2-40B4-BE49-F238E27FC236}">
                <a16:creationId xmlns:a16="http://schemas.microsoft.com/office/drawing/2014/main" id="{A159ABF4-F961-7978-1356-84B1748C90E3}"/>
              </a:ext>
            </a:extLst>
          </p:cNvPr>
          <p:cNvSpPr txBox="1">
            <a:spLocks/>
          </p:cNvSpPr>
          <p:nvPr/>
        </p:nvSpPr>
        <p:spPr>
          <a:xfrm>
            <a:off x="426632" y="1401833"/>
            <a:ext cx="2834684" cy="5331476"/>
          </a:xfrm>
          <a:prstGeom prst="rect">
            <a:avLst/>
          </a:prstGeom>
          <a:noFill/>
          <a:ln>
            <a:noFill/>
          </a:ln>
        </p:spPr>
        <p:txBody>
          <a:bodyPr spcFirstLastPara="1" wrap="square" lIns="107269" tIns="53620" rIns="107269" bIns="53620" anchor="t" anchorCtr="0">
            <a:noAutofit/>
          </a:bodyPr>
          <a:lstStyle>
            <a:defPPr marR="0" lvl="0" algn="l" rtl="0">
              <a:lnSpc>
                <a:spcPct val="100000"/>
              </a:lnSpc>
              <a:spcBef>
                <a:spcPts val="0"/>
              </a:spcBef>
              <a:spcAft>
                <a:spcPts val="0"/>
              </a:spcAft>
            </a:defPPr>
            <a:lvl1pPr marL="536433" marR="0" lvl="0" indent="-402325" algn="l" rtl="0">
              <a:lnSpc>
                <a:spcPct val="100000"/>
              </a:lnSpc>
              <a:spcBef>
                <a:spcPts val="422"/>
              </a:spcBef>
              <a:spcAft>
                <a:spcPts val="0"/>
              </a:spcAft>
              <a:buClr>
                <a:schemeClr val="dk1"/>
              </a:buClr>
              <a:buSzPts val="1800"/>
              <a:buFont typeface="Arial"/>
              <a:buChar char="•"/>
              <a:defRPr sz="3200" b="0" i="0" u="none" strike="noStrike" cap="none">
                <a:solidFill>
                  <a:schemeClr val="dk1"/>
                </a:solidFill>
                <a:latin typeface="Calibri"/>
                <a:ea typeface="Calibri"/>
                <a:cs typeface="Calibri"/>
                <a:sym typeface="Calibri"/>
              </a:defRPr>
            </a:lvl1pPr>
            <a:lvl2pPr marL="1072866" marR="0" lvl="1" indent="-402325" algn="l" rtl="0">
              <a:lnSpc>
                <a:spcPct val="100000"/>
              </a:lnSpc>
              <a:spcBef>
                <a:spcPts val="422"/>
              </a:spcBef>
              <a:spcAft>
                <a:spcPts val="0"/>
              </a:spcAft>
              <a:buClr>
                <a:schemeClr val="dk1"/>
              </a:buClr>
              <a:buSzPts val="1800"/>
              <a:buFont typeface="Arial"/>
              <a:buChar char="–"/>
              <a:defRPr sz="2800" b="0" i="0" u="none" strike="noStrike" cap="none">
                <a:solidFill>
                  <a:schemeClr val="dk1"/>
                </a:solidFill>
                <a:latin typeface="Calibri"/>
                <a:ea typeface="Calibri"/>
                <a:cs typeface="Calibri"/>
                <a:sym typeface="Calibri"/>
              </a:defRPr>
            </a:lvl2pPr>
            <a:lvl3pPr marL="1609298" marR="0" lvl="2" indent="-402325" algn="l" rtl="0">
              <a:lnSpc>
                <a:spcPct val="100000"/>
              </a:lnSpc>
              <a:spcBef>
                <a:spcPts val="422"/>
              </a:spcBef>
              <a:spcAft>
                <a:spcPts val="0"/>
              </a:spcAft>
              <a:buClr>
                <a:schemeClr val="dk1"/>
              </a:buClr>
              <a:buSzPts val="1800"/>
              <a:buFont typeface="Arial"/>
              <a:buChar char="•"/>
              <a:defRPr sz="2400" b="0" i="0" u="none" strike="noStrike" cap="none">
                <a:solidFill>
                  <a:schemeClr val="dk1"/>
                </a:solidFill>
                <a:latin typeface="Calibri"/>
                <a:ea typeface="Calibri"/>
                <a:cs typeface="Calibri"/>
                <a:sym typeface="Calibri"/>
              </a:defRPr>
            </a:lvl3pPr>
            <a:lvl4pPr marL="2145731" marR="0" lvl="3"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4pPr>
            <a:lvl5pPr marL="2682164" marR="0" lvl="4"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5pPr>
            <a:lvl6pPr marL="3218597" marR="0" lvl="5"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6pPr>
            <a:lvl7pPr marL="3755029" marR="0" lvl="6"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7pPr>
            <a:lvl8pPr marL="4291462" marR="0" lvl="7"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8pPr>
            <a:lvl9pPr marL="4827895" marR="0" lvl="8"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9pPr>
          </a:lstStyle>
          <a:p>
            <a:pPr marL="0" indent="0" algn="just">
              <a:spcBef>
                <a:spcPts val="0"/>
              </a:spcBef>
              <a:buClr>
                <a:srgbClr val="000000"/>
              </a:buClr>
              <a:buSzPts val="1100"/>
              <a:buNone/>
            </a:pPr>
            <a:r>
              <a:rPr lang="en-US" sz="1700" kern="0" noProof="1">
                <a:solidFill>
                  <a:schemeClr val="tx1"/>
                </a:solidFill>
              </a:rPr>
              <a:t>Model objects</a:t>
            </a:r>
          </a:p>
          <a:p>
            <a:pPr marL="0" indent="0" algn="just">
              <a:spcBef>
                <a:spcPts val="0"/>
              </a:spcBef>
              <a:buClr>
                <a:srgbClr val="000000"/>
              </a:buClr>
              <a:buSzPts val="1100"/>
              <a:buNone/>
            </a:pPr>
            <a:r>
              <a:rPr lang="en-US" sz="1700" kern="0" noProof="1">
                <a:solidFill>
                  <a:schemeClr val="tx1"/>
                </a:solidFill>
              </a:rPr>
              <a:t>Entity beans</a:t>
            </a:r>
          </a:p>
          <a:p>
            <a:pPr marL="285750" indent="-285750" algn="just">
              <a:spcBef>
                <a:spcPts val="0"/>
              </a:spcBef>
              <a:buClr>
                <a:srgbClr val="000000"/>
              </a:buClr>
              <a:buSzPts val="1100"/>
            </a:pPr>
            <a:r>
              <a:rPr lang="en-US" sz="1500" kern="0" noProof="1">
                <a:solidFill>
                  <a:schemeClr val="tx1"/>
                </a:solidFill>
              </a:rPr>
              <a:t>Project</a:t>
            </a:r>
          </a:p>
          <a:p>
            <a:pPr marL="285750" indent="-285750" algn="just">
              <a:spcBef>
                <a:spcPts val="0"/>
              </a:spcBef>
              <a:buClr>
                <a:srgbClr val="000000"/>
              </a:buClr>
              <a:buSzPts val="1100"/>
            </a:pPr>
            <a:r>
              <a:rPr lang="en-US" sz="1500" kern="0" noProof="1">
                <a:solidFill>
                  <a:schemeClr val="tx1"/>
                </a:solidFill>
              </a:rPr>
              <a:t>Task</a:t>
            </a:r>
          </a:p>
          <a:p>
            <a:pPr marL="285750" indent="-285750" algn="just">
              <a:spcBef>
                <a:spcPts val="0"/>
              </a:spcBef>
              <a:buClr>
                <a:srgbClr val="000000"/>
              </a:buClr>
              <a:buSzPts val="1100"/>
            </a:pPr>
            <a:r>
              <a:rPr lang="en-US" sz="1500" kern="0" noProof="1">
                <a:solidFill>
                  <a:schemeClr val="tx1"/>
                </a:solidFill>
              </a:rPr>
              <a:t>User</a:t>
            </a:r>
          </a:p>
          <a:p>
            <a:pPr marL="285750" indent="-285750" algn="just">
              <a:spcBef>
                <a:spcPts val="0"/>
              </a:spcBef>
              <a:buClr>
                <a:srgbClr val="000000"/>
              </a:buClr>
              <a:buSzPts val="1100"/>
            </a:pPr>
            <a:r>
              <a:rPr lang="en-US" sz="1500" kern="0" noProof="1">
                <a:solidFill>
                  <a:schemeClr val="tx1"/>
                </a:solidFill>
              </a:rPr>
              <a:t>WP</a:t>
            </a:r>
          </a:p>
          <a:p>
            <a:pPr marL="0" indent="0" algn="just">
              <a:spcBef>
                <a:spcPts val="1200"/>
              </a:spcBef>
              <a:buClr>
                <a:srgbClr val="000000"/>
              </a:buClr>
              <a:buSzPts val="1100"/>
              <a:buNone/>
            </a:pPr>
            <a:r>
              <a:rPr lang="en-US" sz="1700" kern="0" noProof="1">
                <a:solidFill>
                  <a:schemeClr val="tx1"/>
                </a:solidFill>
              </a:rPr>
              <a:t>Enums</a:t>
            </a:r>
          </a:p>
          <a:p>
            <a:pPr marL="285750" indent="-285750" algn="just">
              <a:spcBef>
                <a:spcPts val="0"/>
              </a:spcBef>
              <a:buClr>
                <a:srgbClr val="000000"/>
              </a:buClr>
              <a:buSzPts val="1100"/>
            </a:pPr>
            <a:r>
              <a:rPr lang="en-US" sz="1500" kern="0" noProof="1">
                <a:solidFill>
                  <a:schemeClr val="tx1"/>
                </a:solidFill>
              </a:rPr>
              <a:t>ProjectStatus</a:t>
            </a:r>
          </a:p>
          <a:p>
            <a:pPr marL="285750" indent="-285750" algn="just">
              <a:spcBef>
                <a:spcPts val="0"/>
              </a:spcBef>
              <a:buClr>
                <a:srgbClr val="000000"/>
              </a:buClr>
              <a:buSzPts val="1100"/>
            </a:pPr>
            <a:r>
              <a:rPr lang="en-US" sz="1500" kern="0" noProof="1">
                <a:solidFill>
                  <a:schemeClr val="tx1"/>
                </a:solidFill>
              </a:rPr>
              <a:t>UserRole</a:t>
            </a:r>
          </a:p>
          <a:p>
            <a:pPr marL="0" indent="0" algn="just">
              <a:spcBef>
                <a:spcPts val="1200"/>
              </a:spcBef>
              <a:buClr>
                <a:srgbClr val="000000"/>
              </a:buClr>
              <a:buSzPts val="1100"/>
              <a:buNone/>
            </a:pPr>
            <a:r>
              <a:rPr lang="en-US" sz="1700" kern="0" noProof="1">
                <a:solidFill>
                  <a:schemeClr val="tx1"/>
                </a:solidFill>
              </a:rPr>
              <a:t>Login bean</a:t>
            </a:r>
          </a:p>
          <a:p>
            <a:pPr marL="285750" indent="-285750" algn="just">
              <a:spcBef>
                <a:spcPts val="0"/>
              </a:spcBef>
              <a:buClr>
                <a:srgbClr val="000000"/>
              </a:buClr>
              <a:buSzPts val="1100"/>
            </a:pPr>
            <a:r>
              <a:rPr lang="en-US" sz="1500" kern="0" noProof="1">
                <a:solidFill>
                  <a:schemeClr val="tx1"/>
                </a:solidFill>
              </a:rPr>
              <a:t>UserLogin</a:t>
            </a:r>
          </a:p>
          <a:p>
            <a:pPr marL="0" indent="0" algn="just">
              <a:spcBef>
                <a:spcPts val="1200"/>
              </a:spcBef>
              <a:buClr>
                <a:srgbClr val="000000"/>
              </a:buClr>
              <a:buSzPts val="1100"/>
              <a:buNone/>
            </a:pPr>
            <a:r>
              <a:rPr lang="en-US" sz="1700" kern="0" noProof="1">
                <a:solidFill>
                  <a:schemeClr val="tx1"/>
                </a:solidFill>
              </a:rPr>
              <a:t>Report beans</a:t>
            </a:r>
          </a:p>
          <a:p>
            <a:pPr marL="285750" indent="-285750" algn="just">
              <a:spcBef>
                <a:spcPts val="0"/>
              </a:spcBef>
              <a:buClr>
                <a:srgbClr val="000000"/>
              </a:buClr>
              <a:buSzPts val="1100"/>
            </a:pPr>
            <a:r>
              <a:rPr lang="en-US" sz="1500" kern="0" noProof="1">
                <a:solidFill>
                  <a:schemeClr val="tx1"/>
                </a:solidFill>
              </a:rPr>
              <a:t>ProjectMonthlyReport</a:t>
            </a:r>
          </a:p>
          <a:p>
            <a:pPr marL="285750" indent="-285750" algn="just">
              <a:spcBef>
                <a:spcPts val="0"/>
              </a:spcBef>
              <a:buClr>
                <a:srgbClr val="000000"/>
              </a:buClr>
              <a:buSzPts val="1100"/>
            </a:pPr>
            <a:r>
              <a:rPr lang="en-US" sz="1500" kern="0" noProof="1">
                <a:solidFill>
                  <a:schemeClr val="tx1"/>
                </a:solidFill>
              </a:rPr>
              <a:t>ProjectStructure</a:t>
            </a:r>
          </a:p>
          <a:p>
            <a:pPr marL="285750" indent="-285750" algn="just">
              <a:spcBef>
                <a:spcPts val="0"/>
              </a:spcBef>
              <a:buClr>
                <a:srgbClr val="000000"/>
              </a:buClr>
              <a:buSzPts val="1100"/>
            </a:pPr>
            <a:r>
              <a:rPr lang="en-US" sz="1500" kern="0" noProof="1">
                <a:solidFill>
                  <a:schemeClr val="tx1"/>
                </a:solidFill>
              </a:rPr>
              <a:t>TaskMonthlyReport</a:t>
            </a:r>
          </a:p>
          <a:p>
            <a:pPr marL="285750" indent="-285750" algn="just">
              <a:spcBef>
                <a:spcPts val="0"/>
              </a:spcBef>
              <a:buClr>
                <a:srgbClr val="000000"/>
              </a:buClr>
              <a:buSzPts val="1100"/>
            </a:pPr>
            <a:r>
              <a:rPr lang="en-US" sz="1500" kern="0" noProof="1">
                <a:solidFill>
                  <a:schemeClr val="tx1"/>
                </a:solidFill>
              </a:rPr>
              <a:t>TaskWithHours</a:t>
            </a:r>
          </a:p>
          <a:p>
            <a:pPr marL="285750" indent="-285750" algn="just">
              <a:spcBef>
                <a:spcPts val="0"/>
              </a:spcBef>
              <a:buClr>
                <a:srgbClr val="000000"/>
              </a:buClr>
              <a:buSzPts val="1100"/>
            </a:pPr>
            <a:r>
              <a:rPr lang="en-US" sz="1500" kern="0" noProof="1">
                <a:solidFill>
                  <a:schemeClr val="tx1"/>
                </a:solidFill>
              </a:rPr>
              <a:t>WPMonthlyReport</a:t>
            </a:r>
          </a:p>
          <a:p>
            <a:pPr marL="285750" indent="-285750" algn="just">
              <a:spcBef>
                <a:spcPts val="0"/>
              </a:spcBef>
              <a:buClr>
                <a:srgbClr val="000000"/>
              </a:buClr>
              <a:buSzPts val="1100"/>
            </a:pPr>
            <a:r>
              <a:rPr lang="en-US" sz="1500" kern="0" noProof="1">
                <a:solidFill>
                  <a:schemeClr val="tx1"/>
                </a:solidFill>
              </a:rPr>
              <a:t>WPWithTasks</a:t>
            </a:r>
          </a:p>
          <a:p>
            <a:pPr marL="285750" indent="-285750" algn="just">
              <a:spcBef>
                <a:spcPts val="0"/>
              </a:spcBef>
              <a:buClr>
                <a:srgbClr val="000000"/>
              </a:buClr>
              <a:buSzPts val="1100"/>
            </a:pPr>
            <a:endParaRPr lang="en-US" sz="1500" kern="0" noProof="1">
              <a:solidFill>
                <a:schemeClr val="tx1"/>
              </a:solidFill>
            </a:endParaRPr>
          </a:p>
          <a:p>
            <a:pPr marL="285750" indent="-285750" algn="just">
              <a:spcBef>
                <a:spcPts val="0"/>
              </a:spcBef>
              <a:buClr>
                <a:srgbClr val="000000"/>
              </a:buClr>
              <a:buSzPts val="1100"/>
            </a:pPr>
            <a:endParaRPr lang="en-US" sz="1500" kern="0" noProof="1">
              <a:solidFill>
                <a:schemeClr val="tx1"/>
              </a:solidFill>
            </a:endParaRPr>
          </a:p>
        </p:txBody>
      </p:sp>
      <p:sp>
        <p:nvSpPr>
          <p:cNvPr id="2" name="Google Shape;136;p26">
            <a:extLst>
              <a:ext uri="{FF2B5EF4-FFF2-40B4-BE49-F238E27FC236}">
                <a16:creationId xmlns:a16="http://schemas.microsoft.com/office/drawing/2014/main" id="{3FA0DE2D-9C85-BDB9-F799-765D26915BE6}"/>
              </a:ext>
            </a:extLst>
          </p:cNvPr>
          <p:cNvSpPr txBox="1">
            <a:spLocks/>
          </p:cNvSpPr>
          <p:nvPr/>
        </p:nvSpPr>
        <p:spPr>
          <a:xfrm>
            <a:off x="2905570" y="1400535"/>
            <a:ext cx="8859798" cy="2445072"/>
          </a:xfrm>
          <a:prstGeom prst="rect">
            <a:avLst/>
          </a:prstGeom>
          <a:noFill/>
          <a:ln>
            <a:noFill/>
          </a:ln>
        </p:spPr>
        <p:txBody>
          <a:bodyPr spcFirstLastPara="1" wrap="square" lIns="107269" tIns="53620" rIns="107269" bIns="53620" anchor="t" anchorCtr="0">
            <a:noAutofit/>
          </a:bodyPr>
          <a:lstStyle>
            <a:defPPr marR="0" lvl="0" algn="l" rtl="0">
              <a:lnSpc>
                <a:spcPct val="100000"/>
              </a:lnSpc>
              <a:spcBef>
                <a:spcPts val="0"/>
              </a:spcBef>
              <a:spcAft>
                <a:spcPts val="0"/>
              </a:spcAft>
            </a:defPPr>
            <a:lvl1pPr marL="536433" marR="0" lvl="0" indent="-402325" algn="l" rtl="0">
              <a:lnSpc>
                <a:spcPct val="100000"/>
              </a:lnSpc>
              <a:spcBef>
                <a:spcPts val="422"/>
              </a:spcBef>
              <a:spcAft>
                <a:spcPts val="0"/>
              </a:spcAft>
              <a:buClr>
                <a:schemeClr val="dk1"/>
              </a:buClr>
              <a:buSzPts val="1800"/>
              <a:buFont typeface="Arial"/>
              <a:buChar char="•"/>
              <a:defRPr sz="3200" b="0" i="0" u="none" strike="noStrike" cap="none">
                <a:solidFill>
                  <a:schemeClr val="dk1"/>
                </a:solidFill>
                <a:latin typeface="Calibri"/>
                <a:ea typeface="Calibri"/>
                <a:cs typeface="Calibri"/>
                <a:sym typeface="Calibri"/>
              </a:defRPr>
            </a:lvl1pPr>
            <a:lvl2pPr marL="1072866" marR="0" lvl="1" indent="-402325" algn="l" rtl="0">
              <a:lnSpc>
                <a:spcPct val="100000"/>
              </a:lnSpc>
              <a:spcBef>
                <a:spcPts val="422"/>
              </a:spcBef>
              <a:spcAft>
                <a:spcPts val="0"/>
              </a:spcAft>
              <a:buClr>
                <a:schemeClr val="dk1"/>
              </a:buClr>
              <a:buSzPts val="1800"/>
              <a:buFont typeface="Arial"/>
              <a:buChar char="–"/>
              <a:defRPr sz="2800" b="0" i="0" u="none" strike="noStrike" cap="none">
                <a:solidFill>
                  <a:schemeClr val="dk1"/>
                </a:solidFill>
                <a:latin typeface="Calibri"/>
                <a:ea typeface="Calibri"/>
                <a:cs typeface="Calibri"/>
                <a:sym typeface="Calibri"/>
              </a:defRPr>
            </a:lvl2pPr>
            <a:lvl3pPr marL="1609298" marR="0" lvl="2" indent="-402325" algn="l" rtl="0">
              <a:lnSpc>
                <a:spcPct val="100000"/>
              </a:lnSpc>
              <a:spcBef>
                <a:spcPts val="422"/>
              </a:spcBef>
              <a:spcAft>
                <a:spcPts val="0"/>
              </a:spcAft>
              <a:buClr>
                <a:schemeClr val="dk1"/>
              </a:buClr>
              <a:buSzPts val="1800"/>
              <a:buFont typeface="Arial"/>
              <a:buChar char="•"/>
              <a:defRPr sz="2400" b="0" i="0" u="none" strike="noStrike" cap="none">
                <a:solidFill>
                  <a:schemeClr val="dk1"/>
                </a:solidFill>
                <a:latin typeface="Calibri"/>
                <a:ea typeface="Calibri"/>
                <a:cs typeface="Calibri"/>
                <a:sym typeface="Calibri"/>
              </a:defRPr>
            </a:lvl3pPr>
            <a:lvl4pPr marL="2145731" marR="0" lvl="3"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4pPr>
            <a:lvl5pPr marL="2682164" marR="0" lvl="4"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5pPr>
            <a:lvl6pPr marL="3218597" marR="0" lvl="5"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6pPr>
            <a:lvl7pPr marL="3755029" marR="0" lvl="6"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7pPr>
            <a:lvl8pPr marL="4291462" marR="0" lvl="7"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8pPr>
            <a:lvl9pPr marL="4827895" marR="0" lvl="8"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9pPr>
          </a:lstStyle>
          <a:p>
            <a:pPr marL="0" indent="0">
              <a:spcBef>
                <a:spcPts val="0"/>
              </a:spcBef>
              <a:buClr>
                <a:srgbClr val="000000"/>
              </a:buClr>
              <a:buSzPts val="1100"/>
              <a:buNone/>
            </a:pPr>
            <a:r>
              <a:rPr lang="en-US" sz="1700" kern="0" noProof="1">
                <a:solidFill>
                  <a:schemeClr val="tx1"/>
                </a:solidFill>
              </a:rPr>
              <a:t>Data Access Objects (Classes)</a:t>
            </a:r>
          </a:p>
          <a:p>
            <a:pPr marL="285750" indent="-285750">
              <a:spcBef>
                <a:spcPts val="600"/>
              </a:spcBef>
              <a:buClr>
                <a:srgbClr val="000000"/>
              </a:buClr>
              <a:buSzPts val="1100"/>
            </a:pPr>
            <a:r>
              <a:rPr lang="en-US" sz="1500" kern="0" noProof="1">
                <a:solidFill>
                  <a:schemeClr val="tx1"/>
                </a:solidFill>
              </a:rPr>
              <a:t>UserDAO: autenticazione, recupero utenti ruoli.</a:t>
            </a:r>
          </a:p>
          <a:p>
            <a:pPr marL="285750" indent="-285750">
              <a:spcBef>
                <a:spcPts val="600"/>
              </a:spcBef>
              <a:buClr>
                <a:srgbClr val="000000"/>
              </a:buClr>
              <a:buSzPts val="1100"/>
            </a:pPr>
            <a:r>
              <a:rPr lang="en-US" sz="1500" kern="0" noProof="1">
                <a:solidFill>
                  <a:schemeClr val="tx1"/>
                </a:solidFill>
              </a:rPr>
              <a:t>ProjectDAO: creazione progetto, recupero per admin/manager/collaborator, cambio stato, controlli di assegnabilità e conclusione.</a:t>
            </a:r>
          </a:p>
          <a:p>
            <a:pPr marL="285750" indent="-285750">
              <a:spcBef>
                <a:spcPts val="600"/>
              </a:spcBef>
              <a:buClr>
                <a:srgbClr val="000000"/>
              </a:buClr>
              <a:buSzPts val="1100"/>
            </a:pPr>
            <a:r>
              <a:rPr lang="en-US" sz="1500" kern="0" noProof="1">
                <a:solidFill>
                  <a:schemeClr val="tx1"/>
                </a:solidFill>
              </a:rPr>
              <a:t>WPDAO: creazione WP e recupero WP per progetto, admin, manager e collaborator.</a:t>
            </a:r>
          </a:p>
          <a:p>
            <a:pPr marL="285750" indent="-285750">
              <a:spcBef>
                <a:spcPts val="600"/>
              </a:spcBef>
              <a:buClr>
                <a:srgbClr val="000000"/>
              </a:buClr>
              <a:buSzPts val="1100"/>
            </a:pPr>
            <a:r>
              <a:rPr lang="en-US" sz="1500" kern="0" noProof="1">
                <a:solidFill>
                  <a:schemeClr val="tx1"/>
                </a:solidFill>
              </a:rPr>
              <a:t>TaskDAO: creazione task, recupero task assegnati o gestiti, gestione collaborators assegnati ai task.</a:t>
            </a:r>
          </a:p>
          <a:p>
            <a:pPr marL="285750" indent="-285750">
              <a:spcBef>
                <a:spcPts val="600"/>
              </a:spcBef>
              <a:buClr>
                <a:srgbClr val="000000"/>
              </a:buClr>
              <a:buSzPts val="1100"/>
            </a:pPr>
            <a:r>
              <a:rPr lang="en-US" sz="1500" kern="0" noProof="1">
                <a:solidFill>
                  <a:schemeClr val="tx1"/>
                </a:solidFill>
              </a:rPr>
              <a:t>TaskHoursDAO: lettura/scrittura ore previste e lavorate.</a:t>
            </a:r>
          </a:p>
          <a:p>
            <a:pPr marL="285750" indent="-285750">
              <a:spcBef>
                <a:spcPts val="600"/>
              </a:spcBef>
              <a:buClr>
                <a:srgbClr val="000000"/>
              </a:buClr>
              <a:buSzPts val="1100"/>
            </a:pPr>
            <a:r>
              <a:rPr lang="en-US" sz="1500" kern="0" noProof="1">
                <a:solidFill>
                  <a:schemeClr val="tx1"/>
                </a:solidFill>
              </a:rPr>
              <a:t>ProjectReportDAO: costruzione dei report gerarchici e mensili.</a:t>
            </a:r>
          </a:p>
          <a:p>
            <a:pPr marL="0" indent="0">
              <a:spcBef>
                <a:spcPts val="0"/>
              </a:spcBef>
              <a:buClr>
                <a:srgbClr val="000000"/>
              </a:buClr>
              <a:buSzPts val="1100"/>
              <a:buNone/>
            </a:pPr>
            <a:endParaRPr lang="en-US" sz="1500" kern="0" noProof="1">
              <a:solidFill>
                <a:schemeClr val="tx1"/>
              </a:solidFill>
            </a:endParaRPr>
          </a:p>
        </p:txBody>
      </p:sp>
      <p:sp>
        <p:nvSpPr>
          <p:cNvPr id="7" name="Google Shape;136;p26">
            <a:extLst>
              <a:ext uri="{FF2B5EF4-FFF2-40B4-BE49-F238E27FC236}">
                <a16:creationId xmlns:a16="http://schemas.microsoft.com/office/drawing/2014/main" id="{DECB2DE5-C4D2-C1B5-2E56-F86BA1EA7323}"/>
              </a:ext>
            </a:extLst>
          </p:cNvPr>
          <p:cNvSpPr txBox="1">
            <a:spLocks/>
          </p:cNvSpPr>
          <p:nvPr/>
        </p:nvSpPr>
        <p:spPr>
          <a:xfrm>
            <a:off x="2905570" y="4153255"/>
            <a:ext cx="8859798" cy="2137423"/>
          </a:xfrm>
          <a:prstGeom prst="rect">
            <a:avLst/>
          </a:prstGeom>
          <a:noFill/>
          <a:ln>
            <a:noFill/>
          </a:ln>
        </p:spPr>
        <p:txBody>
          <a:bodyPr spcFirstLastPara="1" wrap="square" lIns="107269" tIns="53620" rIns="107269" bIns="53620" anchor="t" anchorCtr="0">
            <a:noAutofit/>
          </a:bodyPr>
          <a:lstStyle>
            <a:defPPr marR="0" lvl="0" algn="l" rtl="0">
              <a:lnSpc>
                <a:spcPct val="100000"/>
              </a:lnSpc>
              <a:spcBef>
                <a:spcPts val="0"/>
              </a:spcBef>
              <a:spcAft>
                <a:spcPts val="0"/>
              </a:spcAft>
            </a:defPPr>
            <a:lvl1pPr marL="536433" marR="0" lvl="0" indent="-402325" algn="l" rtl="0">
              <a:lnSpc>
                <a:spcPct val="100000"/>
              </a:lnSpc>
              <a:spcBef>
                <a:spcPts val="422"/>
              </a:spcBef>
              <a:spcAft>
                <a:spcPts val="0"/>
              </a:spcAft>
              <a:buClr>
                <a:schemeClr val="dk1"/>
              </a:buClr>
              <a:buSzPts val="1800"/>
              <a:buFont typeface="Arial"/>
              <a:buChar char="•"/>
              <a:defRPr sz="3200" b="0" i="0" u="none" strike="noStrike" cap="none">
                <a:solidFill>
                  <a:schemeClr val="dk1"/>
                </a:solidFill>
                <a:latin typeface="Calibri"/>
                <a:ea typeface="Calibri"/>
                <a:cs typeface="Calibri"/>
                <a:sym typeface="Calibri"/>
              </a:defRPr>
            </a:lvl1pPr>
            <a:lvl2pPr marL="1072866" marR="0" lvl="1" indent="-402325" algn="l" rtl="0">
              <a:lnSpc>
                <a:spcPct val="100000"/>
              </a:lnSpc>
              <a:spcBef>
                <a:spcPts val="422"/>
              </a:spcBef>
              <a:spcAft>
                <a:spcPts val="0"/>
              </a:spcAft>
              <a:buClr>
                <a:schemeClr val="dk1"/>
              </a:buClr>
              <a:buSzPts val="1800"/>
              <a:buFont typeface="Arial"/>
              <a:buChar char="–"/>
              <a:defRPr sz="2800" b="0" i="0" u="none" strike="noStrike" cap="none">
                <a:solidFill>
                  <a:schemeClr val="dk1"/>
                </a:solidFill>
                <a:latin typeface="Calibri"/>
                <a:ea typeface="Calibri"/>
                <a:cs typeface="Calibri"/>
                <a:sym typeface="Calibri"/>
              </a:defRPr>
            </a:lvl2pPr>
            <a:lvl3pPr marL="1609298" marR="0" lvl="2" indent="-402325" algn="l" rtl="0">
              <a:lnSpc>
                <a:spcPct val="100000"/>
              </a:lnSpc>
              <a:spcBef>
                <a:spcPts val="422"/>
              </a:spcBef>
              <a:spcAft>
                <a:spcPts val="0"/>
              </a:spcAft>
              <a:buClr>
                <a:schemeClr val="dk1"/>
              </a:buClr>
              <a:buSzPts val="1800"/>
              <a:buFont typeface="Arial"/>
              <a:buChar char="•"/>
              <a:defRPr sz="2400" b="0" i="0" u="none" strike="noStrike" cap="none">
                <a:solidFill>
                  <a:schemeClr val="dk1"/>
                </a:solidFill>
                <a:latin typeface="Calibri"/>
                <a:ea typeface="Calibri"/>
                <a:cs typeface="Calibri"/>
                <a:sym typeface="Calibri"/>
              </a:defRPr>
            </a:lvl3pPr>
            <a:lvl4pPr marL="2145731" marR="0" lvl="3"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4pPr>
            <a:lvl5pPr marL="2682164" marR="0" lvl="4"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5pPr>
            <a:lvl6pPr marL="3218597" marR="0" lvl="5"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6pPr>
            <a:lvl7pPr marL="3755029" marR="0" lvl="6"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7pPr>
            <a:lvl8pPr marL="4291462" marR="0" lvl="7"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8pPr>
            <a:lvl9pPr marL="4827895" marR="0" lvl="8"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9pPr>
          </a:lstStyle>
          <a:p>
            <a:pPr marL="0" indent="0">
              <a:spcBef>
                <a:spcPts val="0"/>
              </a:spcBef>
              <a:buClr>
                <a:srgbClr val="000000"/>
              </a:buClr>
              <a:buSzPts val="1100"/>
              <a:buNone/>
            </a:pPr>
            <a:r>
              <a:rPr lang="en-US" sz="1700" kern="0" noProof="1">
                <a:solidFill>
                  <a:schemeClr val="tx1"/>
                </a:solidFill>
              </a:rPr>
              <a:t>Filters</a:t>
            </a:r>
          </a:p>
          <a:p>
            <a:pPr marL="285750" indent="-285750">
              <a:spcBef>
                <a:spcPts val="600"/>
              </a:spcBef>
              <a:buClr>
                <a:srgbClr val="000000"/>
              </a:buClr>
              <a:buSzPts val="1100"/>
            </a:pPr>
            <a:r>
              <a:rPr lang="en-US" sz="1500" kern="0" noProof="1">
                <a:solidFill>
                  <a:schemeClr val="tx1"/>
                </a:solidFill>
              </a:rPr>
              <a:t>AdminFilter: controllo autenticazione e ruolo admin.</a:t>
            </a:r>
          </a:p>
          <a:p>
            <a:pPr marL="285750" indent="-285750">
              <a:spcBef>
                <a:spcPts val="600"/>
              </a:spcBef>
              <a:buClr>
                <a:srgbClr val="000000"/>
              </a:buClr>
              <a:buSzPts val="1100"/>
            </a:pPr>
            <a:r>
              <a:rPr lang="en-US" sz="1500" kern="0" noProof="1">
                <a:solidFill>
                  <a:schemeClr val="tx1"/>
                </a:solidFill>
              </a:rPr>
              <a:t>TechnicalFilter: controllo autenticazione e ruolo technical.</a:t>
            </a:r>
          </a:p>
          <a:p>
            <a:pPr marL="0" indent="0">
              <a:spcBef>
                <a:spcPts val="1000"/>
              </a:spcBef>
              <a:buClr>
                <a:srgbClr val="000000"/>
              </a:buClr>
              <a:buSzPts val="1100"/>
              <a:buNone/>
            </a:pPr>
            <a:r>
              <a:rPr lang="en-US" sz="1700" kern="0" noProof="1">
                <a:solidFill>
                  <a:schemeClr val="tx1"/>
                </a:solidFill>
              </a:rPr>
              <a:t>Utils</a:t>
            </a:r>
          </a:p>
          <a:p>
            <a:pPr marL="285750" indent="-285750">
              <a:spcBef>
                <a:spcPts val="600"/>
              </a:spcBef>
              <a:buClr>
                <a:srgbClr val="000000"/>
              </a:buClr>
              <a:buSzPts val="1100"/>
            </a:pPr>
            <a:r>
              <a:rPr lang="en-US" sz="1500" kern="0" noProof="1">
                <a:solidFill>
                  <a:schemeClr val="tx1"/>
                </a:solidFill>
              </a:rPr>
              <a:t>DatabaseConnection: gestione centralizzata della connessione al database.</a:t>
            </a:r>
          </a:p>
        </p:txBody>
      </p:sp>
    </p:spTree>
    <p:extLst>
      <p:ext uri="{BB962C8B-B14F-4D97-AF65-F5344CB8AC3E}">
        <p14:creationId xmlns:p14="http://schemas.microsoft.com/office/powerpoint/2010/main" val="3425711732"/>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3A5AE3-791C-FDF7-F72D-D88C4D360616}"/>
            </a:ext>
          </a:extLst>
        </p:cNvPr>
        <p:cNvGrpSpPr/>
        <p:nvPr/>
      </p:nvGrpSpPr>
      <p:grpSpPr>
        <a:xfrm>
          <a:off x="0" y="0"/>
          <a:ext cx="0" cy="0"/>
          <a:chOff x="0" y="0"/>
          <a:chExt cx="0" cy="0"/>
        </a:xfrm>
      </p:grpSpPr>
      <p:sp>
        <p:nvSpPr>
          <p:cNvPr id="4" name="Google Shape;135;p26">
            <a:extLst>
              <a:ext uri="{FF2B5EF4-FFF2-40B4-BE49-F238E27FC236}">
                <a16:creationId xmlns:a16="http://schemas.microsoft.com/office/drawing/2014/main" id="{D5694806-E33E-4758-1E08-05545AD4C147}"/>
              </a:ext>
            </a:extLst>
          </p:cNvPr>
          <p:cNvSpPr txBox="1">
            <a:spLocks/>
          </p:cNvSpPr>
          <p:nvPr/>
        </p:nvSpPr>
        <p:spPr>
          <a:xfrm>
            <a:off x="426631" y="258833"/>
            <a:ext cx="11338737" cy="1143000"/>
          </a:xfrm>
          <a:prstGeom prst="rect">
            <a:avLst/>
          </a:prstGeom>
          <a:noFill/>
          <a:ln>
            <a:noFill/>
          </a:ln>
        </p:spPr>
        <p:txBody>
          <a:bodyPr spcFirstLastPara="1" wrap="square" lIns="107269" tIns="53620" rIns="107269" bIns="53620" anchor="ctr" anchorCtr="0">
            <a:noAutofit/>
          </a:bodyPr>
          <a:lstStyle>
            <a:defPPr marR="0" lvl="0" algn="l" rtl="0">
              <a:lnSpc>
                <a:spcPct val="100000"/>
              </a:lnSpc>
              <a:spcBef>
                <a:spcPts val="0"/>
              </a:spcBef>
              <a:spcAft>
                <a:spcPts val="0"/>
              </a:spcAft>
            </a:defPPr>
            <a:lvl1pPr marR="0" lvl="0" algn="ctr" rtl="0">
              <a:lnSpc>
                <a:spcPct val="100000"/>
              </a:lnSpc>
              <a:spcBef>
                <a:spcPts val="0"/>
              </a:spcBef>
              <a:spcAft>
                <a:spcPts val="0"/>
              </a:spcAft>
              <a:buClr>
                <a:schemeClr val="dk1"/>
              </a:buClr>
              <a:buSzPts val="1800"/>
              <a:buFont typeface="Calibri"/>
              <a:buNone/>
              <a:defRPr sz="44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9pPr>
          </a:lstStyle>
          <a:p>
            <a:r>
              <a:rPr lang="en-US" noProof="1"/>
              <a:t>Components</a:t>
            </a:r>
          </a:p>
        </p:txBody>
      </p:sp>
      <p:sp>
        <p:nvSpPr>
          <p:cNvPr id="2" name="Google Shape;136;p26">
            <a:extLst>
              <a:ext uri="{FF2B5EF4-FFF2-40B4-BE49-F238E27FC236}">
                <a16:creationId xmlns:a16="http://schemas.microsoft.com/office/drawing/2014/main" id="{EC3C0A6A-4400-B5C4-C948-554C5B2341AE}"/>
              </a:ext>
            </a:extLst>
          </p:cNvPr>
          <p:cNvSpPr txBox="1">
            <a:spLocks/>
          </p:cNvSpPr>
          <p:nvPr/>
        </p:nvSpPr>
        <p:spPr>
          <a:xfrm>
            <a:off x="426630" y="1381170"/>
            <a:ext cx="5669370" cy="5331476"/>
          </a:xfrm>
          <a:prstGeom prst="rect">
            <a:avLst/>
          </a:prstGeom>
          <a:noFill/>
          <a:ln>
            <a:noFill/>
          </a:ln>
        </p:spPr>
        <p:txBody>
          <a:bodyPr spcFirstLastPara="1" wrap="square" lIns="107269" tIns="53620" rIns="107269" bIns="53620" anchor="t" anchorCtr="0">
            <a:noAutofit/>
          </a:bodyPr>
          <a:lstStyle>
            <a:defPPr marR="0" lvl="0" algn="l" rtl="0">
              <a:lnSpc>
                <a:spcPct val="100000"/>
              </a:lnSpc>
              <a:spcBef>
                <a:spcPts val="0"/>
              </a:spcBef>
              <a:spcAft>
                <a:spcPts val="0"/>
              </a:spcAft>
            </a:defPPr>
            <a:lvl1pPr marL="536433" marR="0" lvl="0" indent="-402325" algn="l" rtl="0">
              <a:lnSpc>
                <a:spcPct val="100000"/>
              </a:lnSpc>
              <a:spcBef>
                <a:spcPts val="422"/>
              </a:spcBef>
              <a:spcAft>
                <a:spcPts val="0"/>
              </a:spcAft>
              <a:buClr>
                <a:schemeClr val="dk1"/>
              </a:buClr>
              <a:buSzPts val="1800"/>
              <a:buFont typeface="Arial"/>
              <a:buChar char="•"/>
              <a:defRPr sz="3200" b="0" i="0" u="none" strike="noStrike" cap="none">
                <a:solidFill>
                  <a:schemeClr val="dk1"/>
                </a:solidFill>
                <a:latin typeface="Calibri"/>
                <a:ea typeface="Calibri"/>
                <a:cs typeface="Calibri"/>
                <a:sym typeface="Calibri"/>
              </a:defRPr>
            </a:lvl1pPr>
            <a:lvl2pPr marL="1072866" marR="0" lvl="1" indent="-402325" algn="l" rtl="0">
              <a:lnSpc>
                <a:spcPct val="100000"/>
              </a:lnSpc>
              <a:spcBef>
                <a:spcPts val="422"/>
              </a:spcBef>
              <a:spcAft>
                <a:spcPts val="0"/>
              </a:spcAft>
              <a:buClr>
                <a:schemeClr val="dk1"/>
              </a:buClr>
              <a:buSzPts val="1800"/>
              <a:buFont typeface="Arial"/>
              <a:buChar char="–"/>
              <a:defRPr sz="2800" b="0" i="0" u="none" strike="noStrike" cap="none">
                <a:solidFill>
                  <a:schemeClr val="dk1"/>
                </a:solidFill>
                <a:latin typeface="Calibri"/>
                <a:ea typeface="Calibri"/>
                <a:cs typeface="Calibri"/>
                <a:sym typeface="Calibri"/>
              </a:defRPr>
            </a:lvl2pPr>
            <a:lvl3pPr marL="1609298" marR="0" lvl="2" indent="-402325" algn="l" rtl="0">
              <a:lnSpc>
                <a:spcPct val="100000"/>
              </a:lnSpc>
              <a:spcBef>
                <a:spcPts val="422"/>
              </a:spcBef>
              <a:spcAft>
                <a:spcPts val="0"/>
              </a:spcAft>
              <a:buClr>
                <a:schemeClr val="dk1"/>
              </a:buClr>
              <a:buSzPts val="1800"/>
              <a:buFont typeface="Arial"/>
              <a:buChar char="•"/>
              <a:defRPr sz="2400" b="0" i="0" u="none" strike="noStrike" cap="none">
                <a:solidFill>
                  <a:schemeClr val="dk1"/>
                </a:solidFill>
                <a:latin typeface="Calibri"/>
                <a:ea typeface="Calibri"/>
                <a:cs typeface="Calibri"/>
                <a:sym typeface="Calibri"/>
              </a:defRPr>
            </a:lvl3pPr>
            <a:lvl4pPr marL="2145731" marR="0" lvl="3"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4pPr>
            <a:lvl5pPr marL="2682164" marR="0" lvl="4"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5pPr>
            <a:lvl6pPr marL="3218597" marR="0" lvl="5"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6pPr>
            <a:lvl7pPr marL="3755029" marR="0" lvl="6"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7pPr>
            <a:lvl8pPr marL="4291462" marR="0" lvl="7"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8pPr>
            <a:lvl9pPr marL="4827895" marR="0" lvl="8"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9pPr>
          </a:lstStyle>
          <a:p>
            <a:pPr marL="0" indent="0" algn="just">
              <a:spcBef>
                <a:spcPts val="0"/>
              </a:spcBef>
              <a:buClr>
                <a:srgbClr val="000000"/>
              </a:buClr>
              <a:buSzPts val="1100"/>
              <a:buNone/>
            </a:pPr>
            <a:r>
              <a:rPr lang="en-US" sz="1700" kern="0" noProof="1">
                <a:solidFill>
                  <a:schemeClr val="tx1"/>
                </a:solidFill>
              </a:rPr>
              <a:t>Controllers (Servlets)</a:t>
            </a:r>
          </a:p>
          <a:p>
            <a:pPr marL="0" indent="0" algn="just">
              <a:spcBef>
                <a:spcPts val="0"/>
              </a:spcBef>
              <a:buClr>
                <a:srgbClr val="000000"/>
              </a:buClr>
              <a:buSzPts val="1100"/>
              <a:buNone/>
            </a:pPr>
            <a:r>
              <a:rPr lang="en-US" sz="1500" kern="0" noProof="1">
                <a:solidFill>
                  <a:schemeClr val="tx1"/>
                </a:solidFill>
              </a:rPr>
              <a:t>Auth</a:t>
            </a:r>
          </a:p>
          <a:p>
            <a:pPr marL="285750" indent="-285750" algn="just">
              <a:spcBef>
                <a:spcPts val="0"/>
              </a:spcBef>
              <a:buClr>
                <a:srgbClr val="000000"/>
              </a:buClr>
              <a:buSzPts val="1100"/>
            </a:pPr>
            <a:r>
              <a:rPr lang="en-US" sz="1500" kern="0" noProof="1">
                <a:solidFill>
                  <a:schemeClr val="tx1"/>
                </a:solidFill>
              </a:rPr>
              <a:t>Login</a:t>
            </a:r>
          </a:p>
          <a:p>
            <a:pPr marL="285750" indent="-285750" algn="just">
              <a:spcBef>
                <a:spcPts val="0"/>
              </a:spcBef>
              <a:buClr>
                <a:srgbClr val="000000"/>
              </a:buClr>
              <a:buSzPts val="1100"/>
            </a:pPr>
            <a:r>
              <a:rPr lang="en-US" sz="1500" kern="0" noProof="1">
                <a:solidFill>
                  <a:schemeClr val="tx1"/>
                </a:solidFill>
              </a:rPr>
              <a:t>Logout</a:t>
            </a:r>
          </a:p>
          <a:p>
            <a:pPr marL="0" indent="0" algn="just">
              <a:spcBef>
                <a:spcPts val="1200"/>
              </a:spcBef>
              <a:buClr>
                <a:srgbClr val="000000"/>
              </a:buClr>
              <a:buSzPts val="1100"/>
              <a:buNone/>
            </a:pPr>
            <a:r>
              <a:rPr lang="en-US" sz="1500" kern="0" noProof="1">
                <a:solidFill>
                  <a:schemeClr val="tx1"/>
                </a:solidFill>
              </a:rPr>
              <a:t>Admin</a:t>
            </a:r>
          </a:p>
          <a:p>
            <a:pPr marL="285750" indent="-285750" algn="just">
              <a:spcBef>
                <a:spcPts val="0"/>
              </a:spcBef>
              <a:buClr>
                <a:srgbClr val="000000"/>
              </a:buClr>
              <a:buSzPts val="1100"/>
            </a:pPr>
            <a:r>
              <a:rPr lang="en-US" sz="1500" kern="0" noProof="1">
                <a:solidFill>
                  <a:schemeClr val="tx1"/>
                </a:solidFill>
              </a:rPr>
              <a:t>HomeAdmin</a:t>
            </a:r>
          </a:p>
          <a:p>
            <a:pPr marL="285750" indent="-285750" algn="just">
              <a:spcBef>
                <a:spcPts val="0"/>
              </a:spcBef>
              <a:buClr>
                <a:srgbClr val="000000"/>
              </a:buClr>
              <a:buSzPts val="1100"/>
            </a:pPr>
            <a:r>
              <a:rPr lang="en-US" sz="1500" kern="0" noProof="1">
                <a:solidFill>
                  <a:schemeClr val="tx1"/>
                </a:solidFill>
              </a:rPr>
              <a:t>CreateProject</a:t>
            </a:r>
          </a:p>
          <a:p>
            <a:pPr marL="285750" indent="-285750" algn="just">
              <a:spcBef>
                <a:spcPts val="0"/>
              </a:spcBef>
              <a:buClr>
                <a:srgbClr val="000000"/>
              </a:buClr>
              <a:buSzPts val="1100"/>
            </a:pPr>
            <a:r>
              <a:rPr lang="en-US" sz="1500" kern="0" noProof="1">
                <a:solidFill>
                  <a:schemeClr val="tx1"/>
                </a:solidFill>
              </a:rPr>
              <a:t>CreateWP</a:t>
            </a:r>
          </a:p>
          <a:p>
            <a:pPr marL="285750" indent="-285750" algn="just">
              <a:spcBef>
                <a:spcPts val="0"/>
              </a:spcBef>
              <a:buClr>
                <a:srgbClr val="000000"/>
              </a:buClr>
              <a:buSzPts val="1100"/>
            </a:pPr>
            <a:r>
              <a:rPr lang="en-US" sz="1500" kern="0" noProof="1">
                <a:solidFill>
                  <a:schemeClr val="tx1"/>
                </a:solidFill>
              </a:rPr>
              <a:t>CreateTask</a:t>
            </a:r>
          </a:p>
          <a:p>
            <a:pPr marL="285750" indent="-285750" algn="just">
              <a:spcBef>
                <a:spcPts val="0"/>
              </a:spcBef>
              <a:buClr>
                <a:srgbClr val="000000"/>
              </a:buClr>
              <a:buSzPts val="1100"/>
            </a:pPr>
            <a:r>
              <a:rPr lang="en-US" sz="1500" kern="0" noProof="1">
                <a:solidFill>
                  <a:schemeClr val="tx1"/>
                </a:solidFill>
              </a:rPr>
              <a:t>VerifyProjects</a:t>
            </a:r>
          </a:p>
          <a:p>
            <a:pPr marL="0" indent="0" algn="just">
              <a:spcBef>
                <a:spcPts val="1200"/>
              </a:spcBef>
              <a:buClr>
                <a:srgbClr val="000000"/>
              </a:buClr>
              <a:buSzPts val="1100"/>
              <a:buNone/>
            </a:pPr>
            <a:r>
              <a:rPr lang="en-US" sz="1500" kern="0" noProof="1">
                <a:solidFill>
                  <a:schemeClr val="tx1"/>
                </a:solidFill>
              </a:rPr>
              <a:t>Technical</a:t>
            </a:r>
          </a:p>
          <a:p>
            <a:pPr marL="285750" indent="-285750" algn="just">
              <a:spcBef>
                <a:spcPts val="0"/>
              </a:spcBef>
              <a:buClr>
                <a:srgbClr val="000000"/>
              </a:buClr>
              <a:buSzPts val="1100"/>
            </a:pPr>
            <a:r>
              <a:rPr lang="en-US" sz="1500" kern="0" noProof="1">
                <a:solidFill>
                  <a:schemeClr val="tx1"/>
                </a:solidFill>
              </a:rPr>
              <a:t>HomeTechnical</a:t>
            </a:r>
          </a:p>
          <a:p>
            <a:pPr marL="0" indent="0" algn="just">
              <a:spcBef>
                <a:spcPts val="1200"/>
              </a:spcBef>
              <a:buClr>
                <a:srgbClr val="000000"/>
              </a:buClr>
              <a:buSzPts val="1100"/>
              <a:buNone/>
            </a:pPr>
            <a:r>
              <a:rPr lang="en-US" sz="1500" kern="0" noProof="1">
                <a:solidFill>
                  <a:schemeClr val="tx1"/>
                </a:solidFill>
              </a:rPr>
              <a:t>Collaborator</a:t>
            </a:r>
          </a:p>
          <a:p>
            <a:pPr marL="285750" indent="-285750" algn="just">
              <a:spcBef>
                <a:spcPts val="0"/>
              </a:spcBef>
              <a:buClr>
                <a:srgbClr val="000000"/>
              </a:buClr>
              <a:buSzPts val="1100"/>
            </a:pPr>
            <a:r>
              <a:rPr lang="en-US" sz="1500" kern="0" noProof="1">
                <a:solidFill>
                  <a:schemeClr val="tx1"/>
                </a:solidFill>
              </a:rPr>
              <a:t>HomeCollaborator</a:t>
            </a:r>
          </a:p>
          <a:p>
            <a:pPr marL="0" indent="0" algn="just">
              <a:spcBef>
                <a:spcPts val="1200"/>
              </a:spcBef>
              <a:buClr>
                <a:srgbClr val="000000"/>
              </a:buClr>
              <a:buSzPts val="1100"/>
              <a:buNone/>
            </a:pPr>
            <a:r>
              <a:rPr lang="en-US" sz="1500" kern="0" noProof="1">
                <a:solidFill>
                  <a:schemeClr val="tx1"/>
                </a:solidFill>
              </a:rPr>
              <a:t>Manager</a:t>
            </a:r>
          </a:p>
          <a:p>
            <a:pPr marL="285750" indent="-285750" algn="just">
              <a:spcBef>
                <a:spcPts val="0"/>
              </a:spcBef>
              <a:buClr>
                <a:srgbClr val="000000"/>
              </a:buClr>
              <a:buSzPts val="1100"/>
            </a:pPr>
            <a:r>
              <a:rPr lang="en-US" sz="1500" kern="0" noProof="1">
                <a:solidFill>
                  <a:schemeClr val="tx1"/>
                </a:solidFill>
              </a:rPr>
              <a:t>HomeManager</a:t>
            </a:r>
          </a:p>
          <a:p>
            <a:pPr marL="285750" indent="-285750" algn="just">
              <a:spcBef>
                <a:spcPts val="0"/>
              </a:spcBef>
              <a:buClr>
                <a:srgbClr val="000000"/>
              </a:buClr>
              <a:buSzPts val="1100"/>
            </a:pPr>
            <a:r>
              <a:rPr lang="en-US" sz="1500" kern="0" noProof="1">
                <a:solidFill>
                  <a:schemeClr val="tx1"/>
                </a:solidFill>
              </a:rPr>
              <a:t>SaveAssignment</a:t>
            </a:r>
          </a:p>
          <a:p>
            <a:pPr marL="285750" indent="-285750" algn="just">
              <a:spcBef>
                <a:spcPts val="0"/>
              </a:spcBef>
              <a:buClr>
                <a:srgbClr val="000000"/>
              </a:buClr>
              <a:buSzPts val="1100"/>
            </a:pPr>
            <a:r>
              <a:rPr lang="en-US" sz="1500" kern="0" noProof="1">
                <a:solidFill>
                  <a:schemeClr val="tx1"/>
                </a:solidFill>
              </a:rPr>
              <a:t>MonitorProjects</a:t>
            </a:r>
          </a:p>
          <a:p>
            <a:pPr marL="285750" indent="-285750" algn="just">
              <a:spcBef>
                <a:spcPts val="0"/>
              </a:spcBef>
              <a:buClr>
                <a:srgbClr val="000000"/>
              </a:buClr>
              <a:buSzPts val="1100"/>
            </a:pPr>
            <a:r>
              <a:rPr lang="en-US" sz="1500" kern="0" noProof="1">
                <a:solidFill>
                  <a:schemeClr val="tx1"/>
                </a:solidFill>
              </a:rPr>
              <a:t>ConcludeProject</a:t>
            </a:r>
          </a:p>
          <a:p>
            <a:pPr marL="285750" indent="-285750" algn="just">
              <a:spcBef>
                <a:spcPts val="0"/>
              </a:spcBef>
              <a:buClr>
                <a:srgbClr val="000000"/>
              </a:buClr>
              <a:buSzPts val="1100"/>
            </a:pPr>
            <a:r>
              <a:rPr lang="en-US" sz="1500" kern="0" noProof="1">
                <a:solidFill>
                  <a:schemeClr val="tx1"/>
                </a:solidFill>
              </a:rPr>
              <a:t>MonitorCollaborators</a:t>
            </a:r>
          </a:p>
        </p:txBody>
      </p:sp>
      <p:sp>
        <p:nvSpPr>
          <p:cNvPr id="3" name="Google Shape;136;p26">
            <a:extLst>
              <a:ext uri="{FF2B5EF4-FFF2-40B4-BE49-F238E27FC236}">
                <a16:creationId xmlns:a16="http://schemas.microsoft.com/office/drawing/2014/main" id="{4D450792-108F-8785-8A38-616A227F6E09}"/>
              </a:ext>
            </a:extLst>
          </p:cNvPr>
          <p:cNvSpPr txBox="1">
            <a:spLocks/>
          </p:cNvSpPr>
          <p:nvPr/>
        </p:nvSpPr>
        <p:spPr>
          <a:xfrm>
            <a:off x="6095999" y="1381170"/>
            <a:ext cx="5669369" cy="5331476"/>
          </a:xfrm>
          <a:prstGeom prst="rect">
            <a:avLst/>
          </a:prstGeom>
          <a:noFill/>
          <a:ln>
            <a:noFill/>
          </a:ln>
        </p:spPr>
        <p:txBody>
          <a:bodyPr spcFirstLastPara="1" wrap="square" lIns="107269" tIns="53620" rIns="107269" bIns="53620" anchor="t" anchorCtr="0">
            <a:noAutofit/>
          </a:bodyPr>
          <a:lstStyle>
            <a:defPPr marR="0" lvl="0" algn="l" rtl="0">
              <a:lnSpc>
                <a:spcPct val="100000"/>
              </a:lnSpc>
              <a:spcBef>
                <a:spcPts val="0"/>
              </a:spcBef>
              <a:spcAft>
                <a:spcPts val="0"/>
              </a:spcAft>
            </a:defPPr>
            <a:lvl1pPr marL="536433" marR="0" lvl="0" indent="-402325" algn="l" rtl="0">
              <a:lnSpc>
                <a:spcPct val="100000"/>
              </a:lnSpc>
              <a:spcBef>
                <a:spcPts val="422"/>
              </a:spcBef>
              <a:spcAft>
                <a:spcPts val="0"/>
              </a:spcAft>
              <a:buClr>
                <a:schemeClr val="dk1"/>
              </a:buClr>
              <a:buSzPts val="1800"/>
              <a:buFont typeface="Arial"/>
              <a:buChar char="•"/>
              <a:defRPr sz="3200" b="0" i="0" u="none" strike="noStrike" cap="none">
                <a:solidFill>
                  <a:schemeClr val="dk1"/>
                </a:solidFill>
                <a:latin typeface="Calibri"/>
                <a:ea typeface="Calibri"/>
                <a:cs typeface="Calibri"/>
                <a:sym typeface="Calibri"/>
              </a:defRPr>
            </a:lvl1pPr>
            <a:lvl2pPr marL="1072866" marR="0" lvl="1" indent="-402325" algn="l" rtl="0">
              <a:lnSpc>
                <a:spcPct val="100000"/>
              </a:lnSpc>
              <a:spcBef>
                <a:spcPts val="422"/>
              </a:spcBef>
              <a:spcAft>
                <a:spcPts val="0"/>
              </a:spcAft>
              <a:buClr>
                <a:schemeClr val="dk1"/>
              </a:buClr>
              <a:buSzPts val="1800"/>
              <a:buFont typeface="Arial"/>
              <a:buChar char="–"/>
              <a:defRPr sz="2800" b="0" i="0" u="none" strike="noStrike" cap="none">
                <a:solidFill>
                  <a:schemeClr val="dk1"/>
                </a:solidFill>
                <a:latin typeface="Calibri"/>
                <a:ea typeface="Calibri"/>
                <a:cs typeface="Calibri"/>
                <a:sym typeface="Calibri"/>
              </a:defRPr>
            </a:lvl2pPr>
            <a:lvl3pPr marL="1609298" marR="0" lvl="2" indent="-402325" algn="l" rtl="0">
              <a:lnSpc>
                <a:spcPct val="100000"/>
              </a:lnSpc>
              <a:spcBef>
                <a:spcPts val="422"/>
              </a:spcBef>
              <a:spcAft>
                <a:spcPts val="0"/>
              </a:spcAft>
              <a:buClr>
                <a:schemeClr val="dk1"/>
              </a:buClr>
              <a:buSzPts val="1800"/>
              <a:buFont typeface="Arial"/>
              <a:buChar char="•"/>
              <a:defRPr sz="2400" b="0" i="0" u="none" strike="noStrike" cap="none">
                <a:solidFill>
                  <a:schemeClr val="dk1"/>
                </a:solidFill>
                <a:latin typeface="Calibri"/>
                <a:ea typeface="Calibri"/>
                <a:cs typeface="Calibri"/>
                <a:sym typeface="Calibri"/>
              </a:defRPr>
            </a:lvl3pPr>
            <a:lvl4pPr marL="2145731" marR="0" lvl="3"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4pPr>
            <a:lvl5pPr marL="2682164" marR="0" lvl="4"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5pPr>
            <a:lvl6pPr marL="3218597" marR="0" lvl="5"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6pPr>
            <a:lvl7pPr marL="3755029" marR="0" lvl="6"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7pPr>
            <a:lvl8pPr marL="4291462" marR="0" lvl="7"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8pPr>
            <a:lvl9pPr marL="4827895" marR="0" lvl="8"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9pPr>
          </a:lstStyle>
          <a:p>
            <a:pPr marL="0" indent="0" algn="just">
              <a:spcBef>
                <a:spcPts val="0"/>
              </a:spcBef>
              <a:buClr>
                <a:srgbClr val="000000"/>
              </a:buClr>
              <a:buSzPts val="1100"/>
              <a:buNone/>
            </a:pPr>
            <a:r>
              <a:rPr lang="en-US" sz="1700" kern="0" noProof="1">
                <a:solidFill>
                  <a:schemeClr val="tx1"/>
                </a:solidFill>
              </a:rPr>
              <a:t>Views (Templates)</a:t>
            </a:r>
          </a:p>
          <a:p>
            <a:pPr marL="0" indent="0" algn="just">
              <a:spcBef>
                <a:spcPts val="0"/>
              </a:spcBef>
              <a:buClr>
                <a:srgbClr val="000000"/>
              </a:buClr>
              <a:buSzPts val="1100"/>
              <a:buNone/>
            </a:pPr>
            <a:r>
              <a:rPr lang="en-US" sz="1500" kern="0" noProof="1">
                <a:solidFill>
                  <a:schemeClr val="tx1"/>
                </a:solidFill>
              </a:rPr>
              <a:t>Auth</a:t>
            </a:r>
          </a:p>
          <a:p>
            <a:pPr marL="285750" indent="-285750" algn="just">
              <a:spcBef>
                <a:spcPts val="0"/>
              </a:spcBef>
              <a:buClr>
                <a:srgbClr val="000000"/>
              </a:buClr>
              <a:buSzPts val="1100"/>
            </a:pPr>
            <a:r>
              <a:rPr lang="en-US" sz="1500" kern="0" noProof="1">
                <a:solidFill>
                  <a:schemeClr val="tx1"/>
                </a:solidFill>
              </a:rPr>
              <a:t>Login</a:t>
            </a:r>
          </a:p>
          <a:p>
            <a:pPr marL="0" indent="0" algn="just">
              <a:spcBef>
                <a:spcPts val="1200"/>
              </a:spcBef>
              <a:buClr>
                <a:srgbClr val="000000"/>
              </a:buClr>
              <a:buSzPts val="1100"/>
              <a:buNone/>
            </a:pPr>
            <a:r>
              <a:rPr lang="en-US" sz="1500" kern="0" noProof="1">
                <a:solidFill>
                  <a:schemeClr val="tx1"/>
                </a:solidFill>
              </a:rPr>
              <a:t>Admin</a:t>
            </a:r>
          </a:p>
          <a:p>
            <a:pPr marL="285750" indent="-285750" algn="just">
              <a:spcBef>
                <a:spcPts val="0"/>
              </a:spcBef>
              <a:buClr>
                <a:srgbClr val="000000"/>
              </a:buClr>
              <a:buSzPts val="1100"/>
            </a:pPr>
            <a:r>
              <a:rPr lang="en-US" sz="1500" kern="0" noProof="1">
                <a:solidFill>
                  <a:schemeClr val="tx1"/>
                </a:solidFill>
              </a:rPr>
              <a:t>HomeAdmin</a:t>
            </a:r>
          </a:p>
          <a:p>
            <a:pPr marL="285750" indent="-285750" algn="just">
              <a:spcBef>
                <a:spcPts val="0"/>
              </a:spcBef>
              <a:buClr>
                <a:srgbClr val="000000"/>
              </a:buClr>
              <a:buSzPts val="1100"/>
            </a:pPr>
            <a:r>
              <a:rPr lang="en-US" sz="1500" kern="0" noProof="1">
                <a:solidFill>
                  <a:schemeClr val="tx1"/>
                </a:solidFill>
              </a:rPr>
              <a:t>VerifyProjects</a:t>
            </a:r>
          </a:p>
          <a:p>
            <a:pPr marL="0" indent="0" algn="just">
              <a:spcBef>
                <a:spcPts val="1200"/>
              </a:spcBef>
              <a:buClr>
                <a:srgbClr val="000000"/>
              </a:buClr>
              <a:buSzPts val="1100"/>
              <a:buNone/>
            </a:pPr>
            <a:r>
              <a:rPr lang="en-US" sz="1500" kern="0" noProof="1">
                <a:solidFill>
                  <a:schemeClr val="tx1"/>
                </a:solidFill>
              </a:rPr>
              <a:t>Technical</a:t>
            </a:r>
          </a:p>
          <a:p>
            <a:pPr marL="285750" indent="-285750" algn="just">
              <a:spcBef>
                <a:spcPts val="0"/>
              </a:spcBef>
              <a:buClr>
                <a:srgbClr val="000000"/>
              </a:buClr>
              <a:buSzPts val="1100"/>
            </a:pPr>
            <a:r>
              <a:rPr lang="en-US" sz="1500" kern="0" noProof="1">
                <a:solidFill>
                  <a:schemeClr val="tx1"/>
                </a:solidFill>
              </a:rPr>
              <a:t>HomeTechnical</a:t>
            </a:r>
          </a:p>
          <a:p>
            <a:pPr marL="0" indent="0" algn="just">
              <a:spcBef>
                <a:spcPts val="1200"/>
              </a:spcBef>
              <a:buClr>
                <a:srgbClr val="000000"/>
              </a:buClr>
              <a:buSzPts val="1100"/>
              <a:buNone/>
            </a:pPr>
            <a:r>
              <a:rPr lang="en-US" sz="1500" kern="0" noProof="1">
                <a:solidFill>
                  <a:schemeClr val="tx1"/>
                </a:solidFill>
              </a:rPr>
              <a:t>Collaborator</a:t>
            </a:r>
          </a:p>
          <a:p>
            <a:pPr marL="285750" indent="-285750" algn="just">
              <a:spcBef>
                <a:spcPts val="0"/>
              </a:spcBef>
              <a:buClr>
                <a:srgbClr val="000000"/>
              </a:buClr>
              <a:buSzPts val="1100"/>
            </a:pPr>
            <a:r>
              <a:rPr lang="en-US" sz="1500" kern="0" noProof="1">
                <a:solidFill>
                  <a:schemeClr val="tx1"/>
                </a:solidFill>
              </a:rPr>
              <a:t>HomeCollaborator</a:t>
            </a:r>
          </a:p>
          <a:p>
            <a:pPr marL="0" indent="0" algn="just">
              <a:spcBef>
                <a:spcPts val="1200"/>
              </a:spcBef>
              <a:buClr>
                <a:srgbClr val="000000"/>
              </a:buClr>
              <a:buSzPts val="1100"/>
              <a:buNone/>
            </a:pPr>
            <a:r>
              <a:rPr lang="en-US" sz="1500" kern="0" noProof="1">
                <a:solidFill>
                  <a:schemeClr val="tx1"/>
                </a:solidFill>
              </a:rPr>
              <a:t>Manager</a:t>
            </a:r>
          </a:p>
          <a:p>
            <a:pPr marL="285750" indent="-285750" algn="just">
              <a:spcBef>
                <a:spcPts val="0"/>
              </a:spcBef>
              <a:buClr>
                <a:srgbClr val="000000"/>
              </a:buClr>
              <a:buSzPts val="1100"/>
            </a:pPr>
            <a:r>
              <a:rPr lang="en-US" sz="1500" kern="0" noProof="1">
                <a:solidFill>
                  <a:schemeClr val="tx1"/>
                </a:solidFill>
              </a:rPr>
              <a:t>HomeManager</a:t>
            </a:r>
          </a:p>
          <a:p>
            <a:pPr marL="285750" indent="-285750" algn="just">
              <a:spcBef>
                <a:spcPts val="0"/>
              </a:spcBef>
              <a:buClr>
                <a:srgbClr val="000000"/>
              </a:buClr>
              <a:buSzPts val="1100"/>
            </a:pPr>
            <a:r>
              <a:rPr lang="en-US" sz="1500" kern="0" noProof="1">
                <a:solidFill>
                  <a:schemeClr val="tx1"/>
                </a:solidFill>
              </a:rPr>
              <a:t>MonitorProjects</a:t>
            </a:r>
          </a:p>
          <a:p>
            <a:pPr marL="285750" indent="-285750" algn="just">
              <a:spcBef>
                <a:spcPts val="0"/>
              </a:spcBef>
              <a:buClr>
                <a:srgbClr val="000000"/>
              </a:buClr>
              <a:buSzPts val="1100"/>
            </a:pPr>
            <a:r>
              <a:rPr lang="en-US" sz="1500" kern="0" noProof="1">
                <a:solidFill>
                  <a:schemeClr val="tx1"/>
                </a:solidFill>
              </a:rPr>
              <a:t>MonitorCollaborators</a:t>
            </a:r>
          </a:p>
          <a:p>
            <a:pPr marL="0" indent="0" algn="just">
              <a:spcBef>
                <a:spcPts val="0"/>
              </a:spcBef>
              <a:buClr>
                <a:srgbClr val="000000"/>
              </a:buClr>
              <a:buSzPts val="1100"/>
              <a:buNone/>
            </a:pPr>
            <a:endParaRPr lang="en-US" sz="1500" kern="0" noProof="1">
              <a:solidFill>
                <a:schemeClr val="tx1"/>
              </a:solidFill>
            </a:endParaRPr>
          </a:p>
        </p:txBody>
      </p:sp>
    </p:spTree>
    <p:extLst>
      <p:ext uri="{BB962C8B-B14F-4D97-AF65-F5344CB8AC3E}">
        <p14:creationId xmlns:p14="http://schemas.microsoft.com/office/powerpoint/2010/main" val="4238050890"/>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E244E22-4D88-1010-6AD3-193D3C3BC29B}"/>
            </a:ext>
          </a:extLst>
        </p:cNvPr>
        <p:cNvGrpSpPr/>
        <p:nvPr/>
      </p:nvGrpSpPr>
      <p:grpSpPr>
        <a:xfrm>
          <a:off x="0" y="0"/>
          <a:ext cx="0" cy="0"/>
          <a:chOff x="0" y="0"/>
          <a:chExt cx="0" cy="0"/>
        </a:xfrm>
      </p:grpSpPr>
      <p:sp>
        <p:nvSpPr>
          <p:cNvPr id="4" name="Google Shape;135;p26">
            <a:extLst>
              <a:ext uri="{FF2B5EF4-FFF2-40B4-BE49-F238E27FC236}">
                <a16:creationId xmlns:a16="http://schemas.microsoft.com/office/drawing/2014/main" id="{CAA7DF27-AA5D-B79A-A967-00E990210889}"/>
              </a:ext>
            </a:extLst>
          </p:cNvPr>
          <p:cNvSpPr txBox="1">
            <a:spLocks/>
          </p:cNvSpPr>
          <p:nvPr/>
        </p:nvSpPr>
        <p:spPr>
          <a:xfrm>
            <a:off x="426631" y="258833"/>
            <a:ext cx="11338737" cy="1143000"/>
          </a:xfrm>
          <a:prstGeom prst="rect">
            <a:avLst/>
          </a:prstGeom>
          <a:noFill/>
          <a:ln>
            <a:noFill/>
          </a:ln>
        </p:spPr>
        <p:txBody>
          <a:bodyPr spcFirstLastPara="1" wrap="square" lIns="107269" tIns="53620" rIns="107269" bIns="53620" anchor="ctr" anchorCtr="0">
            <a:noAutofit/>
          </a:bodyPr>
          <a:lstStyle>
            <a:defPPr marR="0" lvl="0" algn="l" rtl="0">
              <a:lnSpc>
                <a:spcPct val="100000"/>
              </a:lnSpc>
              <a:spcBef>
                <a:spcPts val="0"/>
              </a:spcBef>
              <a:spcAft>
                <a:spcPts val="0"/>
              </a:spcAft>
            </a:defPPr>
            <a:lvl1pPr marR="0" lvl="0" algn="ctr" rtl="0">
              <a:lnSpc>
                <a:spcPct val="100000"/>
              </a:lnSpc>
              <a:spcBef>
                <a:spcPts val="0"/>
              </a:spcBef>
              <a:spcAft>
                <a:spcPts val="0"/>
              </a:spcAft>
              <a:buClr>
                <a:schemeClr val="dk1"/>
              </a:buClr>
              <a:buSzPts val="1800"/>
              <a:buFont typeface="Calibri"/>
              <a:buNone/>
              <a:defRPr sz="44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9pPr>
          </a:lstStyle>
          <a:p>
            <a:r>
              <a:rPr lang="en-US" noProof="1"/>
              <a:t>Event: login</a:t>
            </a:r>
          </a:p>
        </p:txBody>
      </p:sp>
      <p:pic>
        <p:nvPicPr>
          <p:cNvPr id="3" name="Picture 2">
            <a:extLst>
              <a:ext uri="{FF2B5EF4-FFF2-40B4-BE49-F238E27FC236}">
                <a16:creationId xmlns:a16="http://schemas.microsoft.com/office/drawing/2014/main" id="{5C0745D6-F2FE-9B63-79AE-9E631205E640}"/>
              </a:ext>
            </a:extLst>
          </p:cNvPr>
          <p:cNvPicPr>
            <a:picLocks noChangeAspect="1"/>
          </p:cNvPicPr>
          <p:nvPr/>
        </p:nvPicPr>
        <p:blipFill>
          <a:blip r:embed="rId2"/>
          <a:stretch>
            <a:fillRect/>
          </a:stretch>
        </p:blipFill>
        <p:spPr>
          <a:xfrm>
            <a:off x="1314627" y="1430715"/>
            <a:ext cx="9562743" cy="5168452"/>
          </a:xfrm>
          <a:prstGeom prst="rect">
            <a:avLst/>
          </a:prstGeom>
        </p:spPr>
      </p:pic>
    </p:spTree>
    <p:extLst>
      <p:ext uri="{BB962C8B-B14F-4D97-AF65-F5344CB8AC3E}">
        <p14:creationId xmlns:p14="http://schemas.microsoft.com/office/powerpoint/2010/main" val="2474673787"/>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69A1D04-6690-BE4F-D49F-2592575A7EC3}"/>
            </a:ext>
          </a:extLst>
        </p:cNvPr>
        <p:cNvGrpSpPr/>
        <p:nvPr/>
      </p:nvGrpSpPr>
      <p:grpSpPr>
        <a:xfrm>
          <a:off x="0" y="0"/>
          <a:ext cx="0" cy="0"/>
          <a:chOff x="0" y="0"/>
          <a:chExt cx="0" cy="0"/>
        </a:xfrm>
      </p:grpSpPr>
      <p:sp>
        <p:nvSpPr>
          <p:cNvPr id="4" name="Google Shape;135;p26">
            <a:extLst>
              <a:ext uri="{FF2B5EF4-FFF2-40B4-BE49-F238E27FC236}">
                <a16:creationId xmlns:a16="http://schemas.microsoft.com/office/drawing/2014/main" id="{DF2DD719-3540-D516-71F8-7226D6BD52BF}"/>
              </a:ext>
            </a:extLst>
          </p:cNvPr>
          <p:cNvSpPr txBox="1">
            <a:spLocks/>
          </p:cNvSpPr>
          <p:nvPr/>
        </p:nvSpPr>
        <p:spPr>
          <a:xfrm>
            <a:off x="426631" y="258833"/>
            <a:ext cx="11338737" cy="1143000"/>
          </a:xfrm>
          <a:prstGeom prst="rect">
            <a:avLst/>
          </a:prstGeom>
          <a:noFill/>
          <a:ln>
            <a:noFill/>
          </a:ln>
        </p:spPr>
        <p:txBody>
          <a:bodyPr spcFirstLastPara="1" wrap="square" lIns="107269" tIns="53620" rIns="107269" bIns="53620" anchor="ctr" anchorCtr="0">
            <a:noAutofit/>
          </a:bodyPr>
          <a:lstStyle>
            <a:defPPr marR="0" lvl="0" algn="l" rtl="0">
              <a:lnSpc>
                <a:spcPct val="100000"/>
              </a:lnSpc>
              <a:spcBef>
                <a:spcPts val="0"/>
              </a:spcBef>
              <a:spcAft>
                <a:spcPts val="0"/>
              </a:spcAft>
            </a:defPPr>
            <a:lvl1pPr marR="0" lvl="0" algn="ctr" rtl="0">
              <a:lnSpc>
                <a:spcPct val="100000"/>
              </a:lnSpc>
              <a:spcBef>
                <a:spcPts val="0"/>
              </a:spcBef>
              <a:spcAft>
                <a:spcPts val="0"/>
              </a:spcAft>
              <a:buClr>
                <a:schemeClr val="dk1"/>
              </a:buClr>
              <a:buSzPts val="1800"/>
              <a:buFont typeface="Calibri"/>
              <a:buNone/>
              <a:defRPr sz="44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9pPr>
          </a:lstStyle>
          <a:p>
            <a:r>
              <a:rPr lang="en-US" noProof="1"/>
              <a:t>Event: technical role selection</a:t>
            </a:r>
          </a:p>
        </p:txBody>
      </p:sp>
      <p:pic>
        <p:nvPicPr>
          <p:cNvPr id="5" name="Picture 4">
            <a:extLst>
              <a:ext uri="{FF2B5EF4-FFF2-40B4-BE49-F238E27FC236}">
                <a16:creationId xmlns:a16="http://schemas.microsoft.com/office/drawing/2014/main" id="{93CFAE00-C2EB-A059-AEFE-3BF4E3FEE903}"/>
              </a:ext>
            </a:extLst>
          </p:cNvPr>
          <p:cNvPicPr>
            <a:picLocks noChangeAspect="1"/>
          </p:cNvPicPr>
          <p:nvPr/>
        </p:nvPicPr>
        <p:blipFill>
          <a:blip r:embed="rId2"/>
          <a:stretch>
            <a:fillRect/>
          </a:stretch>
        </p:blipFill>
        <p:spPr>
          <a:xfrm>
            <a:off x="2209799" y="1944184"/>
            <a:ext cx="7772400" cy="2969631"/>
          </a:xfrm>
          <a:prstGeom prst="rect">
            <a:avLst/>
          </a:prstGeom>
        </p:spPr>
      </p:pic>
    </p:spTree>
    <p:extLst>
      <p:ext uri="{BB962C8B-B14F-4D97-AF65-F5344CB8AC3E}">
        <p14:creationId xmlns:p14="http://schemas.microsoft.com/office/powerpoint/2010/main" val="3353696544"/>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B936E41-617D-1FE1-4B5E-513C4038CDE2}"/>
            </a:ext>
          </a:extLst>
        </p:cNvPr>
        <p:cNvGrpSpPr/>
        <p:nvPr/>
      </p:nvGrpSpPr>
      <p:grpSpPr>
        <a:xfrm>
          <a:off x="0" y="0"/>
          <a:ext cx="0" cy="0"/>
          <a:chOff x="0" y="0"/>
          <a:chExt cx="0" cy="0"/>
        </a:xfrm>
      </p:grpSpPr>
      <p:sp>
        <p:nvSpPr>
          <p:cNvPr id="4" name="Google Shape;135;p26">
            <a:extLst>
              <a:ext uri="{FF2B5EF4-FFF2-40B4-BE49-F238E27FC236}">
                <a16:creationId xmlns:a16="http://schemas.microsoft.com/office/drawing/2014/main" id="{D82A86A3-515B-6D40-5EA5-5E311241EBCF}"/>
              </a:ext>
            </a:extLst>
          </p:cNvPr>
          <p:cNvSpPr txBox="1">
            <a:spLocks/>
          </p:cNvSpPr>
          <p:nvPr/>
        </p:nvSpPr>
        <p:spPr>
          <a:xfrm>
            <a:off x="426631" y="258833"/>
            <a:ext cx="11338737" cy="1143000"/>
          </a:xfrm>
          <a:prstGeom prst="rect">
            <a:avLst/>
          </a:prstGeom>
          <a:noFill/>
          <a:ln>
            <a:noFill/>
          </a:ln>
        </p:spPr>
        <p:txBody>
          <a:bodyPr spcFirstLastPara="1" wrap="square" lIns="107269" tIns="53620" rIns="107269" bIns="53620" anchor="ctr" anchorCtr="0">
            <a:noAutofit/>
          </a:bodyPr>
          <a:lstStyle>
            <a:defPPr marR="0" lvl="0" algn="l" rtl="0">
              <a:lnSpc>
                <a:spcPct val="100000"/>
              </a:lnSpc>
              <a:spcBef>
                <a:spcPts val="0"/>
              </a:spcBef>
              <a:spcAft>
                <a:spcPts val="0"/>
              </a:spcAft>
            </a:defPPr>
            <a:lvl1pPr marR="0" lvl="0" algn="ctr" rtl="0">
              <a:lnSpc>
                <a:spcPct val="100000"/>
              </a:lnSpc>
              <a:spcBef>
                <a:spcPts val="0"/>
              </a:spcBef>
              <a:spcAft>
                <a:spcPts val="0"/>
              </a:spcAft>
              <a:buClr>
                <a:schemeClr val="dk1"/>
              </a:buClr>
              <a:buSzPts val="1800"/>
              <a:buFont typeface="Calibri"/>
              <a:buNone/>
              <a:defRPr sz="44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9pPr>
          </a:lstStyle>
          <a:p>
            <a:r>
              <a:rPr lang="en-US" noProof="1"/>
              <a:t>Event: logout</a:t>
            </a:r>
          </a:p>
        </p:txBody>
      </p:sp>
      <p:pic>
        <p:nvPicPr>
          <p:cNvPr id="5" name="Picture 4">
            <a:extLst>
              <a:ext uri="{FF2B5EF4-FFF2-40B4-BE49-F238E27FC236}">
                <a16:creationId xmlns:a16="http://schemas.microsoft.com/office/drawing/2014/main" id="{9CF86B9C-4906-55EE-73EC-815009F09AD3}"/>
              </a:ext>
            </a:extLst>
          </p:cNvPr>
          <p:cNvPicPr>
            <a:picLocks noChangeAspect="1"/>
          </p:cNvPicPr>
          <p:nvPr/>
        </p:nvPicPr>
        <p:blipFill>
          <a:blip r:embed="rId2"/>
          <a:stretch>
            <a:fillRect/>
          </a:stretch>
        </p:blipFill>
        <p:spPr>
          <a:xfrm>
            <a:off x="2209799" y="1792914"/>
            <a:ext cx="7772400" cy="4041293"/>
          </a:xfrm>
          <a:prstGeom prst="rect">
            <a:avLst/>
          </a:prstGeom>
        </p:spPr>
      </p:pic>
    </p:spTree>
    <p:extLst>
      <p:ext uri="{BB962C8B-B14F-4D97-AF65-F5344CB8AC3E}">
        <p14:creationId xmlns:p14="http://schemas.microsoft.com/office/powerpoint/2010/main" val="3143079826"/>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A0E62CA-99A2-62C4-A876-9BCC6FDBB410}"/>
            </a:ext>
          </a:extLst>
        </p:cNvPr>
        <p:cNvGrpSpPr/>
        <p:nvPr/>
      </p:nvGrpSpPr>
      <p:grpSpPr>
        <a:xfrm>
          <a:off x="0" y="0"/>
          <a:ext cx="0" cy="0"/>
          <a:chOff x="0" y="0"/>
          <a:chExt cx="0" cy="0"/>
        </a:xfrm>
      </p:grpSpPr>
      <p:sp>
        <p:nvSpPr>
          <p:cNvPr id="4" name="Google Shape;135;p26">
            <a:extLst>
              <a:ext uri="{FF2B5EF4-FFF2-40B4-BE49-F238E27FC236}">
                <a16:creationId xmlns:a16="http://schemas.microsoft.com/office/drawing/2014/main" id="{9659C441-CD4B-9EF9-8AC4-36CF8F03CDB9}"/>
              </a:ext>
            </a:extLst>
          </p:cNvPr>
          <p:cNvSpPr txBox="1">
            <a:spLocks/>
          </p:cNvSpPr>
          <p:nvPr/>
        </p:nvSpPr>
        <p:spPr>
          <a:xfrm>
            <a:off x="426631" y="258833"/>
            <a:ext cx="11338737" cy="1143000"/>
          </a:xfrm>
          <a:prstGeom prst="rect">
            <a:avLst/>
          </a:prstGeom>
          <a:noFill/>
          <a:ln>
            <a:noFill/>
          </a:ln>
        </p:spPr>
        <p:txBody>
          <a:bodyPr spcFirstLastPara="1" wrap="square" lIns="107269" tIns="53620" rIns="107269" bIns="53620" anchor="ctr" anchorCtr="0">
            <a:noAutofit/>
          </a:bodyPr>
          <a:lstStyle>
            <a:defPPr marR="0" lvl="0" algn="l" rtl="0">
              <a:lnSpc>
                <a:spcPct val="100000"/>
              </a:lnSpc>
              <a:spcBef>
                <a:spcPts val="0"/>
              </a:spcBef>
              <a:spcAft>
                <a:spcPts val="0"/>
              </a:spcAft>
            </a:defPPr>
            <a:lvl1pPr marR="0" lvl="0" algn="ctr" rtl="0">
              <a:lnSpc>
                <a:spcPct val="100000"/>
              </a:lnSpc>
              <a:spcBef>
                <a:spcPts val="0"/>
              </a:spcBef>
              <a:spcAft>
                <a:spcPts val="0"/>
              </a:spcAft>
              <a:buClr>
                <a:schemeClr val="dk1"/>
              </a:buClr>
              <a:buSzPts val="1800"/>
              <a:buFont typeface="Calibri"/>
              <a:buNone/>
              <a:defRPr sz="44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9pPr>
          </a:lstStyle>
          <a:p>
            <a:r>
              <a:rPr lang="en-US" noProof="1"/>
              <a:t>Event: admin creation flow</a:t>
            </a:r>
          </a:p>
        </p:txBody>
      </p:sp>
      <p:pic>
        <p:nvPicPr>
          <p:cNvPr id="3" name="Picture 2">
            <a:extLst>
              <a:ext uri="{FF2B5EF4-FFF2-40B4-BE49-F238E27FC236}">
                <a16:creationId xmlns:a16="http://schemas.microsoft.com/office/drawing/2014/main" id="{7F0AB068-DE21-A488-E57F-4EC682A8325B}"/>
              </a:ext>
            </a:extLst>
          </p:cNvPr>
          <p:cNvPicPr>
            <a:picLocks noChangeAspect="1"/>
          </p:cNvPicPr>
          <p:nvPr/>
        </p:nvPicPr>
        <p:blipFill>
          <a:blip r:embed="rId2"/>
          <a:stretch>
            <a:fillRect/>
          </a:stretch>
        </p:blipFill>
        <p:spPr>
          <a:xfrm>
            <a:off x="2209799" y="1808943"/>
            <a:ext cx="7772400" cy="4103104"/>
          </a:xfrm>
          <a:prstGeom prst="rect">
            <a:avLst/>
          </a:prstGeom>
        </p:spPr>
      </p:pic>
    </p:spTree>
    <p:extLst>
      <p:ext uri="{BB962C8B-B14F-4D97-AF65-F5344CB8AC3E}">
        <p14:creationId xmlns:p14="http://schemas.microsoft.com/office/powerpoint/2010/main" val="1834966579"/>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76C851E-A770-A607-2B73-D918932335D7}"/>
            </a:ext>
          </a:extLst>
        </p:cNvPr>
        <p:cNvGrpSpPr/>
        <p:nvPr/>
      </p:nvGrpSpPr>
      <p:grpSpPr>
        <a:xfrm>
          <a:off x="0" y="0"/>
          <a:ext cx="0" cy="0"/>
          <a:chOff x="0" y="0"/>
          <a:chExt cx="0" cy="0"/>
        </a:xfrm>
      </p:grpSpPr>
      <p:sp>
        <p:nvSpPr>
          <p:cNvPr id="4" name="Google Shape;135;p26">
            <a:extLst>
              <a:ext uri="{FF2B5EF4-FFF2-40B4-BE49-F238E27FC236}">
                <a16:creationId xmlns:a16="http://schemas.microsoft.com/office/drawing/2014/main" id="{309E84AA-310F-E3F1-FD1B-0E2B992D711A}"/>
              </a:ext>
            </a:extLst>
          </p:cNvPr>
          <p:cNvSpPr txBox="1">
            <a:spLocks/>
          </p:cNvSpPr>
          <p:nvPr/>
        </p:nvSpPr>
        <p:spPr>
          <a:xfrm>
            <a:off x="426631" y="34748"/>
            <a:ext cx="11338737" cy="1143000"/>
          </a:xfrm>
          <a:prstGeom prst="rect">
            <a:avLst/>
          </a:prstGeom>
          <a:noFill/>
          <a:ln>
            <a:noFill/>
          </a:ln>
        </p:spPr>
        <p:txBody>
          <a:bodyPr spcFirstLastPara="1" wrap="square" lIns="107269" tIns="53620" rIns="107269" bIns="53620" anchor="ctr" anchorCtr="0">
            <a:noAutofit/>
          </a:bodyPr>
          <a:lstStyle>
            <a:defPPr marR="0" lvl="0" algn="l" rtl="0">
              <a:lnSpc>
                <a:spcPct val="100000"/>
              </a:lnSpc>
              <a:spcBef>
                <a:spcPts val="0"/>
              </a:spcBef>
              <a:spcAft>
                <a:spcPts val="0"/>
              </a:spcAft>
            </a:defPPr>
            <a:lvl1pPr marR="0" lvl="0" algn="ctr" rtl="0">
              <a:lnSpc>
                <a:spcPct val="100000"/>
              </a:lnSpc>
              <a:spcBef>
                <a:spcPts val="0"/>
              </a:spcBef>
              <a:spcAft>
                <a:spcPts val="0"/>
              </a:spcAft>
              <a:buClr>
                <a:schemeClr val="dk1"/>
              </a:buClr>
              <a:buSzPts val="1800"/>
              <a:buFont typeface="Calibri"/>
              <a:buNone/>
              <a:defRPr sz="44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9pPr>
          </a:lstStyle>
          <a:p>
            <a:r>
              <a:rPr lang="en-US" noProof="1"/>
              <a:t>Event: save assignment / assign project</a:t>
            </a:r>
          </a:p>
        </p:txBody>
      </p:sp>
      <p:pic>
        <p:nvPicPr>
          <p:cNvPr id="3" name="Picture 2">
            <a:extLst>
              <a:ext uri="{FF2B5EF4-FFF2-40B4-BE49-F238E27FC236}">
                <a16:creationId xmlns:a16="http://schemas.microsoft.com/office/drawing/2014/main" id="{0D0F2908-EE0E-9B35-C5C4-F187BF6FA05C}"/>
              </a:ext>
            </a:extLst>
          </p:cNvPr>
          <p:cNvPicPr>
            <a:picLocks noChangeAspect="1"/>
          </p:cNvPicPr>
          <p:nvPr/>
        </p:nvPicPr>
        <p:blipFill>
          <a:blip r:embed="rId2"/>
          <a:srcRect b="9903"/>
          <a:stretch>
            <a:fillRect/>
          </a:stretch>
        </p:blipFill>
        <p:spPr>
          <a:xfrm>
            <a:off x="2209799" y="906506"/>
            <a:ext cx="7986824" cy="5923403"/>
          </a:xfrm>
          <a:prstGeom prst="rect">
            <a:avLst/>
          </a:prstGeom>
        </p:spPr>
      </p:pic>
    </p:spTree>
    <p:extLst>
      <p:ext uri="{BB962C8B-B14F-4D97-AF65-F5344CB8AC3E}">
        <p14:creationId xmlns:p14="http://schemas.microsoft.com/office/powerpoint/2010/main" val="2228155493"/>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3D61C32-46A8-269B-3097-6048CCB62ABF}"/>
            </a:ext>
          </a:extLst>
        </p:cNvPr>
        <p:cNvGrpSpPr/>
        <p:nvPr/>
      </p:nvGrpSpPr>
      <p:grpSpPr>
        <a:xfrm>
          <a:off x="0" y="0"/>
          <a:ext cx="0" cy="0"/>
          <a:chOff x="0" y="0"/>
          <a:chExt cx="0" cy="0"/>
        </a:xfrm>
      </p:grpSpPr>
      <p:sp>
        <p:nvSpPr>
          <p:cNvPr id="4" name="Google Shape;135;p26">
            <a:extLst>
              <a:ext uri="{FF2B5EF4-FFF2-40B4-BE49-F238E27FC236}">
                <a16:creationId xmlns:a16="http://schemas.microsoft.com/office/drawing/2014/main" id="{D58A8EF4-F5CE-1DF8-0819-264A88F0617F}"/>
              </a:ext>
            </a:extLst>
          </p:cNvPr>
          <p:cNvSpPr txBox="1">
            <a:spLocks/>
          </p:cNvSpPr>
          <p:nvPr/>
        </p:nvSpPr>
        <p:spPr>
          <a:xfrm>
            <a:off x="426631" y="258833"/>
            <a:ext cx="11338737" cy="1143000"/>
          </a:xfrm>
          <a:prstGeom prst="rect">
            <a:avLst/>
          </a:prstGeom>
          <a:noFill/>
          <a:ln>
            <a:noFill/>
          </a:ln>
        </p:spPr>
        <p:txBody>
          <a:bodyPr spcFirstLastPara="1" wrap="square" lIns="107269" tIns="53620" rIns="107269" bIns="53620" anchor="ctr" anchorCtr="0">
            <a:noAutofit/>
          </a:bodyPr>
          <a:lstStyle>
            <a:defPPr marR="0" lvl="0" algn="l" rtl="0">
              <a:lnSpc>
                <a:spcPct val="100000"/>
              </a:lnSpc>
              <a:spcBef>
                <a:spcPts val="0"/>
              </a:spcBef>
              <a:spcAft>
                <a:spcPts val="0"/>
              </a:spcAft>
            </a:defPPr>
            <a:lvl1pPr marR="0" lvl="0" algn="ctr" rtl="0">
              <a:lnSpc>
                <a:spcPct val="100000"/>
              </a:lnSpc>
              <a:spcBef>
                <a:spcPts val="0"/>
              </a:spcBef>
              <a:spcAft>
                <a:spcPts val="0"/>
              </a:spcAft>
              <a:buClr>
                <a:schemeClr val="dk1"/>
              </a:buClr>
              <a:buSzPts val="1800"/>
              <a:buFont typeface="Calibri"/>
              <a:buNone/>
              <a:defRPr sz="44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9pPr>
          </a:lstStyle>
          <a:p>
            <a:r>
              <a:rPr lang="en-US" noProof="1"/>
              <a:t>Event: log hours</a:t>
            </a:r>
          </a:p>
        </p:txBody>
      </p:sp>
      <p:pic>
        <p:nvPicPr>
          <p:cNvPr id="3" name="Picture 2">
            <a:extLst>
              <a:ext uri="{FF2B5EF4-FFF2-40B4-BE49-F238E27FC236}">
                <a16:creationId xmlns:a16="http://schemas.microsoft.com/office/drawing/2014/main" id="{5FDAB577-59E1-69F1-9425-A97538E1F54D}"/>
              </a:ext>
            </a:extLst>
          </p:cNvPr>
          <p:cNvPicPr>
            <a:picLocks noChangeAspect="1"/>
          </p:cNvPicPr>
          <p:nvPr/>
        </p:nvPicPr>
        <p:blipFill>
          <a:blip r:embed="rId2"/>
          <a:stretch>
            <a:fillRect/>
          </a:stretch>
        </p:blipFill>
        <p:spPr>
          <a:xfrm>
            <a:off x="2209799" y="1806487"/>
            <a:ext cx="7772400" cy="4792680"/>
          </a:xfrm>
          <a:prstGeom prst="rect">
            <a:avLst/>
          </a:prstGeom>
        </p:spPr>
      </p:pic>
    </p:spTree>
    <p:extLst>
      <p:ext uri="{BB962C8B-B14F-4D97-AF65-F5344CB8AC3E}">
        <p14:creationId xmlns:p14="http://schemas.microsoft.com/office/powerpoint/2010/main" val="2552060175"/>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634ED49-B888-52AC-9CEB-16F19A7781BD}"/>
            </a:ext>
          </a:extLst>
        </p:cNvPr>
        <p:cNvGrpSpPr/>
        <p:nvPr/>
      </p:nvGrpSpPr>
      <p:grpSpPr>
        <a:xfrm>
          <a:off x="0" y="0"/>
          <a:ext cx="0" cy="0"/>
          <a:chOff x="0" y="0"/>
          <a:chExt cx="0" cy="0"/>
        </a:xfrm>
      </p:grpSpPr>
      <p:sp>
        <p:nvSpPr>
          <p:cNvPr id="4" name="Google Shape;135;p26">
            <a:extLst>
              <a:ext uri="{FF2B5EF4-FFF2-40B4-BE49-F238E27FC236}">
                <a16:creationId xmlns:a16="http://schemas.microsoft.com/office/drawing/2014/main" id="{F5B5B354-EF21-9EE1-069E-07DD4F30ED39}"/>
              </a:ext>
            </a:extLst>
          </p:cNvPr>
          <p:cNvSpPr txBox="1">
            <a:spLocks/>
          </p:cNvSpPr>
          <p:nvPr/>
        </p:nvSpPr>
        <p:spPr>
          <a:xfrm>
            <a:off x="426631" y="258833"/>
            <a:ext cx="11338737" cy="1143000"/>
          </a:xfrm>
          <a:prstGeom prst="rect">
            <a:avLst/>
          </a:prstGeom>
          <a:noFill/>
          <a:ln>
            <a:noFill/>
          </a:ln>
        </p:spPr>
        <p:txBody>
          <a:bodyPr spcFirstLastPara="1" wrap="square" lIns="107269" tIns="53620" rIns="107269" bIns="53620" anchor="ctr" anchorCtr="0">
            <a:noAutofit/>
          </a:bodyPr>
          <a:lstStyle>
            <a:defPPr marR="0" lvl="0" algn="l" rtl="0">
              <a:lnSpc>
                <a:spcPct val="100000"/>
              </a:lnSpc>
              <a:spcBef>
                <a:spcPts val="0"/>
              </a:spcBef>
              <a:spcAft>
                <a:spcPts val="0"/>
              </a:spcAft>
            </a:defPPr>
            <a:lvl1pPr marR="0" lvl="0" algn="ctr" rtl="0">
              <a:lnSpc>
                <a:spcPct val="100000"/>
              </a:lnSpc>
              <a:spcBef>
                <a:spcPts val="0"/>
              </a:spcBef>
              <a:spcAft>
                <a:spcPts val="0"/>
              </a:spcAft>
              <a:buClr>
                <a:schemeClr val="dk1"/>
              </a:buClr>
              <a:buSzPts val="1800"/>
              <a:buFont typeface="Calibri"/>
              <a:buNone/>
              <a:defRPr sz="44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9pPr>
          </a:lstStyle>
          <a:p>
            <a:pPr>
              <a:buClr>
                <a:prstClr val="black"/>
              </a:buClr>
              <a:defRPr/>
            </a:pPr>
            <a:r>
              <a:rPr lang="en-US" noProof="1">
                <a:solidFill>
                  <a:srgbClr val="FF0000"/>
                </a:solidFill>
              </a:rPr>
              <a:t>Versione JavaScript – Admin</a:t>
            </a:r>
            <a:endParaRPr kumimoji="0" lang="en-US" sz="4400" b="0" i="0" u="none" strike="noStrike" kern="1200" cap="none" spc="0" normalizeH="0" baseline="0" noProof="1">
              <a:ln>
                <a:noFill/>
              </a:ln>
              <a:solidFill>
                <a:srgbClr val="FF0000"/>
              </a:solidFill>
              <a:effectLst/>
              <a:uLnTx/>
              <a:uFillTx/>
              <a:latin typeface="Calibri"/>
              <a:cs typeface="Calibri"/>
              <a:sym typeface="Calibri"/>
            </a:endParaRPr>
          </a:p>
        </p:txBody>
      </p:sp>
      <p:sp>
        <p:nvSpPr>
          <p:cNvPr id="5" name="Google Shape;136;p26">
            <a:extLst>
              <a:ext uri="{FF2B5EF4-FFF2-40B4-BE49-F238E27FC236}">
                <a16:creationId xmlns:a16="http://schemas.microsoft.com/office/drawing/2014/main" id="{0327400C-258D-5238-FF2B-3FF3CF6D89B4}"/>
              </a:ext>
            </a:extLst>
          </p:cNvPr>
          <p:cNvSpPr txBox="1">
            <a:spLocks/>
          </p:cNvSpPr>
          <p:nvPr/>
        </p:nvSpPr>
        <p:spPr>
          <a:xfrm>
            <a:off x="426631" y="1401833"/>
            <a:ext cx="11338736" cy="5331476"/>
          </a:xfrm>
          <a:prstGeom prst="rect">
            <a:avLst/>
          </a:prstGeom>
          <a:noFill/>
          <a:ln>
            <a:noFill/>
          </a:ln>
        </p:spPr>
        <p:txBody>
          <a:bodyPr spcFirstLastPara="1" wrap="square" lIns="107269" tIns="53620" rIns="107269" bIns="53620" anchor="t" anchorCtr="0">
            <a:noAutofit/>
          </a:bodyPr>
          <a:lstStyle>
            <a:defPPr marR="0" lvl="0" algn="l" rtl="0">
              <a:lnSpc>
                <a:spcPct val="100000"/>
              </a:lnSpc>
              <a:spcBef>
                <a:spcPts val="0"/>
              </a:spcBef>
              <a:spcAft>
                <a:spcPts val="0"/>
              </a:spcAft>
            </a:defPPr>
            <a:lvl1pPr marL="536433" marR="0" lvl="0" indent="-402325" algn="l" rtl="0">
              <a:lnSpc>
                <a:spcPct val="100000"/>
              </a:lnSpc>
              <a:spcBef>
                <a:spcPts val="422"/>
              </a:spcBef>
              <a:spcAft>
                <a:spcPts val="0"/>
              </a:spcAft>
              <a:buClr>
                <a:schemeClr val="dk1"/>
              </a:buClr>
              <a:buSzPts val="1800"/>
              <a:buFont typeface="Arial"/>
              <a:buChar char="•"/>
              <a:defRPr sz="3200" b="0" i="0" u="none" strike="noStrike" cap="none">
                <a:solidFill>
                  <a:schemeClr val="dk1"/>
                </a:solidFill>
                <a:latin typeface="Calibri"/>
                <a:ea typeface="Calibri"/>
                <a:cs typeface="Calibri"/>
                <a:sym typeface="Calibri"/>
              </a:defRPr>
            </a:lvl1pPr>
            <a:lvl2pPr marL="1072866" marR="0" lvl="1" indent="-402325" algn="l" rtl="0">
              <a:lnSpc>
                <a:spcPct val="100000"/>
              </a:lnSpc>
              <a:spcBef>
                <a:spcPts val="422"/>
              </a:spcBef>
              <a:spcAft>
                <a:spcPts val="0"/>
              </a:spcAft>
              <a:buClr>
                <a:schemeClr val="dk1"/>
              </a:buClr>
              <a:buSzPts val="1800"/>
              <a:buFont typeface="Arial"/>
              <a:buChar char="–"/>
              <a:defRPr sz="2800" b="0" i="0" u="none" strike="noStrike" cap="none">
                <a:solidFill>
                  <a:schemeClr val="dk1"/>
                </a:solidFill>
                <a:latin typeface="Calibri"/>
                <a:ea typeface="Calibri"/>
                <a:cs typeface="Calibri"/>
                <a:sym typeface="Calibri"/>
              </a:defRPr>
            </a:lvl2pPr>
            <a:lvl3pPr marL="1609298" marR="0" lvl="2" indent="-402325" algn="l" rtl="0">
              <a:lnSpc>
                <a:spcPct val="100000"/>
              </a:lnSpc>
              <a:spcBef>
                <a:spcPts val="422"/>
              </a:spcBef>
              <a:spcAft>
                <a:spcPts val="0"/>
              </a:spcAft>
              <a:buClr>
                <a:schemeClr val="dk1"/>
              </a:buClr>
              <a:buSzPts val="1800"/>
              <a:buFont typeface="Arial"/>
              <a:buChar char="•"/>
              <a:defRPr sz="2400" b="0" i="0" u="none" strike="noStrike" cap="none">
                <a:solidFill>
                  <a:schemeClr val="dk1"/>
                </a:solidFill>
                <a:latin typeface="Calibri"/>
                <a:ea typeface="Calibri"/>
                <a:cs typeface="Calibri"/>
                <a:sym typeface="Calibri"/>
              </a:defRPr>
            </a:lvl3pPr>
            <a:lvl4pPr marL="2145731" marR="0" lvl="3"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4pPr>
            <a:lvl5pPr marL="2682164" marR="0" lvl="4"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5pPr>
            <a:lvl6pPr marL="3218597" marR="0" lvl="5"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6pPr>
            <a:lvl7pPr marL="3755029" marR="0" lvl="6"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7pPr>
            <a:lvl8pPr marL="4291462" marR="0" lvl="7"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8pPr>
            <a:lvl9pPr marL="4827895" marR="0" lvl="8"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9pPr>
          </a:lstStyle>
          <a:p>
            <a:pPr marL="0" marR="0" lvl="0" indent="0" algn="just" defTabSz="914400" rtl="0" eaLnBrk="1" fontAlgn="auto" latinLnBrk="0" hangingPunct="1">
              <a:lnSpc>
                <a:spcPct val="100000"/>
              </a:lnSpc>
              <a:spcBef>
                <a:spcPts val="0"/>
              </a:spcBef>
              <a:spcAft>
                <a:spcPts val="1173"/>
              </a:spcAft>
              <a:buClr>
                <a:srgbClr val="000000"/>
              </a:buClr>
              <a:buSzPts val="1100"/>
              <a:buFont typeface="Arial"/>
              <a:buNone/>
              <a:tabLst/>
              <a:defRPr/>
            </a:pPr>
            <a:r>
              <a:rPr kumimoji="0" lang="en-US" sz="1500" b="0" i="0" u="none" strike="noStrike" kern="0" cap="none" spc="0" normalizeH="0" baseline="0" noProof="1">
                <a:ln>
                  <a:noFill/>
                </a:ln>
                <a:solidFill>
                  <a:schemeClr val="tx1"/>
                </a:solidFill>
                <a:effectLst/>
                <a:uLnTx/>
                <a:uFillTx/>
                <a:latin typeface="Calibri"/>
                <a:cs typeface="Calibri"/>
                <a:sym typeface="Calibri"/>
              </a:rPr>
              <a:t>La versione JavaScript estende e/o modifica le specifiche dell’interfaccia come segue:</a:t>
            </a:r>
          </a:p>
          <a:p>
            <a:pPr marL="285750" indent="-285750" algn="just">
              <a:spcBef>
                <a:spcPts val="0"/>
              </a:spcBef>
              <a:spcAft>
                <a:spcPts val="1173"/>
              </a:spcAft>
              <a:buClr>
                <a:srgbClr val="000000"/>
              </a:buClr>
              <a:buSzPts val="1100"/>
              <a:defRPr/>
            </a:pPr>
            <a:r>
              <a:rPr kumimoji="0" lang="en-US" sz="1500" b="0" i="0" u="none" strike="noStrike" kern="0" cap="none" spc="0" normalizeH="0" baseline="0" noProof="1">
                <a:ln>
                  <a:noFill/>
                </a:ln>
                <a:solidFill>
                  <a:schemeClr val="tx1"/>
                </a:solidFill>
                <a:effectLst/>
                <a:uLnTx/>
                <a:uFillTx/>
                <a:latin typeface="Calibri"/>
                <a:cs typeface="Calibri"/>
                <a:sym typeface="Calibri"/>
              </a:rPr>
              <a:t>L’interfaccia </a:t>
            </a:r>
            <a:r>
              <a:rPr lang="en-US" sz="1500" kern="0" noProof="1">
                <a:solidFill>
                  <a:schemeClr val="tx1"/>
                </a:solidFill>
              </a:rPr>
              <a:t>deve</a:t>
            </a:r>
            <a:r>
              <a:rPr kumimoji="0" lang="en-US" sz="1500" b="0" i="0" u="none" strike="noStrike" kern="0" cap="none" spc="0" normalizeH="0" baseline="0" noProof="1">
                <a:ln>
                  <a:noFill/>
                </a:ln>
                <a:solidFill>
                  <a:schemeClr val="tx1"/>
                </a:solidFill>
                <a:effectLst/>
                <a:uLnTx/>
                <a:uFillTx/>
                <a:latin typeface="Calibri"/>
                <a:cs typeface="Calibri"/>
                <a:sym typeface="Calibri"/>
              </a:rPr>
              <a:t> essere realizzata in una sola pagina. L’invio di richieste al server è gestito in modo asincrono e provoca l’aggiornamento parziale dell’interfaccia limitatamente ai soli dati che variano.</a:t>
            </a:r>
          </a:p>
          <a:p>
            <a:pPr marL="285750" indent="-285750" algn="just">
              <a:spcBef>
                <a:spcPts val="0"/>
              </a:spcBef>
              <a:spcAft>
                <a:spcPts val="1173"/>
              </a:spcAft>
              <a:buClr>
                <a:srgbClr val="000000"/>
              </a:buClr>
              <a:buSzPts val="1100"/>
              <a:defRPr/>
            </a:pPr>
            <a:r>
              <a:rPr kumimoji="0" lang="en-US" sz="1500" b="0" i="0" u="none" strike="noStrike" kern="0" cap="none" spc="0" normalizeH="0" baseline="0" noProof="1">
                <a:ln>
                  <a:noFill/>
                </a:ln>
                <a:solidFill>
                  <a:schemeClr val="tx1"/>
                </a:solidFill>
                <a:effectLst/>
                <a:uLnTx/>
                <a:uFillTx/>
                <a:latin typeface="Calibri"/>
                <a:cs typeface="Calibri"/>
                <a:sym typeface="Calibri"/>
              </a:rPr>
              <a:t>La creazione completa di un progetto dei suoi WP e task deve avvenire inizialmente solo nel client. Quando l'inserimento di tutti i dati è completo (tutti i WP e task sono stati inseriti con tutti i loro attributi e le loro relazioni), un bottone SALVA permette la registrazione permanente del progetto e dei suoi WP e task nella base di dati.  Il tentativo di creare un progetto senza WP o un WP senza task comporta il fallimento del salvataggio, ma non la perdita dei dati inseriti a lato client fino a quel momento.</a:t>
            </a:r>
          </a:p>
          <a:p>
            <a:pPr marL="285750" indent="-285750" algn="just">
              <a:spcBef>
                <a:spcPts val="0"/>
              </a:spcBef>
              <a:buClr>
                <a:srgbClr val="000000"/>
              </a:buClr>
              <a:buSzPts val="1100"/>
              <a:defRPr/>
            </a:pPr>
            <a:r>
              <a:rPr kumimoji="0" lang="en-US" sz="1500" b="0" i="0" u="none" strike="noStrike" kern="0" cap="none" spc="0" normalizeH="0" baseline="0" noProof="1">
                <a:ln>
                  <a:noFill/>
                </a:ln>
                <a:solidFill>
                  <a:schemeClr val="tx1"/>
                </a:solidFill>
                <a:effectLst/>
                <a:uLnTx/>
                <a:uFillTx/>
                <a:latin typeface="Calibri"/>
                <a:cs typeface="Calibri"/>
                <a:sym typeface="Calibri"/>
              </a:rPr>
              <a:t>Dopo la creazione del progetto tramite form, la creazione di WP e task avviene mediante un bottone “+”. </a:t>
            </a:r>
          </a:p>
          <a:p>
            <a:pPr marL="822183" lvl="1" indent="-285750" algn="just">
              <a:spcBef>
                <a:spcPts val="0"/>
              </a:spcBef>
              <a:buClr>
                <a:srgbClr val="000000"/>
              </a:buClr>
              <a:buSzPts val="1100"/>
              <a:defRPr/>
            </a:pPr>
            <a:r>
              <a:rPr kumimoji="0" lang="en-US" sz="1500" b="0" i="0" u="none" strike="noStrike" kern="0" cap="none" spc="0" normalizeH="0" baseline="0" noProof="1">
                <a:ln>
                  <a:noFill/>
                </a:ln>
                <a:solidFill>
                  <a:schemeClr val="tx1"/>
                </a:solidFill>
                <a:effectLst/>
                <a:uLnTx/>
                <a:uFillTx/>
                <a:latin typeface="Calibri"/>
                <a:cs typeface="Calibri"/>
                <a:sym typeface="Calibri"/>
              </a:rPr>
              <a:t>La pressione del bottone “+” accanto a un progetto permette di aggiungere un WP in coda all’elenco di quelli esistenti (o di aggiungere il primo WP se non ne sono ancora stati creati). Il nuovo WP ha un titolo provvisorio (ad esempio “Titolo del WP”) e durata pari a quella del progetto (da mese 1 a mese N). Cliccando sul valore di ciascuno degli attributi del WP è possibile modificare il valore di default. </a:t>
            </a:r>
          </a:p>
          <a:p>
            <a:pPr marL="822183" lvl="1" indent="-285750" algn="just">
              <a:spcBef>
                <a:spcPts val="0"/>
              </a:spcBef>
              <a:buClr>
                <a:srgbClr val="000000"/>
              </a:buClr>
              <a:buSzPts val="1100"/>
              <a:defRPr/>
            </a:pPr>
            <a:r>
              <a:rPr kumimoji="0" lang="en-US" sz="1500" b="0" i="0" u="none" strike="noStrike" kern="0" cap="none" spc="0" normalizeH="0" baseline="0" noProof="1">
                <a:ln>
                  <a:noFill/>
                </a:ln>
                <a:solidFill>
                  <a:schemeClr val="tx1"/>
                </a:solidFill>
                <a:effectLst/>
                <a:uLnTx/>
                <a:uFillTx/>
                <a:latin typeface="Calibri"/>
                <a:cs typeface="Calibri"/>
                <a:sym typeface="Calibri"/>
              </a:rPr>
              <a:t>La pressione del bottone “+” accanto a un WP permette di aggiungere un task in coda all’elenco di quelli esistenti. Il nuovo task ha  un titolo provvisorio (ad esempio “Titolo del task”) e durata pari a quella del WP. Cliccando sul valore di ciascuno degli attributi del task è possibile modificare il  valore di default. </a:t>
            </a:r>
          </a:p>
          <a:p>
            <a:pPr marL="822183" lvl="1" indent="-285750" algn="just">
              <a:spcBef>
                <a:spcPts val="0"/>
              </a:spcBef>
              <a:spcAft>
                <a:spcPts val="1173"/>
              </a:spcAft>
              <a:buClr>
                <a:srgbClr val="000000"/>
              </a:buClr>
              <a:buSzPts val="1100"/>
              <a:defRPr/>
            </a:pPr>
            <a:r>
              <a:rPr kumimoji="0" lang="en-US" sz="1500" b="0" i="0" u="none" strike="noStrike" kern="0" cap="none" spc="0" normalizeH="0" baseline="0" noProof="1">
                <a:ln>
                  <a:noFill/>
                </a:ln>
                <a:solidFill>
                  <a:schemeClr val="tx1"/>
                </a:solidFill>
                <a:effectLst/>
                <a:uLnTx/>
                <a:uFillTx/>
                <a:latin typeface="Calibri"/>
                <a:cs typeface="Calibri"/>
                <a:sym typeface="Calibri"/>
              </a:rPr>
              <a:t>La definizione del numero d’ordine di WP e task avviene in modo automatico.</a:t>
            </a:r>
          </a:p>
          <a:p>
            <a:pPr marL="285750" indent="-285750" algn="just">
              <a:spcBef>
                <a:spcPts val="0"/>
              </a:spcBef>
              <a:spcAft>
                <a:spcPts val="1173"/>
              </a:spcAft>
              <a:buClr>
                <a:srgbClr val="000000"/>
              </a:buClr>
              <a:buSzPts val="1100"/>
              <a:defRPr/>
            </a:pPr>
            <a:r>
              <a:rPr kumimoji="0" lang="en-US" sz="1500" b="0" i="0" u="none" strike="noStrike" kern="0" cap="none" spc="0" normalizeH="0" baseline="0" noProof="1">
                <a:ln>
                  <a:noFill/>
                </a:ln>
                <a:solidFill>
                  <a:schemeClr val="tx1"/>
                </a:solidFill>
                <a:effectLst/>
                <a:uLnTx/>
                <a:uFillTx/>
                <a:latin typeface="Calibri"/>
                <a:cs typeface="Calibri"/>
                <a:sym typeface="Calibri"/>
              </a:rPr>
              <a:t>Un bottone “-” accanto a un WP (o a un task) ne provoca la cancellazione. La cancellazione di un WP o di un task può richiedere la modifica automatica del numero d’ordine dei WP o dei task successivi. Se si elimina un WP, i task a lui figli devono essere eliminati in cascata.</a:t>
            </a:r>
          </a:p>
        </p:txBody>
      </p:sp>
    </p:spTree>
    <p:extLst>
      <p:ext uri="{BB962C8B-B14F-4D97-AF65-F5344CB8AC3E}">
        <p14:creationId xmlns:p14="http://schemas.microsoft.com/office/powerpoint/2010/main" val="1148205399"/>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94FC387-6DF2-B34B-322F-8EA4B1D40DC7}"/>
            </a:ext>
          </a:extLst>
        </p:cNvPr>
        <p:cNvGrpSpPr/>
        <p:nvPr/>
      </p:nvGrpSpPr>
      <p:grpSpPr>
        <a:xfrm>
          <a:off x="0" y="0"/>
          <a:ext cx="0" cy="0"/>
          <a:chOff x="0" y="0"/>
          <a:chExt cx="0" cy="0"/>
        </a:xfrm>
      </p:grpSpPr>
      <p:sp>
        <p:nvSpPr>
          <p:cNvPr id="4" name="Google Shape;135;p26">
            <a:extLst>
              <a:ext uri="{FF2B5EF4-FFF2-40B4-BE49-F238E27FC236}">
                <a16:creationId xmlns:a16="http://schemas.microsoft.com/office/drawing/2014/main" id="{444876B9-2664-F3F2-3C44-148AC94F4D57}"/>
              </a:ext>
            </a:extLst>
          </p:cNvPr>
          <p:cNvSpPr txBox="1">
            <a:spLocks/>
          </p:cNvSpPr>
          <p:nvPr/>
        </p:nvSpPr>
        <p:spPr>
          <a:xfrm>
            <a:off x="226273" y="258833"/>
            <a:ext cx="11739453" cy="1143000"/>
          </a:xfrm>
          <a:prstGeom prst="rect">
            <a:avLst/>
          </a:prstGeom>
          <a:noFill/>
          <a:ln>
            <a:noFill/>
          </a:ln>
        </p:spPr>
        <p:txBody>
          <a:bodyPr spcFirstLastPara="1" wrap="square" lIns="107269" tIns="53620" rIns="107269" bIns="53620" anchor="ctr" anchorCtr="0">
            <a:noAutofit/>
          </a:bodyPr>
          <a:lstStyle>
            <a:defPPr marR="0" lvl="0" algn="l" rtl="0">
              <a:lnSpc>
                <a:spcPct val="100000"/>
              </a:lnSpc>
              <a:spcBef>
                <a:spcPts val="0"/>
              </a:spcBef>
              <a:spcAft>
                <a:spcPts val="0"/>
              </a:spcAft>
            </a:defPPr>
            <a:lvl1pPr marR="0" lvl="0" algn="ctr" rtl="0">
              <a:lnSpc>
                <a:spcPct val="100000"/>
              </a:lnSpc>
              <a:spcBef>
                <a:spcPts val="0"/>
              </a:spcBef>
              <a:spcAft>
                <a:spcPts val="0"/>
              </a:spcAft>
              <a:buClr>
                <a:schemeClr val="dk1"/>
              </a:buClr>
              <a:buSzPts val="1800"/>
              <a:buFont typeface="Calibri"/>
              <a:buNone/>
              <a:defRPr sz="44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9pPr>
          </a:lstStyle>
          <a:p>
            <a:pPr>
              <a:buClr>
                <a:prstClr val="black"/>
              </a:buClr>
              <a:defRPr/>
            </a:pPr>
            <a:r>
              <a:rPr lang="en-US" noProof="1">
                <a:solidFill>
                  <a:srgbClr val="FF0000"/>
                </a:solidFill>
              </a:rPr>
              <a:t>Versione JavaScript – Manager e Collaborator</a:t>
            </a:r>
            <a:endParaRPr kumimoji="0" lang="en-US" sz="4400" b="0" i="0" u="none" strike="noStrike" kern="1200" cap="none" spc="0" normalizeH="0" baseline="0" noProof="1">
              <a:ln>
                <a:noFill/>
              </a:ln>
              <a:solidFill>
                <a:srgbClr val="FF0000"/>
              </a:solidFill>
              <a:effectLst/>
              <a:uLnTx/>
              <a:uFillTx/>
              <a:latin typeface="Calibri"/>
              <a:cs typeface="Calibri"/>
              <a:sym typeface="Calibri"/>
            </a:endParaRPr>
          </a:p>
        </p:txBody>
      </p:sp>
      <p:sp>
        <p:nvSpPr>
          <p:cNvPr id="5" name="Google Shape;136;p26">
            <a:extLst>
              <a:ext uri="{FF2B5EF4-FFF2-40B4-BE49-F238E27FC236}">
                <a16:creationId xmlns:a16="http://schemas.microsoft.com/office/drawing/2014/main" id="{1273022D-0438-5D57-5B56-3F8646025BBB}"/>
              </a:ext>
            </a:extLst>
          </p:cNvPr>
          <p:cNvSpPr txBox="1">
            <a:spLocks/>
          </p:cNvSpPr>
          <p:nvPr/>
        </p:nvSpPr>
        <p:spPr>
          <a:xfrm>
            <a:off x="426631" y="1401833"/>
            <a:ext cx="11338736" cy="5331476"/>
          </a:xfrm>
          <a:prstGeom prst="rect">
            <a:avLst/>
          </a:prstGeom>
          <a:noFill/>
          <a:ln>
            <a:noFill/>
          </a:ln>
        </p:spPr>
        <p:txBody>
          <a:bodyPr spcFirstLastPara="1" wrap="square" lIns="107269" tIns="53620" rIns="107269" bIns="53620" anchor="t" anchorCtr="0">
            <a:noAutofit/>
          </a:bodyPr>
          <a:lstStyle>
            <a:defPPr marR="0" lvl="0" algn="l" rtl="0">
              <a:lnSpc>
                <a:spcPct val="100000"/>
              </a:lnSpc>
              <a:spcBef>
                <a:spcPts val="0"/>
              </a:spcBef>
              <a:spcAft>
                <a:spcPts val="0"/>
              </a:spcAft>
            </a:defPPr>
            <a:lvl1pPr marL="536433" marR="0" lvl="0" indent="-402325" algn="l" rtl="0">
              <a:lnSpc>
                <a:spcPct val="100000"/>
              </a:lnSpc>
              <a:spcBef>
                <a:spcPts val="422"/>
              </a:spcBef>
              <a:spcAft>
                <a:spcPts val="0"/>
              </a:spcAft>
              <a:buClr>
                <a:schemeClr val="dk1"/>
              </a:buClr>
              <a:buSzPts val="1800"/>
              <a:buFont typeface="Arial"/>
              <a:buChar char="•"/>
              <a:defRPr sz="3200" b="0" i="0" u="none" strike="noStrike" cap="none">
                <a:solidFill>
                  <a:schemeClr val="dk1"/>
                </a:solidFill>
                <a:latin typeface="Calibri"/>
                <a:ea typeface="Calibri"/>
                <a:cs typeface="Calibri"/>
                <a:sym typeface="Calibri"/>
              </a:defRPr>
            </a:lvl1pPr>
            <a:lvl2pPr marL="1072866" marR="0" lvl="1" indent="-402325" algn="l" rtl="0">
              <a:lnSpc>
                <a:spcPct val="100000"/>
              </a:lnSpc>
              <a:spcBef>
                <a:spcPts val="422"/>
              </a:spcBef>
              <a:spcAft>
                <a:spcPts val="0"/>
              </a:spcAft>
              <a:buClr>
                <a:schemeClr val="dk1"/>
              </a:buClr>
              <a:buSzPts val="1800"/>
              <a:buFont typeface="Arial"/>
              <a:buChar char="–"/>
              <a:defRPr sz="2800" b="0" i="0" u="none" strike="noStrike" cap="none">
                <a:solidFill>
                  <a:schemeClr val="dk1"/>
                </a:solidFill>
                <a:latin typeface="Calibri"/>
                <a:ea typeface="Calibri"/>
                <a:cs typeface="Calibri"/>
                <a:sym typeface="Calibri"/>
              </a:defRPr>
            </a:lvl2pPr>
            <a:lvl3pPr marL="1609298" marR="0" lvl="2" indent="-402325" algn="l" rtl="0">
              <a:lnSpc>
                <a:spcPct val="100000"/>
              </a:lnSpc>
              <a:spcBef>
                <a:spcPts val="422"/>
              </a:spcBef>
              <a:spcAft>
                <a:spcPts val="0"/>
              </a:spcAft>
              <a:buClr>
                <a:schemeClr val="dk1"/>
              </a:buClr>
              <a:buSzPts val="1800"/>
              <a:buFont typeface="Arial"/>
              <a:buChar char="•"/>
              <a:defRPr sz="2400" b="0" i="0" u="none" strike="noStrike" cap="none">
                <a:solidFill>
                  <a:schemeClr val="dk1"/>
                </a:solidFill>
                <a:latin typeface="Calibri"/>
                <a:ea typeface="Calibri"/>
                <a:cs typeface="Calibri"/>
                <a:sym typeface="Calibri"/>
              </a:defRPr>
            </a:lvl3pPr>
            <a:lvl4pPr marL="2145731" marR="0" lvl="3"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4pPr>
            <a:lvl5pPr marL="2682164" marR="0" lvl="4"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5pPr>
            <a:lvl6pPr marL="3218597" marR="0" lvl="5"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6pPr>
            <a:lvl7pPr marL="3755029" marR="0" lvl="6"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7pPr>
            <a:lvl8pPr marL="4291462" marR="0" lvl="7"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8pPr>
            <a:lvl9pPr marL="4827895" marR="0" lvl="8"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9pPr>
          </a:lstStyle>
          <a:p>
            <a:pPr marL="285750" indent="-285750" algn="just">
              <a:spcBef>
                <a:spcPts val="0"/>
              </a:spcBef>
              <a:spcAft>
                <a:spcPts val="1173"/>
              </a:spcAft>
              <a:buClr>
                <a:srgbClr val="000000"/>
              </a:buClr>
              <a:buSzPts val="1100"/>
              <a:defRPr/>
            </a:pPr>
            <a:r>
              <a:rPr lang="en-US" sz="1500" kern="0" noProof="1">
                <a:solidFill>
                  <a:schemeClr val="tx1"/>
                </a:solidFill>
              </a:rPr>
              <a:t>L’interfaccia deve essere realizzata in una sola pagina. L’invio di richieste al server è gestito in modo asincrono e provoca l’aggiornamento parziale dell’interfaccia limitatamente ai soli dati che variano.</a:t>
            </a:r>
          </a:p>
          <a:p>
            <a:pPr marL="0" lvl="0" indent="0" algn="just">
              <a:spcBef>
                <a:spcPts val="0"/>
              </a:spcBef>
              <a:spcAft>
                <a:spcPts val="1173"/>
              </a:spcAft>
              <a:buClr>
                <a:srgbClr val="000000"/>
              </a:buClr>
              <a:buSzPts val="1100"/>
              <a:buNone/>
              <a:defRPr/>
            </a:pPr>
            <a:endParaRPr kumimoji="0" lang="en-US" sz="1500" b="0" i="0" u="none" strike="noStrike" kern="0" cap="none" spc="0" normalizeH="0" baseline="0" noProof="1">
              <a:ln>
                <a:noFill/>
              </a:ln>
              <a:solidFill>
                <a:schemeClr val="tx1"/>
              </a:solidFill>
              <a:effectLst/>
              <a:uLnTx/>
              <a:uFillTx/>
              <a:latin typeface="Calibri"/>
              <a:cs typeface="Calibri"/>
              <a:sym typeface="Calibri"/>
            </a:endParaRPr>
          </a:p>
          <a:p>
            <a:pPr marL="0" lvl="0" indent="0" algn="just">
              <a:spcBef>
                <a:spcPts val="0"/>
              </a:spcBef>
              <a:spcAft>
                <a:spcPts val="1173"/>
              </a:spcAft>
              <a:buClr>
                <a:srgbClr val="000000"/>
              </a:buClr>
              <a:buSzPts val="1100"/>
              <a:buNone/>
              <a:defRPr/>
            </a:pPr>
            <a:endParaRPr lang="en-US" sz="1500" kern="0" noProof="1">
              <a:solidFill>
                <a:schemeClr val="tx1"/>
              </a:solidFill>
            </a:endParaRPr>
          </a:p>
          <a:p>
            <a:pPr marL="0" lvl="0" indent="0" algn="just">
              <a:spcBef>
                <a:spcPts val="0"/>
              </a:spcBef>
              <a:spcAft>
                <a:spcPts val="1173"/>
              </a:spcAft>
              <a:buClr>
                <a:srgbClr val="000000"/>
              </a:buClr>
              <a:buSzPts val="1100"/>
              <a:buNone/>
              <a:defRPr/>
            </a:pPr>
            <a:endParaRPr kumimoji="0" lang="en-US" sz="1500" b="0" i="0" u="none" strike="noStrike" kern="0" cap="none" spc="0" normalizeH="0" baseline="0" noProof="1">
              <a:ln>
                <a:noFill/>
              </a:ln>
              <a:solidFill>
                <a:schemeClr val="tx1"/>
              </a:solidFill>
              <a:effectLst/>
              <a:uLnTx/>
              <a:uFillTx/>
              <a:latin typeface="Calibri"/>
              <a:cs typeface="Calibri"/>
              <a:sym typeface="Calibri"/>
            </a:endParaRPr>
          </a:p>
          <a:p>
            <a:pPr marL="285750" indent="-285750" algn="just">
              <a:spcBef>
                <a:spcPts val="0"/>
              </a:spcBef>
              <a:spcAft>
                <a:spcPts val="1173"/>
              </a:spcAft>
              <a:buClr>
                <a:srgbClr val="000000"/>
              </a:buClr>
              <a:buSzPts val="1100"/>
              <a:defRPr/>
            </a:pPr>
            <a:r>
              <a:rPr lang="en-US" sz="1500" kern="0" noProof="1">
                <a:solidFill>
                  <a:schemeClr val="tx1"/>
                </a:solidFill>
              </a:rPr>
              <a:t>L’interfaccia deve essere realizzata in una sola pagina. L’invio di richieste al server è gestito in modo asincrono e provoca l’aggiornamento parziale dell’interfaccia limitatamente ai soli dati che variano.</a:t>
            </a:r>
          </a:p>
          <a:p>
            <a:pPr marL="285750" indent="-285750" algn="just">
              <a:spcBef>
                <a:spcPts val="0"/>
              </a:spcBef>
              <a:spcAft>
                <a:spcPts val="1173"/>
              </a:spcAft>
              <a:buClr>
                <a:srgbClr val="000000"/>
              </a:buClr>
              <a:buSzPts val="1100"/>
              <a:defRPr/>
            </a:pPr>
            <a:r>
              <a:rPr lang="en-US" sz="1500" kern="0" noProof="1">
                <a:solidFill>
                  <a:schemeClr val="tx1"/>
                </a:solidFill>
              </a:rPr>
              <a:t>Il caricamento dei progetti, WP e task deve avvenire all’accesso alla pagina HOME COLLABORATORE e la selezione di un progetto non deve ricaricare i dati dal server.</a:t>
            </a:r>
          </a:p>
          <a:p>
            <a:pPr marL="285750" indent="-285750" algn="just">
              <a:spcBef>
                <a:spcPts val="0"/>
              </a:spcBef>
              <a:spcAft>
                <a:spcPts val="1173"/>
              </a:spcAft>
              <a:buClr>
                <a:srgbClr val="000000"/>
              </a:buClr>
              <a:buSzPts val="1100"/>
              <a:defRPr/>
            </a:pPr>
            <a:r>
              <a:rPr lang="en-US" sz="1500" kern="0" noProof="1">
                <a:solidFill>
                  <a:schemeClr val="tx1"/>
                </a:solidFill>
              </a:rPr>
              <a:t>La pagina HOME COLLABORATORE mostra l’elenco dei progetti per cui il collaboratore è assegnato ad almeno un task. Selezionando un progetto dall’elenco compare una tabella con la struttura mostrata di seguito. Le celle che riportano le ore lavorate sono modificabili. Cliccando sulla cella l'utente può editare un numero intero di ore lavorate. L’uscita del puntatore del mouse dalla cella provoca il salvataggio automatico del valore nella base di dati. Eventuali errori di inserimento (ad esempio l'inserimento di una valore negativo o non intero) producono un messaggio di errore e prevengono il salvataggio nella base di dati.</a:t>
            </a:r>
          </a:p>
          <a:p>
            <a:pPr marL="0" lvl="0" indent="0" algn="just">
              <a:spcBef>
                <a:spcPts val="0"/>
              </a:spcBef>
              <a:spcAft>
                <a:spcPts val="1173"/>
              </a:spcAft>
              <a:buClr>
                <a:srgbClr val="000000"/>
              </a:buClr>
              <a:buSzPts val="1100"/>
              <a:buNone/>
              <a:defRPr/>
            </a:pPr>
            <a:endParaRPr kumimoji="0" lang="en-US" sz="1500" b="0" i="0" u="none" strike="noStrike" kern="0" cap="none" spc="0" normalizeH="0" baseline="0" noProof="1">
              <a:ln>
                <a:noFill/>
              </a:ln>
              <a:solidFill>
                <a:schemeClr val="tx1"/>
              </a:solidFill>
              <a:effectLst/>
              <a:uLnTx/>
              <a:uFillTx/>
              <a:latin typeface="Calibri"/>
              <a:cs typeface="Calibri"/>
              <a:sym typeface="Calibri"/>
            </a:endParaRPr>
          </a:p>
        </p:txBody>
      </p:sp>
    </p:spTree>
    <p:extLst>
      <p:ext uri="{BB962C8B-B14F-4D97-AF65-F5344CB8AC3E}">
        <p14:creationId xmlns:p14="http://schemas.microsoft.com/office/powerpoint/2010/main" val="1045199807"/>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DA5ED07-EDB5-8623-80B5-87FDBC4401B9}"/>
            </a:ext>
          </a:extLst>
        </p:cNvPr>
        <p:cNvGrpSpPr/>
        <p:nvPr/>
      </p:nvGrpSpPr>
      <p:grpSpPr>
        <a:xfrm>
          <a:off x="0" y="0"/>
          <a:ext cx="0" cy="0"/>
          <a:chOff x="0" y="0"/>
          <a:chExt cx="0" cy="0"/>
        </a:xfrm>
      </p:grpSpPr>
      <p:sp>
        <p:nvSpPr>
          <p:cNvPr id="4" name="Google Shape;135;p26">
            <a:extLst>
              <a:ext uri="{FF2B5EF4-FFF2-40B4-BE49-F238E27FC236}">
                <a16:creationId xmlns:a16="http://schemas.microsoft.com/office/drawing/2014/main" id="{7DC86EB8-B8A5-5ADE-37B1-283F978E92EF}"/>
              </a:ext>
            </a:extLst>
          </p:cNvPr>
          <p:cNvSpPr txBox="1">
            <a:spLocks/>
          </p:cNvSpPr>
          <p:nvPr/>
        </p:nvSpPr>
        <p:spPr>
          <a:xfrm>
            <a:off x="426631" y="258833"/>
            <a:ext cx="11338737" cy="1143000"/>
          </a:xfrm>
          <a:prstGeom prst="rect">
            <a:avLst/>
          </a:prstGeom>
          <a:noFill/>
          <a:ln>
            <a:noFill/>
          </a:ln>
        </p:spPr>
        <p:txBody>
          <a:bodyPr spcFirstLastPara="1" wrap="square" lIns="107269" tIns="53620" rIns="107269" bIns="53620" anchor="ctr" anchorCtr="0">
            <a:noAutofit/>
          </a:bodyPr>
          <a:lstStyle>
            <a:defPPr marR="0" lvl="0" algn="l" rtl="0">
              <a:lnSpc>
                <a:spcPct val="100000"/>
              </a:lnSpc>
              <a:spcBef>
                <a:spcPts val="0"/>
              </a:spcBef>
              <a:spcAft>
                <a:spcPts val="0"/>
              </a:spcAft>
            </a:defPPr>
            <a:lvl1pPr marR="0" lvl="0" algn="ctr" rtl="0">
              <a:lnSpc>
                <a:spcPct val="100000"/>
              </a:lnSpc>
              <a:spcBef>
                <a:spcPts val="0"/>
              </a:spcBef>
              <a:spcAft>
                <a:spcPts val="0"/>
              </a:spcAft>
              <a:buClr>
                <a:schemeClr val="dk1"/>
              </a:buClr>
              <a:buSzPts val="1800"/>
              <a:buFont typeface="Calibri"/>
              <a:buNone/>
              <a:defRPr sz="44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9pPr>
          </a:lstStyle>
          <a:p>
            <a:pPr>
              <a:buClr>
                <a:prstClr val="black"/>
              </a:buClr>
              <a:defRPr/>
            </a:pPr>
            <a:r>
              <a:rPr lang="en-US" noProof="1">
                <a:solidFill>
                  <a:schemeClr val="tx1"/>
                </a:solidFill>
              </a:rPr>
              <a:t>Completamento delle specifiche JavaScript</a:t>
            </a:r>
            <a:endParaRPr kumimoji="0" lang="en-US" sz="4400" b="0" i="0" u="none" strike="noStrike" kern="1200" cap="none" spc="0" normalizeH="0" baseline="0" noProof="1">
              <a:ln>
                <a:noFill/>
              </a:ln>
              <a:solidFill>
                <a:schemeClr val="tx1"/>
              </a:solidFill>
              <a:effectLst/>
              <a:uLnTx/>
              <a:uFillTx/>
              <a:latin typeface="Calibri"/>
              <a:cs typeface="Calibri"/>
              <a:sym typeface="Calibri"/>
            </a:endParaRPr>
          </a:p>
        </p:txBody>
      </p:sp>
      <p:sp>
        <p:nvSpPr>
          <p:cNvPr id="5" name="Google Shape;136;p26">
            <a:extLst>
              <a:ext uri="{FF2B5EF4-FFF2-40B4-BE49-F238E27FC236}">
                <a16:creationId xmlns:a16="http://schemas.microsoft.com/office/drawing/2014/main" id="{4B90A310-6A58-58A4-1419-CE1FE0277E76}"/>
              </a:ext>
            </a:extLst>
          </p:cNvPr>
          <p:cNvSpPr txBox="1">
            <a:spLocks/>
          </p:cNvSpPr>
          <p:nvPr/>
        </p:nvSpPr>
        <p:spPr>
          <a:xfrm>
            <a:off x="426631" y="1401833"/>
            <a:ext cx="11338736" cy="5331476"/>
          </a:xfrm>
          <a:prstGeom prst="rect">
            <a:avLst/>
          </a:prstGeom>
          <a:noFill/>
          <a:ln>
            <a:noFill/>
          </a:ln>
        </p:spPr>
        <p:txBody>
          <a:bodyPr spcFirstLastPara="1" wrap="square" lIns="107269" tIns="53620" rIns="107269" bIns="53620" anchor="t" anchorCtr="0">
            <a:noAutofit/>
          </a:bodyPr>
          <a:lstStyle>
            <a:defPPr marR="0" lvl="0" algn="l" rtl="0">
              <a:lnSpc>
                <a:spcPct val="100000"/>
              </a:lnSpc>
              <a:spcBef>
                <a:spcPts val="0"/>
              </a:spcBef>
              <a:spcAft>
                <a:spcPts val="0"/>
              </a:spcAft>
            </a:defPPr>
            <a:lvl1pPr marL="536433" marR="0" lvl="0" indent="-402325" algn="l" rtl="0">
              <a:lnSpc>
                <a:spcPct val="100000"/>
              </a:lnSpc>
              <a:spcBef>
                <a:spcPts val="422"/>
              </a:spcBef>
              <a:spcAft>
                <a:spcPts val="0"/>
              </a:spcAft>
              <a:buClr>
                <a:schemeClr val="dk1"/>
              </a:buClr>
              <a:buSzPts val="1800"/>
              <a:buFont typeface="Arial"/>
              <a:buChar char="•"/>
              <a:defRPr sz="3200" b="0" i="0" u="none" strike="noStrike" cap="none">
                <a:solidFill>
                  <a:schemeClr val="dk1"/>
                </a:solidFill>
                <a:latin typeface="Calibri"/>
                <a:ea typeface="Calibri"/>
                <a:cs typeface="Calibri"/>
                <a:sym typeface="Calibri"/>
              </a:defRPr>
            </a:lvl1pPr>
            <a:lvl2pPr marL="1072866" marR="0" lvl="1" indent="-402325" algn="l" rtl="0">
              <a:lnSpc>
                <a:spcPct val="100000"/>
              </a:lnSpc>
              <a:spcBef>
                <a:spcPts val="422"/>
              </a:spcBef>
              <a:spcAft>
                <a:spcPts val="0"/>
              </a:spcAft>
              <a:buClr>
                <a:schemeClr val="dk1"/>
              </a:buClr>
              <a:buSzPts val="1800"/>
              <a:buFont typeface="Arial"/>
              <a:buChar char="–"/>
              <a:defRPr sz="2800" b="0" i="0" u="none" strike="noStrike" cap="none">
                <a:solidFill>
                  <a:schemeClr val="dk1"/>
                </a:solidFill>
                <a:latin typeface="Calibri"/>
                <a:ea typeface="Calibri"/>
                <a:cs typeface="Calibri"/>
                <a:sym typeface="Calibri"/>
              </a:defRPr>
            </a:lvl2pPr>
            <a:lvl3pPr marL="1609298" marR="0" lvl="2" indent="-402325" algn="l" rtl="0">
              <a:lnSpc>
                <a:spcPct val="100000"/>
              </a:lnSpc>
              <a:spcBef>
                <a:spcPts val="422"/>
              </a:spcBef>
              <a:spcAft>
                <a:spcPts val="0"/>
              </a:spcAft>
              <a:buClr>
                <a:schemeClr val="dk1"/>
              </a:buClr>
              <a:buSzPts val="1800"/>
              <a:buFont typeface="Arial"/>
              <a:buChar char="•"/>
              <a:defRPr sz="2400" b="0" i="0" u="none" strike="noStrike" cap="none">
                <a:solidFill>
                  <a:schemeClr val="dk1"/>
                </a:solidFill>
                <a:latin typeface="Calibri"/>
                <a:ea typeface="Calibri"/>
                <a:cs typeface="Calibri"/>
                <a:sym typeface="Calibri"/>
              </a:defRPr>
            </a:lvl3pPr>
            <a:lvl4pPr marL="2145731" marR="0" lvl="3"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4pPr>
            <a:lvl5pPr marL="2682164" marR="0" lvl="4"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5pPr>
            <a:lvl6pPr marL="3218597" marR="0" lvl="5"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6pPr>
            <a:lvl7pPr marL="3755029" marR="0" lvl="6"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7pPr>
            <a:lvl8pPr marL="4291462" marR="0" lvl="7"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8pPr>
            <a:lvl9pPr marL="4827895" marR="0" lvl="8"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9pPr>
          </a:lstStyle>
          <a:p>
            <a:pPr marL="285750" indent="-285750">
              <a:spcBef>
                <a:spcPts val="0"/>
              </a:spcBef>
              <a:spcAft>
                <a:spcPts val="1173"/>
              </a:spcAft>
              <a:buClr>
                <a:srgbClr val="000000"/>
              </a:buClr>
              <a:buSzPts val="1100"/>
              <a:defRPr/>
            </a:pPr>
            <a:r>
              <a:rPr lang="en-US" sz="1500" kern="0" noProof="1">
                <a:solidFill>
                  <a:schemeClr val="tx1"/>
                </a:solidFill>
              </a:rPr>
              <a:t>Accesso all’applicazione: dopo il login, per gli utenti con ruolo technical, i link per la scelta della pagina home (Manager o Collaborator) compaiono all'interno della stessa form di login, reindirizzando l'utente alle rispettive interfacce single page.</a:t>
            </a:r>
          </a:p>
          <a:p>
            <a:pPr marL="285750" indent="-285750">
              <a:spcBef>
                <a:spcPts val="0"/>
              </a:spcBef>
              <a:spcAft>
                <a:spcPts val="1173"/>
              </a:spcAft>
              <a:buClr>
                <a:srgbClr val="000000"/>
              </a:buClr>
              <a:buSzPts val="1100"/>
              <a:defRPr/>
            </a:pPr>
            <a:r>
              <a:rPr lang="en-US" sz="1500" kern="0" noProof="1">
                <a:solidFill>
                  <a:schemeClr val="tx1"/>
                </a:solidFill>
              </a:rPr>
              <a:t>Interfacce per ruolo: ogni area applicativa è realizzata come Single Page Application. L’invio di richieste al server è gestito in modo asincrono, provocando l’aggiornamento parziale dell’interfaccia senza richiedere il ricaricamento completo della pagina.</a:t>
            </a:r>
          </a:p>
          <a:p>
            <a:pPr marL="285750" indent="-285750">
              <a:spcBef>
                <a:spcPts val="0"/>
              </a:spcBef>
              <a:spcAft>
                <a:spcPts val="1173"/>
              </a:spcAft>
              <a:buClr>
                <a:srgbClr val="000000"/>
              </a:buClr>
              <a:buSzPts val="1100"/>
              <a:defRPr/>
            </a:pPr>
            <a:r>
              <a:rPr lang="en-US" sz="1500" kern="0" noProof="1">
                <a:solidFill>
                  <a:schemeClr val="tx1"/>
                </a:solidFill>
              </a:rPr>
              <a:t>Amministratore – salvataggio definitivo: l'azione di salvataggio registra in modo permanente nel database l'intero progetto strutturato. Un progetto senza WP o un WP senza task non supera la validazione di salvataggio, ma la bozza lato client non viene persa e resta a disposizione per ulteriori modifiche.</a:t>
            </a:r>
            <a:br>
              <a:rPr lang="en-US" sz="1500" kern="0" noProof="1">
                <a:solidFill>
                  <a:schemeClr val="tx1"/>
                </a:solidFill>
              </a:rPr>
            </a:br>
            <a:r>
              <a:rPr lang="en-US" sz="1500" kern="0" noProof="1">
                <a:solidFill>
                  <a:schemeClr val="tx1"/>
                </a:solidFill>
              </a:rPr>
              <a:t>Le operazioni di modifica e cancellazione agiscono unicamente sulla struttura temporanea lato frontend. Una volta salvato il progetto, non sono previste funzionalità per modificare i dati nella base di dati.</a:t>
            </a:r>
          </a:p>
          <a:p>
            <a:pPr marL="285750" indent="-285750">
              <a:spcBef>
                <a:spcPts val="0"/>
              </a:spcBef>
              <a:spcAft>
                <a:spcPts val="1173"/>
              </a:spcAft>
              <a:buClr>
                <a:srgbClr val="000000"/>
              </a:buClr>
              <a:buSzPts val="1100"/>
              <a:defRPr/>
            </a:pPr>
            <a:r>
              <a:rPr lang="en-US" sz="1500" kern="0" noProof="1">
                <a:solidFill>
                  <a:schemeClr val="tx1"/>
                </a:solidFill>
              </a:rPr>
              <a:t>Amministratore – undo/redo: la cronologia delle operazioni è limitata alla manipolazione della bozza lato client in fase di costruzione.</a:t>
            </a:r>
          </a:p>
          <a:p>
            <a:pPr marL="285750" indent="-285750">
              <a:spcBef>
                <a:spcPts val="0"/>
              </a:spcBef>
              <a:spcAft>
                <a:spcPts val="1173"/>
              </a:spcAft>
              <a:buClr>
                <a:srgbClr val="000000"/>
              </a:buClr>
              <a:buSzPts val="1100"/>
              <a:defRPr/>
            </a:pPr>
            <a:r>
              <a:rPr lang="en-US" sz="1500" kern="0" noProof="1">
                <a:solidFill>
                  <a:schemeClr val="tx1"/>
                </a:solidFill>
              </a:rPr>
              <a:t>Collaboratore – caricamento dati: le gerarchie di progetti, WP e task vengono caricate all’accesso alla home collaborator. Le selezioni successive all'interno dell'interfaccia filtrano e aggiornano solo la vista locale, senza effettuare ulteriori chiamate al server.</a:t>
            </a:r>
          </a:p>
          <a:p>
            <a:pPr marL="285750" indent="-285750">
              <a:spcBef>
                <a:spcPts val="0"/>
              </a:spcBef>
              <a:spcAft>
                <a:spcPts val="1173"/>
              </a:spcAft>
              <a:buClr>
                <a:srgbClr val="000000"/>
              </a:buClr>
              <a:buSzPts val="1100"/>
              <a:defRPr/>
            </a:pPr>
            <a:r>
              <a:rPr lang="en-US" sz="1500" kern="0" noProof="1">
                <a:solidFill>
                  <a:schemeClr val="tx1"/>
                </a:solidFill>
              </a:rPr>
              <a:t>Validazioni e usabilità: l'interfaccia client intercetta gli errori di inserimento (es valori negativi o non interi) e previene il salvataggio, lasciando comunque al server la validazione finale dei dati.</a:t>
            </a:r>
          </a:p>
        </p:txBody>
      </p:sp>
    </p:spTree>
    <p:extLst>
      <p:ext uri="{BB962C8B-B14F-4D97-AF65-F5344CB8AC3E}">
        <p14:creationId xmlns:p14="http://schemas.microsoft.com/office/powerpoint/2010/main" val="3467507159"/>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32F285B-305C-993C-E133-8155783F54BF}"/>
            </a:ext>
          </a:extLst>
        </p:cNvPr>
        <p:cNvGrpSpPr/>
        <p:nvPr/>
      </p:nvGrpSpPr>
      <p:grpSpPr>
        <a:xfrm>
          <a:off x="0" y="0"/>
          <a:ext cx="0" cy="0"/>
          <a:chOff x="0" y="0"/>
          <a:chExt cx="0" cy="0"/>
        </a:xfrm>
      </p:grpSpPr>
      <p:sp>
        <p:nvSpPr>
          <p:cNvPr id="4" name="Google Shape;135;p26">
            <a:extLst>
              <a:ext uri="{FF2B5EF4-FFF2-40B4-BE49-F238E27FC236}">
                <a16:creationId xmlns:a16="http://schemas.microsoft.com/office/drawing/2014/main" id="{1E14BE1B-9A27-36F6-5789-72F1B5E595AD}"/>
              </a:ext>
            </a:extLst>
          </p:cNvPr>
          <p:cNvSpPr txBox="1">
            <a:spLocks/>
          </p:cNvSpPr>
          <p:nvPr/>
        </p:nvSpPr>
        <p:spPr>
          <a:xfrm>
            <a:off x="426631" y="258833"/>
            <a:ext cx="11338737" cy="1143000"/>
          </a:xfrm>
          <a:prstGeom prst="rect">
            <a:avLst/>
          </a:prstGeom>
          <a:noFill/>
          <a:ln>
            <a:noFill/>
          </a:ln>
        </p:spPr>
        <p:txBody>
          <a:bodyPr spcFirstLastPara="1" wrap="square" lIns="107269" tIns="53620" rIns="107269" bIns="53620" anchor="ctr" anchorCtr="0">
            <a:noAutofit/>
          </a:bodyPr>
          <a:lstStyle>
            <a:defPPr marR="0" lvl="0" algn="l" rtl="0">
              <a:lnSpc>
                <a:spcPct val="100000"/>
              </a:lnSpc>
              <a:spcBef>
                <a:spcPts val="0"/>
              </a:spcBef>
              <a:spcAft>
                <a:spcPts val="0"/>
              </a:spcAft>
            </a:defPPr>
            <a:lvl1pPr marR="0" lvl="0" algn="ctr" rtl="0">
              <a:lnSpc>
                <a:spcPct val="100000"/>
              </a:lnSpc>
              <a:spcBef>
                <a:spcPts val="0"/>
              </a:spcBef>
              <a:spcAft>
                <a:spcPts val="0"/>
              </a:spcAft>
              <a:buClr>
                <a:schemeClr val="dk1"/>
              </a:buClr>
              <a:buSzPts val="1800"/>
              <a:buFont typeface="Calibri"/>
              <a:buNone/>
              <a:defRPr sz="44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9pPr>
          </a:lstStyle>
          <a:p>
            <a:r>
              <a:rPr lang="en-US" noProof="1">
                <a:latin typeface="Calibri" panose="020F0502020204030204" pitchFamily="34" charset="0"/>
                <a:cs typeface="Calibri" panose="020F0502020204030204" pitchFamily="34" charset="0"/>
              </a:rPr>
              <a:t>Application design (login)</a:t>
            </a:r>
          </a:p>
        </p:txBody>
      </p:sp>
      <p:sp>
        <p:nvSpPr>
          <p:cNvPr id="2" name="Rectangle 1">
            <a:extLst>
              <a:ext uri="{FF2B5EF4-FFF2-40B4-BE49-F238E27FC236}">
                <a16:creationId xmlns:a16="http://schemas.microsoft.com/office/drawing/2014/main" id="{CE2F5976-D3CA-CF93-46E4-44B3723AF159}"/>
              </a:ext>
            </a:extLst>
          </p:cNvPr>
          <p:cNvSpPr/>
          <p:nvPr/>
        </p:nvSpPr>
        <p:spPr>
          <a:xfrm>
            <a:off x="600668" y="2258573"/>
            <a:ext cx="2830461" cy="4264644"/>
          </a:xfrm>
          <a:prstGeom prst="rect">
            <a:avLst/>
          </a:prstGeom>
        </p:spPr>
        <p:style>
          <a:lnRef idx="2">
            <a:schemeClr val="dk1"/>
          </a:lnRef>
          <a:fillRef idx="1">
            <a:schemeClr val="lt1"/>
          </a:fillRef>
          <a:effectRef idx="0">
            <a:schemeClr val="dk1"/>
          </a:effectRef>
          <a:fontRef idx="minor">
            <a:schemeClr val="dk1"/>
          </a:fontRef>
        </p:style>
        <p:txBody>
          <a:bodyPr rtlCol="0" anchor="t" anchorCtr="0"/>
          <a:lstStyle/>
          <a:p>
            <a:r>
              <a:rPr lang="en-US" dirty="0">
                <a:latin typeface="Calibri" panose="020F0502020204030204" pitchFamily="34" charset="0"/>
                <a:cs typeface="Calibri" panose="020F0502020204030204" pitchFamily="34" charset="0"/>
              </a:rPr>
              <a:t>Login</a:t>
            </a:r>
          </a:p>
        </p:txBody>
      </p:sp>
      <p:sp>
        <p:nvSpPr>
          <p:cNvPr id="3" name="Rounded Rectangle 2">
            <a:extLst>
              <a:ext uri="{FF2B5EF4-FFF2-40B4-BE49-F238E27FC236}">
                <a16:creationId xmlns:a16="http://schemas.microsoft.com/office/drawing/2014/main" id="{7FF04702-684E-461E-F487-BB6B35330408}"/>
              </a:ext>
            </a:extLst>
          </p:cNvPr>
          <p:cNvSpPr/>
          <p:nvPr/>
        </p:nvSpPr>
        <p:spPr>
          <a:xfrm>
            <a:off x="761177" y="2870369"/>
            <a:ext cx="2402248" cy="770109"/>
          </a:xfrm>
          <a:prstGeom prst="roundRect">
            <a:avLst/>
          </a:prstGeom>
        </p:spPr>
        <p:style>
          <a:lnRef idx="2">
            <a:schemeClr val="accent3"/>
          </a:lnRef>
          <a:fillRef idx="1">
            <a:schemeClr val="lt1"/>
          </a:fillRef>
          <a:effectRef idx="0">
            <a:schemeClr val="accent3"/>
          </a:effectRef>
          <a:fontRef idx="minor">
            <a:schemeClr val="dk1"/>
          </a:fontRef>
        </p:style>
        <p:txBody>
          <a:bodyPr rtlCol="0" anchor="ctr"/>
          <a:lstStyle/>
          <a:p>
            <a:pPr algn="ctr"/>
            <a:r>
              <a:rPr lang="en-US" sz="1400" dirty="0">
                <a:solidFill>
                  <a:schemeClr val="tx1"/>
                </a:solidFill>
                <a:latin typeface="Calibri" panose="020F0502020204030204" pitchFamily="34" charset="0"/>
                <a:cs typeface="Calibri" panose="020F0502020204030204" pitchFamily="34" charset="0"/>
              </a:rPr>
              <a:t>Login Form</a:t>
            </a:r>
          </a:p>
          <a:p>
            <a:pPr algn="ctr"/>
            <a:r>
              <a:rPr lang="en-US" sz="1400" dirty="0">
                <a:solidFill>
                  <a:schemeClr val="tx1"/>
                </a:solidFill>
                <a:latin typeface="Calibri" panose="020F0502020204030204" pitchFamily="34" charset="0"/>
                <a:cs typeface="Calibri" panose="020F0502020204030204" pitchFamily="34" charset="0"/>
              </a:rPr>
              <a:t>[field: username</a:t>
            </a:r>
          </a:p>
          <a:p>
            <a:pPr algn="ctr"/>
            <a:r>
              <a:rPr lang="en-US" sz="1400" dirty="0">
                <a:solidFill>
                  <a:schemeClr val="tx1"/>
                </a:solidFill>
                <a:latin typeface="Calibri" panose="020F0502020204030204" pitchFamily="34" charset="0"/>
                <a:cs typeface="Calibri" panose="020F0502020204030204" pitchFamily="34" charset="0"/>
              </a:rPr>
              <a:t>field: password]</a:t>
            </a:r>
          </a:p>
        </p:txBody>
      </p:sp>
      <p:sp>
        <p:nvSpPr>
          <p:cNvPr id="11" name="Parallelogram 10">
            <a:extLst>
              <a:ext uri="{FF2B5EF4-FFF2-40B4-BE49-F238E27FC236}">
                <a16:creationId xmlns:a16="http://schemas.microsoft.com/office/drawing/2014/main" id="{A32CD9A2-EEF1-46E3-1D81-74F61CFC997E}"/>
              </a:ext>
            </a:extLst>
          </p:cNvPr>
          <p:cNvSpPr/>
          <p:nvPr/>
        </p:nvSpPr>
        <p:spPr>
          <a:xfrm>
            <a:off x="5335504" y="2598741"/>
            <a:ext cx="1368152" cy="654359"/>
          </a:xfrm>
          <a:prstGeom prst="parallelogram">
            <a:avLst/>
          </a:prstGeom>
        </p:spPr>
        <p:style>
          <a:lnRef idx="2">
            <a:schemeClr val="accent2"/>
          </a:lnRef>
          <a:fillRef idx="1">
            <a:schemeClr val="lt1"/>
          </a:fillRef>
          <a:effectRef idx="0">
            <a:schemeClr val="accent2"/>
          </a:effectRef>
          <a:fontRef idx="minor">
            <a:schemeClr val="dk1"/>
          </a:fontRef>
        </p:style>
        <p:txBody>
          <a:bodyPr rtlCol="0" anchor="ctr"/>
          <a:lstStyle/>
          <a:p>
            <a:pPr algn="ctr"/>
            <a:r>
              <a:rPr lang="en-US" sz="1400" dirty="0">
                <a:latin typeface="Calibri" panose="020F0502020204030204" pitchFamily="34" charset="0"/>
                <a:cs typeface="Calibri" panose="020F0502020204030204" pitchFamily="34" charset="0"/>
              </a:rPr>
              <a:t>Login</a:t>
            </a:r>
          </a:p>
        </p:txBody>
      </p:sp>
      <p:sp>
        <p:nvSpPr>
          <p:cNvPr id="45" name="Oval 44">
            <a:extLst>
              <a:ext uri="{FF2B5EF4-FFF2-40B4-BE49-F238E27FC236}">
                <a16:creationId xmlns:a16="http://schemas.microsoft.com/office/drawing/2014/main" id="{67E9E2ED-375E-D371-8241-9675C28F0613}"/>
              </a:ext>
            </a:extLst>
          </p:cNvPr>
          <p:cNvSpPr/>
          <p:nvPr/>
        </p:nvSpPr>
        <p:spPr>
          <a:xfrm>
            <a:off x="2924017" y="2746397"/>
            <a:ext cx="288032" cy="28803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latin typeface="Calibri" panose="020F0502020204030204" pitchFamily="34" charset="0"/>
              <a:cs typeface="Calibri" panose="020F0502020204030204" pitchFamily="34" charset="0"/>
            </a:endParaRPr>
          </a:p>
        </p:txBody>
      </p:sp>
      <p:sp>
        <p:nvSpPr>
          <p:cNvPr id="65" name="TextBox 64">
            <a:extLst>
              <a:ext uri="{FF2B5EF4-FFF2-40B4-BE49-F238E27FC236}">
                <a16:creationId xmlns:a16="http://schemas.microsoft.com/office/drawing/2014/main" id="{EF38B609-5D9E-061A-1219-39AC5CFAE9E1}"/>
              </a:ext>
            </a:extLst>
          </p:cNvPr>
          <p:cNvSpPr txBox="1"/>
          <p:nvPr/>
        </p:nvSpPr>
        <p:spPr>
          <a:xfrm>
            <a:off x="2219263" y="2595757"/>
            <a:ext cx="758541" cy="338554"/>
          </a:xfrm>
          <a:prstGeom prst="rect">
            <a:avLst/>
          </a:prstGeom>
          <a:noFill/>
        </p:spPr>
        <p:txBody>
          <a:bodyPr wrap="none" rtlCol="0">
            <a:spAutoFit/>
          </a:bodyPr>
          <a:lstStyle/>
          <a:p>
            <a:r>
              <a:rPr lang="en-US" sz="1600" dirty="0">
                <a:solidFill>
                  <a:prstClr val="black"/>
                </a:solidFill>
                <a:latin typeface="Calibri" panose="020F0502020204030204" pitchFamily="34" charset="0"/>
                <a:cs typeface="Calibri" panose="020F0502020204030204" pitchFamily="34" charset="0"/>
              </a:rPr>
              <a:t>submit</a:t>
            </a:r>
          </a:p>
        </p:txBody>
      </p:sp>
      <p:cxnSp>
        <p:nvCxnSpPr>
          <p:cNvPr id="86" name="Straight Connector 85">
            <a:extLst>
              <a:ext uri="{FF2B5EF4-FFF2-40B4-BE49-F238E27FC236}">
                <a16:creationId xmlns:a16="http://schemas.microsoft.com/office/drawing/2014/main" id="{554E0FBC-12BE-11FD-A496-59CA52A379AC}"/>
              </a:ext>
            </a:extLst>
          </p:cNvPr>
          <p:cNvCxnSpPr>
            <a:cxnSpLocks/>
          </p:cNvCxnSpPr>
          <p:nvPr/>
        </p:nvCxnSpPr>
        <p:spPr>
          <a:xfrm>
            <a:off x="3093177" y="2890413"/>
            <a:ext cx="2329215" cy="0"/>
          </a:xfrm>
          <a:prstGeom prst="line">
            <a:avLst/>
          </a:prstGeom>
          <a:ln>
            <a:headEnd type="none" w="med" len="med"/>
            <a:tailEnd type="arrow" w="med" len="med"/>
          </a:ln>
        </p:spPr>
        <p:style>
          <a:lnRef idx="2">
            <a:schemeClr val="accent1"/>
          </a:lnRef>
          <a:fillRef idx="0">
            <a:schemeClr val="accent1"/>
          </a:fillRef>
          <a:effectRef idx="1">
            <a:schemeClr val="accent1"/>
          </a:effectRef>
          <a:fontRef idx="minor">
            <a:schemeClr val="tx1"/>
          </a:fontRef>
        </p:style>
      </p:cxnSp>
      <p:cxnSp>
        <p:nvCxnSpPr>
          <p:cNvPr id="111" name="Straight Connector 110">
            <a:extLst>
              <a:ext uri="{FF2B5EF4-FFF2-40B4-BE49-F238E27FC236}">
                <a16:creationId xmlns:a16="http://schemas.microsoft.com/office/drawing/2014/main" id="{47B361CB-836A-1461-51E3-736BB95B0310}"/>
              </a:ext>
            </a:extLst>
          </p:cNvPr>
          <p:cNvCxnSpPr>
            <a:cxnSpLocks/>
            <a:stCxn id="11" idx="2"/>
          </p:cNvCxnSpPr>
          <p:nvPr/>
        </p:nvCxnSpPr>
        <p:spPr>
          <a:xfrm>
            <a:off x="6621861" y="2925921"/>
            <a:ext cx="1829141" cy="0"/>
          </a:xfrm>
          <a:prstGeom prst="line">
            <a:avLst/>
          </a:prstGeom>
          <a:ln>
            <a:headEnd type="none" w="med" len="med"/>
            <a:tailEnd type="arrow" w="med" len="med"/>
          </a:ln>
        </p:spPr>
        <p:style>
          <a:lnRef idx="2">
            <a:schemeClr val="accent1"/>
          </a:lnRef>
          <a:fillRef idx="0">
            <a:schemeClr val="accent1"/>
          </a:fillRef>
          <a:effectRef idx="1">
            <a:schemeClr val="accent1"/>
          </a:effectRef>
          <a:fontRef idx="minor">
            <a:schemeClr val="tx1"/>
          </a:fontRef>
        </p:style>
      </p:cxnSp>
      <p:sp>
        <p:nvSpPr>
          <p:cNvPr id="122" name="Rectangle 121">
            <a:extLst>
              <a:ext uri="{FF2B5EF4-FFF2-40B4-BE49-F238E27FC236}">
                <a16:creationId xmlns:a16="http://schemas.microsoft.com/office/drawing/2014/main" id="{5485F36D-43BA-D1E2-D2D1-11058D16044B}"/>
              </a:ext>
            </a:extLst>
          </p:cNvPr>
          <p:cNvSpPr/>
          <p:nvPr/>
        </p:nvSpPr>
        <p:spPr>
          <a:xfrm>
            <a:off x="8450073" y="2810346"/>
            <a:ext cx="2272250" cy="1280975"/>
          </a:xfrm>
          <a:prstGeom prst="rect">
            <a:avLst/>
          </a:prstGeom>
        </p:spPr>
        <p:style>
          <a:lnRef idx="2">
            <a:schemeClr val="dk1"/>
          </a:lnRef>
          <a:fillRef idx="1">
            <a:schemeClr val="lt1"/>
          </a:fillRef>
          <a:effectRef idx="0">
            <a:schemeClr val="dk1"/>
          </a:effectRef>
          <a:fontRef idx="minor">
            <a:schemeClr val="dk1"/>
          </a:fontRef>
        </p:style>
        <p:txBody>
          <a:bodyPr rtlCol="0" anchor="t" anchorCtr="0"/>
          <a:lstStyle/>
          <a:p>
            <a:r>
              <a:rPr lang="en-US" dirty="0">
                <a:latin typeface="Calibri" panose="020F0502020204030204" pitchFamily="34" charset="0"/>
                <a:cs typeface="Calibri" panose="020F0502020204030204" pitchFamily="34" charset="0"/>
              </a:rPr>
              <a:t>Home Admin</a:t>
            </a:r>
          </a:p>
        </p:txBody>
      </p:sp>
      <p:sp>
        <p:nvSpPr>
          <p:cNvPr id="125" name="Oval 124">
            <a:extLst>
              <a:ext uri="{FF2B5EF4-FFF2-40B4-BE49-F238E27FC236}">
                <a16:creationId xmlns:a16="http://schemas.microsoft.com/office/drawing/2014/main" id="{BCEE75D3-1A18-202E-78DC-44D5BA1AAACE}"/>
              </a:ext>
            </a:extLst>
          </p:cNvPr>
          <p:cNvSpPr/>
          <p:nvPr/>
        </p:nvSpPr>
        <p:spPr>
          <a:xfrm>
            <a:off x="10542396" y="2645951"/>
            <a:ext cx="288032" cy="28803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latin typeface="Calibri" panose="020F0502020204030204" pitchFamily="34" charset="0"/>
              <a:cs typeface="Calibri" panose="020F0502020204030204" pitchFamily="34" charset="0"/>
            </a:endParaRPr>
          </a:p>
        </p:txBody>
      </p:sp>
      <p:sp>
        <p:nvSpPr>
          <p:cNvPr id="126" name="TextBox 125">
            <a:extLst>
              <a:ext uri="{FF2B5EF4-FFF2-40B4-BE49-F238E27FC236}">
                <a16:creationId xmlns:a16="http://schemas.microsoft.com/office/drawing/2014/main" id="{2C2965FC-9176-3B5A-616E-EE51647263F9}"/>
              </a:ext>
            </a:extLst>
          </p:cNvPr>
          <p:cNvSpPr txBox="1"/>
          <p:nvPr/>
        </p:nvSpPr>
        <p:spPr>
          <a:xfrm>
            <a:off x="9825321" y="2503212"/>
            <a:ext cx="720262" cy="338554"/>
          </a:xfrm>
          <a:prstGeom prst="rect">
            <a:avLst/>
          </a:prstGeom>
        </p:spPr>
        <p:txBody>
          <a:bodyPr wrap="none" rtlCol="0">
            <a:spAutoFit/>
          </a:bodyPr>
          <a:lstStyle/>
          <a:p>
            <a:r>
              <a:rPr lang="en-US" sz="1600" dirty="0">
                <a:solidFill>
                  <a:prstClr val="black"/>
                </a:solidFill>
                <a:latin typeface="Calibri" panose="020F0502020204030204" pitchFamily="34" charset="0"/>
                <a:cs typeface="Calibri" panose="020F0502020204030204" pitchFamily="34" charset="0"/>
              </a:rPr>
              <a:t>logout</a:t>
            </a:r>
          </a:p>
        </p:txBody>
      </p:sp>
      <p:sp>
        <p:nvSpPr>
          <p:cNvPr id="130" name="TextBox 129">
            <a:extLst>
              <a:ext uri="{FF2B5EF4-FFF2-40B4-BE49-F238E27FC236}">
                <a16:creationId xmlns:a16="http://schemas.microsoft.com/office/drawing/2014/main" id="{4E4102F9-7C9C-FCE6-0926-A6C909B85324}"/>
              </a:ext>
            </a:extLst>
          </p:cNvPr>
          <p:cNvSpPr txBox="1"/>
          <p:nvPr/>
        </p:nvSpPr>
        <p:spPr>
          <a:xfrm>
            <a:off x="5873920" y="4854516"/>
            <a:ext cx="720262" cy="338554"/>
          </a:xfrm>
          <a:prstGeom prst="rect">
            <a:avLst/>
          </a:prstGeom>
          <a:noFill/>
        </p:spPr>
        <p:txBody>
          <a:bodyPr wrap="none" rtlCol="0">
            <a:spAutoFit/>
          </a:bodyPr>
          <a:lstStyle/>
          <a:p>
            <a:r>
              <a:rPr lang="en-US" sz="1600" dirty="0">
                <a:solidFill>
                  <a:prstClr val="black"/>
                </a:solidFill>
                <a:latin typeface="Calibri" panose="020F0502020204030204" pitchFamily="34" charset="0"/>
                <a:cs typeface="Calibri" panose="020F0502020204030204" pitchFamily="34" charset="0"/>
              </a:rPr>
              <a:t>logout</a:t>
            </a:r>
          </a:p>
        </p:txBody>
      </p:sp>
      <p:cxnSp>
        <p:nvCxnSpPr>
          <p:cNvPr id="131" name="Elbow Connector 130">
            <a:extLst>
              <a:ext uri="{FF2B5EF4-FFF2-40B4-BE49-F238E27FC236}">
                <a16:creationId xmlns:a16="http://schemas.microsoft.com/office/drawing/2014/main" id="{6C9E1C7E-E49A-4D17-DE4D-9F0F55628989}"/>
              </a:ext>
            </a:extLst>
          </p:cNvPr>
          <p:cNvCxnSpPr>
            <a:cxnSpLocks/>
            <a:stCxn id="125" idx="0"/>
            <a:endCxn id="6" idx="2"/>
          </p:cNvCxnSpPr>
          <p:nvPr/>
        </p:nvCxnSpPr>
        <p:spPr>
          <a:xfrm rot="16200000" flipV="1">
            <a:off x="9493112" y="1452651"/>
            <a:ext cx="752543" cy="1634058"/>
          </a:xfrm>
          <a:prstGeom prst="bentConnector2">
            <a:avLst/>
          </a:prstGeom>
          <a:ln>
            <a:tailEnd type="arrow"/>
          </a:ln>
        </p:spPr>
        <p:style>
          <a:lnRef idx="2">
            <a:schemeClr val="accent1"/>
          </a:lnRef>
          <a:fillRef idx="0">
            <a:schemeClr val="accent1"/>
          </a:fillRef>
          <a:effectRef idx="1">
            <a:schemeClr val="accent1"/>
          </a:effectRef>
          <a:fontRef idx="minor">
            <a:schemeClr val="tx1"/>
          </a:fontRef>
        </p:style>
      </p:cxnSp>
      <p:cxnSp>
        <p:nvCxnSpPr>
          <p:cNvPr id="134" name="Elbow Connector 133">
            <a:extLst>
              <a:ext uri="{FF2B5EF4-FFF2-40B4-BE49-F238E27FC236}">
                <a16:creationId xmlns:a16="http://schemas.microsoft.com/office/drawing/2014/main" id="{C86918C5-CC9A-B75D-9785-23DFCDDA2E31}"/>
              </a:ext>
            </a:extLst>
          </p:cNvPr>
          <p:cNvCxnSpPr>
            <a:cxnSpLocks/>
            <a:stCxn id="129" idx="6"/>
            <a:endCxn id="6" idx="2"/>
          </p:cNvCxnSpPr>
          <p:nvPr/>
        </p:nvCxnSpPr>
        <p:spPr>
          <a:xfrm flipV="1">
            <a:off x="6861935" y="1893408"/>
            <a:ext cx="2190419" cy="3230771"/>
          </a:xfrm>
          <a:prstGeom prst="bentConnector3">
            <a:avLst>
              <a:gd name="adj1" fmla="val 188464"/>
            </a:avLst>
          </a:prstGeom>
          <a:ln>
            <a:tailEnd type="arrow"/>
          </a:ln>
        </p:spPr>
        <p:style>
          <a:lnRef idx="2">
            <a:schemeClr val="accent1"/>
          </a:lnRef>
          <a:fillRef idx="0">
            <a:schemeClr val="accent1"/>
          </a:fillRef>
          <a:effectRef idx="1">
            <a:schemeClr val="accent1"/>
          </a:effectRef>
          <a:fontRef idx="minor">
            <a:schemeClr val="tx1"/>
          </a:fontRef>
        </p:style>
      </p:cxnSp>
      <p:sp>
        <p:nvSpPr>
          <p:cNvPr id="153" name="TextBox 152">
            <a:extLst>
              <a:ext uri="{FF2B5EF4-FFF2-40B4-BE49-F238E27FC236}">
                <a16:creationId xmlns:a16="http://schemas.microsoft.com/office/drawing/2014/main" id="{66722EB9-03F9-6CF5-73BD-CC1CD130DDB4}"/>
              </a:ext>
            </a:extLst>
          </p:cNvPr>
          <p:cNvSpPr txBox="1"/>
          <p:nvPr/>
        </p:nvSpPr>
        <p:spPr>
          <a:xfrm>
            <a:off x="6892572" y="2631194"/>
            <a:ext cx="1116011" cy="338554"/>
          </a:xfrm>
          <a:prstGeom prst="rect">
            <a:avLst/>
          </a:prstGeom>
          <a:noFill/>
        </p:spPr>
        <p:txBody>
          <a:bodyPr wrap="none" rtlCol="0">
            <a:spAutoFit/>
          </a:bodyPr>
          <a:lstStyle/>
          <a:p>
            <a:r>
              <a:rPr lang="en-US" sz="1600" dirty="0">
                <a:solidFill>
                  <a:prstClr val="black"/>
                </a:solidFill>
                <a:latin typeface="Calibri"/>
              </a:rPr>
              <a:t>admin user</a:t>
            </a:r>
          </a:p>
        </p:txBody>
      </p:sp>
      <p:sp>
        <p:nvSpPr>
          <p:cNvPr id="154" name="TextBox 153">
            <a:extLst>
              <a:ext uri="{FF2B5EF4-FFF2-40B4-BE49-F238E27FC236}">
                <a16:creationId xmlns:a16="http://schemas.microsoft.com/office/drawing/2014/main" id="{4C6D814A-16F8-AD75-9ECE-C921B6220E68}"/>
              </a:ext>
            </a:extLst>
          </p:cNvPr>
          <p:cNvSpPr txBox="1"/>
          <p:nvPr/>
        </p:nvSpPr>
        <p:spPr>
          <a:xfrm>
            <a:off x="4771024" y="3806640"/>
            <a:ext cx="1339726" cy="338554"/>
          </a:xfrm>
          <a:prstGeom prst="rect">
            <a:avLst/>
          </a:prstGeom>
          <a:noFill/>
        </p:spPr>
        <p:txBody>
          <a:bodyPr wrap="none" rtlCol="0">
            <a:spAutoFit/>
          </a:bodyPr>
          <a:lstStyle/>
          <a:p>
            <a:r>
              <a:rPr lang="en-US" sz="1600" dirty="0">
                <a:solidFill>
                  <a:prstClr val="black"/>
                </a:solidFill>
                <a:latin typeface="Calibri"/>
              </a:rPr>
              <a:t>technical user</a:t>
            </a:r>
          </a:p>
        </p:txBody>
      </p:sp>
      <p:sp>
        <p:nvSpPr>
          <p:cNvPr id="155" name="TextBox 154">
            <a:extLst>
              <a:ext uri="{FF2B5EF4-FFF2-40B4-BE49-F238E27FC236}">
                <a16:creationId xmlns:a16="http://schemas.microsoft.com/office/drawing/2014/main" id="{9260D8C9-6A70-28B2-3949-A22911B24CA7}"/>
              </a:ext>
            </a:extLst>
          </p:cNvPr>
          <p:cNvSpPr txBox="1"/>
          <p:nvPr/>
        </p:nvSpPr>
        <p:spPr>
          <a:xfrm>
            <a:off x="6853749" y="2902691"/>
            <a:ext cx="1446230" cy="338554"/>
          </a:xfrm>
          <a:prstGeom prst="rect">
            <a:avLst/>
          </a:prstGeom>
          <a:noFill/>
        </p:spPr>
        <p:txBody>
          <a:bodyPr wrap="none" rtlCol="0">
            <a:spAutoFit/>
          </a:bodyPr>
          <a:lstStyle/>
          <a:p>
            <a:r>
              <a:rPr lang="en-US" sz="1600" dirty="0">
                <a:solidFill>
                  <a:prstClr val="black"/>
                </a:solidFill>
                <a:latin typeface="Calibri"/>
              </a:rPr>
              <a:t>user </a:t>
            </a:r>
            <a:r>
              <a:rPr lang="en-US" sz="1600" dirty="0">
                <a:solidFill>
                  <a:prstClr val="black"/>
                </a:solidFill>
                <a:latin typeface="Calibri"/>
                <a:sym typeface="Wingdings" panose="05000000000000000000" pitchFamily="2" charset="2"/>
              </a:rPr>
              <a:t> session</a:t>
            </a:r>
            <a:endParaRPr lang="en-US" sz="1600" dirty="0">
              <a:solidFill>
                <a:prstClr val="black"/>
              </a:solidFill>
              <a:latin typeface="Calibri"/>
            </a:endParaRPr>
          </a:p>
        </p:txBody>
      </p:sp>
      <p:sp>
        <p:nvSpPr>
          <p:cNvPr id="156" name="TextBox 155">
            <a:extLst>
              <a:ext uri="{FF2B5EF4-FFF2-40B4-BE49-F238E27FC236}">
                <a16:creationId xmlns:a16="http://schemas.microsoft.com/office/drawing/2014/main" id="{546F575B-5CD5-CBFC-006D-4D3360D68FF4}"/>
              </a:ext>
            </a:extLst>
          </p:cNvPr>
          <p:cNvSpPr txBox="1"/>
          <p:nvPr/>
        </p:nvSpPr>
        <p:spPr>
          <a:xfrm>
            <a:off x="3901083" y="4102316"/>
            <a:ext cx="2876428" cy="338554"/>
          </a:xfrm>
          <a:prstGeom prst="rect">
            <a:avLst/>
          </a:prstGeom>
          <a:noFill/>
        </p:spPr>
        <p:txBody>
          <a:bodyPr wrap="none" rtlCol="0">
            <a:spAutoFit/>
          </a:bodyPr>
          <a:lstStyle/>
          <a:p>
            <a:r>
              <a:rPr lang="en-US" sz="1600" dirty="0">
                <a:solidFill>
                  <a:prstClr val="black"/>
                </a:solidFill>
                <a:latin typeface="Calibri"/>
              </a:rPr>
              <a:t>show role links + user </a:t>
            </a:r>
            <a:r>
              <a:rPr lang="en-US" sz="1600" dirty="0">
                <a:solidFill>
                  <a:prstClr val="black"/>
                </a:solidFill>
                <a:latin typeface="Calibri"/>
                <a:sym typeface="Wingdings" panose="05000000000000000000" pitchFamily="2" charset="2"/>
              </a:rPr>
              <a:t> session</a:t>
            </a:r>
            <a:endParaRPr lang="en-US" sz="1600" dirty="0">
              <a:solidFill>
                <a:prstClr val="black"/>
              </a:solidFill>
              <a:latin typeface="Calibri"/>
            </a:endParaRPr>
          </a:p>
        </p:txBody>
      </p:sp>
      <p:cxnSp>
        <p:nvCxnSpPr>
          <p:cNvPr id="5" name="Elbow Connector 4">
            <a:extLst>
              <a:ext uri="{FF2B5EF4-FFF2-40B4-BE49-F238E27FC236}">
                <a16:creationId xmlns:a16="http://schemas.microsoft.com/office/drawing/2014/main" id="{CAC4651C-2F4D-81F6-DFB4-89A6CE46F1D3}"/>
              </a:ext>
            </a:extLst>
          </p:cNvPr>
          <p:cNvCxnSpPr>
            <a:cxnSpLocks/>
          </p:cNvCxnSpPr>
          <p:nvPr/>
        </p:nvCxnSpPr>
        <p:spPr>
          <a:xfrm rot="10800000" flipV="1">
            <a:off x="3449446" y="3252179"/>
            <a:ext cx="2923168" cy="851163"/>
          </a:xfrm>
          <a:prstGeom prst="bentConnector3">
            <a:avLst>
              <a:gd name="adj1" fmla="val 576"/>
            </a:avLst>
          </a:prstGeom>
          <a:ln>
            <a:tailEnd type="arrow"/>
          </a:ln>
        </p:spPr>
        <p:style>
          <a:lnRef idx="2">
            <a:schemeClr val="accent1"/>
          </a:lnRef>
          <a:fillRef idx="0">
            <a:schemeClr val="accent1"/>
          </a:fillRef>
          <a:effectRef idx="1">
            <a:schemeClr val="accent1"/>
          </a:effectRef>
          <a:fontRef idx="minor">
            <a:schemeClr val="tx1"/>
          </a:fontRef>
        </p:style>
      </p:cxnSp>
      <p:sp>
        <p:nvSpPr>
          <p:cNvPr id="14" name="Rounded Rectangle 13">
            <a:extLst>
              <a:ext uri="{FF2B5EF4-FFF2-40B4-BE49-F238E27FC236}">
                <a16:creationId xmlns:a16="http://schemas.microsoft.com/office/drawing/2014/main" id="{249C6025-A9AA-B91E-49C4-22F0278A17E0}"/>
              </a:ext>
            </a:extLst>
          </p:cNvPr>
          <p:cNvSpPr/>
          <p:nvPr/>
        </p:nvSpPr>
        <p:spPr>
          <a:xfrm>
            <a:off x="760746" y="5376977"/>
            <a:ext cx="2402248" cy="863844"/>
          </a:xfrm>
          <a:prstGeom prst="roundRect">
            <a:avLst/>
          </a:prstGeom>
        </p:spPr>
        <p:style>
          <a:lnRef idx="2">
            <a:schemeClr val="accent3"/>
          </a:lnRef>
          <a:fillRef idx="1">
            <a:schemeClr val="lt1"/>
          </a:fillRef>
          <a:effectRef idx="0">
            <a:schemeClr val="accent3"/>
          </a:effectRef>
          <a:fontRef idx="minor">
            <a:schemeClr val="dk1"/>
          </a:fontRef>
        </p:style>
        <p:txBody>
          <a:bodyPr rtlCol="0" anchor="ctr"/>
          <a:lstStyle/>
          <a:p>
            <a:pPr algn="ctr"/>
            <a:r>
              <a:rPr lang="en-US" sz="1400" dirty="0">
                <a:solidFill>
                  <a:schemeClr val="tx1"/>
                </a:solidFill>
                <a:latin typeface="Calibri" panose="020F0502020204030204" pitchFamily="34" charset="0"/>
                <a:cs typeface="Calibri" panose="020F0502020204030204" pitchFamily="34" charset="0"/>
              </a:rPr>
              <a:t>Technical Role Selector</a:t>
            </a:r>
          </a:p>
        </p:txBody>
      </p:sp>
      <p:sp>
        <p:nvSpPr>
          <p:cNvPr id="19" name="Oval 18">
            <a:extLst>
              <a:ext uri="{FF2B5EF4-FFF2-40B4-BE49-F238E27FC236}">
                <a16:creationId xmlns:a16="http://schemas.microsoft.com/office/drawing/2014/main" id="{8B24AB13-46D6-7D41-A3FB-C0B49BC9CEA9}"/>
              </a:ext>
            </a:extLst>
          </p:cNvPr>
          <p:cNvSpPr/>
          <p:nvPr/>
        </p:nvSpPr>
        <p:spPr>
          <a:xfrm>
            <a:off x="2987614" y="5324823"/>
            <a:ext cx="288032" cy="28803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latin typeface="Calibri" panose="020F0502020204030204" pitchFamily="34" charset="0"/>
              <a:cs typeface="Calibri" panose="020F0502020204030204" pitchFamily="34" charset="0"/>
            </a:endParaRPr>
          </a:p>
        </p:txBody>
      </p:sp>
      <p:sp>
        <p:nvSpPr>
          <p:cNvPr id="20" name="TextBox 19">
            <a:extLst>
              <a:ext uri="{FF2B5EF4-FFF2-40B4-BE49-F238E27FC236}">
                <a16:creationId xmlns:a16="http://schemas.microsoft.com/office/drawing/2014/main" id="{ACD64E53-DBFA-DADB-16D0-88ABE2721836}"/>
              </a:ext>
            </a:extLst>
          </p:cNvPr>
          <p:cNvSpPr txBox="1"/>
          <p:nvPr/>
        </p:nvSpPr>
        <p:spPr>
          <a:xfrm>
            <a:off x="1850175" y="5095289"/>
            <a:ext cx="1197507" cy="338554"/>
          </a:xfrm>
          <a:prstGeom prst="rect">
            <a:avLst/>
          </a:prstGeom>
          <a:noFill/>
        </p:spPr>
        <p:txBody>
          <a:bodyPr wrap="none" rtlCol="0">
            <a:spAutoFit/>
          </a:bodyPr>
          <a:lstStyle/>
          <a:p>
            <a:r>
              <a:rPr lang="en-US" sz="1600" dirty="0">
                <a:solidFill>
                  <a:prstClr val="black"/>
                </a:solidFill>
                <a:latin typeface="Calibri" panose="020F0502020204030204" pitchFamily="34" charset="0"/>
                <a:cs typeface="Calibri" panose="020F0502020204030204" pitchFamily="34" charset="0"/>
              </a:rPr>
              <a:t>collaborator</a:t>
            </a:r>
          </a:p>
        </p:txBody>
      </p:sp>
      <p:sp>
        <p:nvSpPr>
          <p:cNvPr id="21" name="Oval 20">
            <a:extLst>
              <a:ext uri="{FF2B5EF4-FFF2-40B4-BE49-F238E27FC236}">
                <a16:creationId xmlns:a16="http://schemas.microsoft.com/office/drawing/2014/main" id="{B25D1E10-C4EE-B833-2601-6818C41C07B9}"/>
              </a:ext>
            </a:extLst>
          </p:cNvPr>
          <p:cNvSpPr/>
          <p:nvPr/>
        </p:nvSpPr>
        <p:spPr>
          <a:xfrm>
            <a:off x="2977804" y="6013046"/>
            <a:ext cx="288032" cy="28803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latin typeface="Calibri" panose="020F0502020204030204" pitchFamily="34" charset="0"/>
              <a:cs typeface="Calibri" panose="020F0502020204030204" pitchFamily="34" charset="0"/>
            </a:endParaRPr>
          </a:p>
        </p:txBody>
      </p:sp>
      <p:sp>
        <p:nvSpPr>
          <p:cNvPr id="22" name="TextBox 21">
            <a:extLst>
              <a:ext uri="{FF2B5EF4-FFF2-40B4-BE49-F238E27FC236}">
                <a16:creationId xmlns:a16="http://schemas.microsoft.com/office/drawing/2014/main" id="{A3971466-EBF2-3442-25CB-3D1A19D7812D}"/>
              </a:ext>
            </a:extLst>
          </p:cNvPr>
          <p:cNvSpPr txBox="1"/>
          <p:nvPr/>
        </p:nvSpPr>
        <p:spPr>
          <a:xfrm>
            <a:off x="1847175" y="6160331"/>
            <a:ext cx="920317" cy="338554"/>
          </a:xfrm>
          <a:prstGeom prst="rect">
            <a:avLst/>
          </a:prstGeom>
          <a:noFill/>
        </p:spPr>
        <p:txBody>
          <a:bodyPr wrap="none" rtlCol="0">
            <a:spAutoFit/>
          </a:bodyPr>
          <a:lstStyle/>
          <a:p>
            <a:r>
              <a:rPr lang="en-US" sz="1600" dirty="0">
                <a:solidFill>
                  <a:prstClr val="black"/>
                </a:solidFill>
                <a:latin typeface="Calibri" panose="020F0502020204030204" pitchFamily="34" charset="0"/>
                <a:cs typeface="Calibri" panose="020F0502020204030204" pitchFamily="34" charset="0"/>
              </a:rPr>
              <a:t>manager</a:t>
            </a:r>
          </a:p>
        </p:txBody>
      </p:sp>
      <p:cxnSp>
        <p:nvCxnSpPr>
          <p:cNvPr id="23" name="Straight Connector 22">
            <a:extLst>
              <a:ext uri="{FF2B5EF4-FFF2-40B4-BE49-F238E27FC236}">
                <a16:creationId xmlns:a16="http://schemas.microsoft.com/office/drawing/2014/main" id="{00422D8E-722B-CD35-8ACC-3C62847B39A6}"/>
              </a:ext>
            </a:extLst>
          </p:cNvPr>
          <p:cNvCxnSpPr>
            <a:cxnSpLocks/>
            <a:endCxn id="25" idx="1"/>
          </p:cNvCxnSpPr>
          <p:nvPr/>
        </p:nvCxnSpPr>
        <p:spPr>
          <a:xfrm>
            <a:off x="3265836" y="5482303"/>
            <a:ext cx="1404339" cy="0"/>
          </a:xfrm>
          <a:prstGeom prst="line">
            <a:avLst/>
          </a:prstGeom>
          <a:ln>
            <a:headEnd type="none" w="med" len="med"/>
            <a:tailEnd type="arrow" w="med" len="med"/>
          </a:ln>
        </p:spPr>
        <p:style>
          <a:lnRef idx="2">
            <a:schemeClr val="accent1"/>
          </a:lnRef>
          <a:fillRef idx="0">
            <a:schemeClr val="accent1"/>
          </a:fillRef>
          <a:effectRef idx="1">
            <a:schemeClr val="accent1"/>
          </a:effectRef>
          <a:fontRef idx="minor">
            <a:schemeClr val="tx1"/>
          </a:fontRef>
        </p:style>
      </p:cxnSp>
      <p:cxnSp>
        <p:nvCxnSpPr>
          <p:cNvPr id="24" name="Straight Connector 23">
            <a:extLst>
              <a:ext uri="{FF2B5EF4-FFF2-40B4-BE49-F238E27FC236}">
                <a16:creationId xmlns:a16="http://schemas.microsoft.com/office/drawing/2014/main" id="{0D41432D-0E3F-FF6F-7056-3DCE6FAEBC22}"/>
              </a:ext>
            </a:extLst>
          </p:cNvPr>
          <p:cNvCxnSpPr>
            <a:cxnSpLocks/>
          </p:cNvCxnSpPr>
          <p:nvPr/>
        </p:nvCxnSpPr>
        <p:spPr>
          <a:xfrm>
            <a:off x="3093177" y="6157062"/>
            <a:ext cx="1586807" cy="0"/>
          </a:xfrm>
          <a:prstGeom prst="line">
            <a:avLst/>
          </a:prstGeom>
          <a:ln>
            <a:headEnd type="none" w="med" len="med"/>
            <a:tailEnd type="arrow" w="med" len="med"/>
          </a:ln>
        </p:spPr>
        <p:style>
          <a:lnRef idx="2">
            <a:schemeClr val="accent1"/>
          </a:lnRef>
          <a:fillRef idx="0">
            <a:schemeClr val="accent1"/>
          </a:fillRef>
          <a:effectRef idx="1">
            <a:schemeClr val="accent1"/>
          </a:effectRef>
          <a:fontRef idx="minor">
            <a:schemeClr val="tx1"/>
          </a:fontRef>
        </p:style>
      </p:cxnSp>
      <p:sp>
        <p:nvSpPr>
          <p:cNvPr id="25" name="Rectangle 24">
            <a:extLst>
              <a:ext uri="{FF2B5EF4-FFF2-40B4-BE49-F238E27FC236}">
                <a16:creationId xmlns:a16="http://schemas.microsoft.com/office/drawing/2014/main" id="{1A42E117-8F9A-BC30-F5BB-E78BF1B6A590}"/>
              </a:ext>
            </a:extLst>
          </p:cNvPr>
          <p:cNvSpPr/>
          <p:nvPr/>
        </p:nvSpPr>
        <p:spPr>
          <a:xfrm>
            <a:off x="4670175" y="5150726"/>
            <a:ext cx="2047745" cy="663153"/>
          </a:xfrm>
          <a:prstGeom prst="rect">
            <a:avLst/>
          </a:prstGeom>
        </p:spPr>
        <p:style>
          <a:lnRef idx="2">
            <a:schemeClr val="dk1"/>
          </a:lnRef>
          <a:fillRef idx="1">
            <a:schemeClr val="lt1"/>
          </a:fillRef>
          <a:effectRef idx="0">
            <a:schemeClr val="dk1"/>
          </a:effectRef>
          <a:fontRef idx="minor">
            <a:schemeClr val="dk1"/>
          </a:fontRef>
        </p:style>
        <p:txBody>
          <a:bodyPr rtlCol="0" anchor="t" anchorCtr="0"/>
          <a:lstStyle/>
          <a:p>
            <a:r>
              <a:rPr lang="en-US" dirty="0">
                <a:latin typeface="Calibri" panose="020F0502020204030204" pitchFamily="34" charset="0"/>
                <a:cs typeface="Calibri" panose="020F0502020204030204" pitchFamily="34" charset="0"/>
              </a:rPr>
              <a:t>Home Collaborator</a:t>
            </a:r>
          </a:p>
        </p:txBody>
      </p:sp>
      <p:sp>
        <p:nvSpPr>
          <p:cNvPr id="26" name="Rectangle 25">
            <a:extLst>
              <a:ext uri="{FF2B5EF4-FFF2-40B4-BE49-F238E27FC236}">
                <a16:creationId xmlns:a16="http://schemas.microsoft.com/office/drawing/2014/main" id="{D3418EAB-3758-F8AE-0CC3-8D5B36F46E74}"/>
              </a:ext>
            </a:extLst>
          </p:cNvPr>
          <p:cNvSpPr/>
          <p:nvPr/>
        </p:nvSpPr>
        <p:spPr>
          <a:xfrm>
            <a:off x="4670174" y="6080346"/>
            <a:ext cx="2047745" cy="663153"/>
          </a:xfrm>
          <a:prstGeom prst="rect">
            <a:avLst/>
          </a:prstGeom>
        </p:spPr>
        <p:style>
          <a:lnRef idx="2">
            <a:schemeClr val="dk1"/>
          </a:lnRef>
          <a:fillRef idx="1">
            <a:schemeClr val="lt1"/>
          </a:fillRef>
          <a:effectRef idx="0">
            <a:schemeClr val="dk1"/>
          </a:effectRef>
          <a:fontRef idx="minor">
            <a:schemeClr val="dk1"/>
          </a:fontRef>
        </p:style>
        <p:txBody>
          <a:bodyPr rtlCol="0" anchor="t" anchorCtr="0"/>
          <a:lstStyle/>
          <a:p>
            <a:r>
              <a:rPr lang="en-US" dirty="0">
                <a:latin typeface="Calibri" panose="020F0502020204030204" pitchFamily="34" charset="0"/>
                <a:cs typeface="Calibri" panose="020F0502020204030204" pitchFamily="34" charset="0"/>
              </a:rPr>
              <a:t>Home Manager</a:t>
            </a:r>
          </a:p>
        </p:txBody>
      </p:sp>
      <p:sp>
        <p:nvSpPr>
          <p:cNvPr id="30" name="Oval 29">
            <a:extLst>
              <a:ext uri="{FF2B5EF4-FFF2-40B4-BE49-F238E27FC236}">
                <a16:creationId xmlns:a16="http://schemas.microsoft.com/office/drawing/2014/main" id="{C5543132-0D84-6B7F-0A8D-EEA50D1E52B0}"/>
              </a:ext>
            </a:extLst>
          </p:cNvPr>
          <p:cNvSpPr/>
          <p:nvPr/>
        </p:nvSpPr>
        <p:spPr>
          <a:xfrm>
            <a:off x="6573903" y="5883122"/>
            <a:ext cx="288032" cy="28803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latin typeface="Calibri" panose="020F0502020204030204" pitchFamily="34" charset="0"/>
              <a:cs typeface="Calibri" panose="020F0502020204030204" pitchFamily="34" charset="0"/>
            </a:endParaRPr>
          </a:p>
        </p:txBody>
      </p:sp>
      <p:sp>
        <p:nvSpPr>
          <p:cNvPr id="31" name="TextBox 30">
            <a:extLst>
              <a:ext uri="{FF2B5EF4-FFF2-40B4-BE49-F238E27FC236}">
                <a16:creationId xmlns:a16="http://schemas.microsoft.com/office/drawing/2014/main" id="{14AB843F-02F8-984C-6360-653D57D03D6C}"/>
              </a:ext>
            </a:extLst>
          </p:cNvPr>
          <p:cNvSpPr txBox="1"/>
          <p:nvPr/>
        </p:nvSpPr>
        <p:spPr>
          <a:xfrm>
            <a:off x="5883064" y="5784907"/>
            <a:ext cx="720262" cy="338554"/>
          </a:xfrm>
          <a:prstGeom prst="rect">
            <a:avLst/>
          </a:prstGeom>
          <a:noFill/>
        </p:spPr>
        <p:txBody>
          <a:bodyPr wrap="none" rtlCol="0">
            <a:spAutoFit/>
          </a:bodyPr>
          <a:lstStyle/>
          <a:p>
            <a:r>
              <a:rPr lang="en-US" sz="1600" dirty="0">
                <a:solidFill>
                  <a:prstClr val="black"/>
                </a:solidFill>
                <a:latin typeface="Calibri" panose="020F0502020204030204" pitchFamily="34" charset="0"/>
                <a:cs typeface="Calibri" panose="020F0502020204030204" pitchFamily="34" charset="0"/>
              </a:rPr>
              <a:t>logout</a:t>
            </a:r>
          </a:p>
        </p:txBody>
      </p:sp>
      <p:sp>
        <p:nvSpPr>
          <p:cNvPr id="129" name="Oval 128">
            <a:extLst>
              <a:ext uri="{FF2B5EF4-FFF2-40B4-BE49-F238E27FC236}">
                <a16:creationId xmlns:a16="http://schemas.microsoft.com/office/drawing/2014/main" id="{0C6AA652-1887-715A-FEA8-9CE95D9447AC}"/>
              </a:ext>
            </a:extLst>
          </p:cNvPr>
          <p:cNvSpPr/>
          <p:nvPr/>
        </p:nvSpPr>
        <p:spPr>
          <a:xfrm>
            <a:off x="6573903" y="4980163"/>
            <a:ext cx="288032" cy="28803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latin typeface="Calibri" panose="020F0502020204030204" pitchFamily="34" charset="0"/>
              <a:cs typeface="Calibri" panose="020F0502020204030204" pitchFamily="34" charset="0"/>
            </a:endParaRPr>
          </a:p>
        </p:txBody>
      </p:sp>
      <p:cxnSp>
        <p:nvCxnSpPr>
          <p:cNvPr id="32" name="Elbow Connector 31">
            <a:extLst>
              <a:ext uri="{FF2B5EF4-FFF2-40B4-BE49-F238E27FC236}">
                <a16:creationId xmlns:a16="http://schemas.microsoft.com/office/drawing/2014/main" id="{0B2234E1-C421-7BBF-C3A6-C9C6E79DAA6D}"/>
              </a:ext>
            </a:extLst>
          </p:cNvPr>
          <p:cNvCxnSpPr>
            <a:cxnSpLocks/>
            <a:stCxn id="30" idx="6"/>
            <a:endCxn id="6" idx="2"/>
          </p:cNvCxnSpPr>
          <p:nvPr/>
        </p:nvCxnSpPr>
        <p:spPr>
          <a:xfrm flipV="1">
            <a:off x="6861935" y="1893408"/>
            <a:ext cx="2190419" cy="4133730"/>
          </a:xfrm>
          <a:prstGeom prst="bentConnector3">
            <a:avLst>
              <a:gd name="adj1" fmla="val 202261"/>
            </a:avLst>
          </a:prstGeom>
          <a:ln>
            <a:tailEnd type="arrow"/>
          </a:ln>
        </p:spPr>
        <p:style>
          <a:lnRef idx="2">
            <a:schemeClr val="accent1"/>
          </a:lnRef>
          <a:fillRef idx="0">
            <a:schemeClr val="accent1"/>
          </a:fillRef>
          <a:effectRef idx="1">
            <a:schemeClr val="accent1"/>
          </a:effectRef>
          <a:fontRef idx="minor">
            <a:schemeClr val="tx1"/>
          </a:fontRef>
        </p:style>
      </p:cxnSp>
      <p:cxnSp>
        <p:nvCxnSpPr>
          <p:cNvPr id="46" name="Elbow Connector 45">
            <a:extLst>
              <a:ext uri="{FF2B5EF4-FFF2-40B4-BE49-F238E27FC236}">
                <a16:creationId xmlns:a16="http://schemas.microsoft.com/office/drawing/2014/main" id="{32696338-CD38-576F-7D7A-BE058547B07C}"/>
              </a:ext>
            </a:extLst>
          </p:cNvPr>
          <p:cNvCxnSpPr>
            <a:cxnSpLocks/>
          </p:cNvCxnSpPr>
          <p:nvPr/>
        </p:nvCxnSpPr>
        <p:spPr>
          <a:xfrm rot="10800000" flipV="1">
            <a:off x="3449446" y="3255948"/>
            <a:ext cx="2016000" cy="384529"/>
          </a:xfrm>
          <a:prstGeom prst="bentConnector3">
            <a:avLst>
              <a:gd name="adj1" fmla="val 561"/>
            </a:avLst>
          </a:prstGeom>
          <a:ln>
            <a:tailEnd type="arrow"/>
          </a:ln>
        </p:spPr>
        <p:style>
          <a:lnRef idx="2">
            <a:schemeClr val="accent1"/>
          </a:lnRef>
          <a:fillRef idx="0">
            <a:schemeClr val="accent1"/>
          </a:fillRef>
          <a:effectRef idx="1">
            <a:schemeClr val="accent1"/>
          </a:effectRef>
          <a:fontRef idx="minor">
            <a:schemeClr val="tx1"/>
          </a:fontRef>
        </p:style>
      </p:cxnSp>
      <p:sp>
        <p:nvSpPr>
          <p:cNvPr id="49" name="TextBox 48">
            <a:extLst>
              <a:ext uri="{FF2B5EF4-FFF2-40B4-BE49-F238E27FC236}">
                <a16:creationId xmlns:a16="http://schemas.microsoft.com/office/drawing/2014/main" id="{CDED596E-A40F-CF94-F8AC-292CB3B420E0}"/>
              </a:ext>
            </a:extLst>
          </p:cNvPr>
          <p:cNvSpPr txBox="1"/>
          <p:nvPr/>
        </p:nvSpPr>
        <p:spPr>
          <a:xfrm>
            <a:off x="3639641" y="3342748"/>
            <a:ext cx="2005679" cy="338554"/>
          </a:xfrm>
          <a:prstGeom prst="rect">
            <a:avLst/>
          </a:prstGeom>
          <a:noFill/>
        </p:spPr>
        <p:txBody>
          <a:bodyPr wrap="square" rtlCol="0">
            <a:spAutoFit/>
          </a:bodyPr>
          <a:lstStyle/>
          <a:p>
            <a:r>
              <a:rPr lang="en-US" sz="1600" dirty="0">
                <a:solidFill>
                  <a:prstClr val="black"/>
                </a:solidFill>
                <a:latin typeface="Calibri"/>
              </a:rPr>
              <a:t>wrong credentials</a:t>
            </a:r>
          </a:p>
        </p:txBody>
      </p:sp>
      <p:sp>
        <p:nvSpPr>
          <p:cNvPr id="66" name="Google Shape;208;p33">
            <a:extLst>
              <a:ext uri="{FF2B5EF4-FFF2-40B4-BE49-F238E27FC236}">
                <a16:creationId xmlns:a16="http://schemas.microsoft.com/office/drawing/2014/main" id="{242C13B5-3875-7E3A-0DBB-646B2B34683A}"/>
              </a:ext>
            </a:extLst>
          </p:cNvPr>
          <p:cNvSpPr txBox="1"/>
          <p:nvPr/>
        </p:nvSpPr>
        <p:spPr>
          <a:xfrm>
            <a:off x="5678847" y="2224421"/>
            <a:ext cx="1523417" cy="255657"/>
          </a:xfrm>
          <a:prstGeom prst="rect">
            <a:avLst/>
          </a:prstGeom>
          <a:solidFill>
            <a:schemeClr val="lt1"/>
          </a:solidFill>
          <a:ln w="25400" cap="flat" cmpd="sng">
            <a:solidFill>
              <a:schemeClr val="dk1"/>
            </a:solidFill>
            <a:prstDash val="solid"/>
            <a:round/>
            <a:headEnd type="none" w="sm" len="sm"/>
            <a:tailEnd type="none" w="sm" len="sm"/>
          </a:ln>
        </p:spPr>
        <p:txBody>
          <a:bodyPr spcFirstLastPara="1" wrap="square" lIns="91425" tIns="45700" rIns="91425" bIns="45700" anchor="t" anchorCtr="0">
            <a:noAutofit/>
          </a:bodyPr>
          <a:lstStyle/>
          <a:p>
            <a:pPr marL="0" marR="0" lvl="0" indent="0" algn="l" rtl="0">
              <a:spcBef>
                <a:spcPts val="0"/>
              </a:spcBef>
              <a:spcAft>
                <a:spcPts val="0"/>
              </a:spcAft>
              <a:buNone/>
            </a:pPr>
            <a:r>
              <a:rPr lang="es-419" sz="1200" dirty="0">
                <a:solidFill>
                  <a:schemeClr val="dk1"/>
                </a:solidFill>
                <a:latin typeface="Calibri"/>
                <a:ea typeface="Calibri"/>
                <a:cs typeface="Calibri"/>
                <a:sym typeface="Calibri"/>
              </a:rPr>
              <a:t>username, password</a:t>
            </a:r>
            <a:endParaRPr sz="1200" dirty="0">
              <a:solidFill>
                <a:schemeClr val="dk1"/>
              </a:solidFill>
              <a:latin typeface="Calibri"/>
              <a:ea typeface="Calibri"/>
              <a:cs typeface="Calibri"/>
              <a:sym typeface="Calibri"/>
            </a:endParaRPr>
          </a:p>
        </p:txBody>
      </p:sp>
      <p:cxnSp>
        <p:nvCxnSpPr>
          <p:cNvPr id="71" name="Straight Connector 70">
            <a:extLst>
              <a:ext uri="{FF2B5EF4-FFF2-40B4-BE49-F238E27FC236}">
                <a16:creationId xmlns:a16="http://schemas.microsoft.com/office/drawing/2014/main" id="{17863891-EA95-EB3C-1A8B-E07AEB4D7821}"/>
              </a:ext>
            </a:extLst>
          </p:cNvPr>
          <p:cNvCxnSpPr>
            <a:cxnSpLocks/>
            <a:stCxn id="66" idx="2"/>
            <a:endCxn id="11" idx="1"/>
          </p:cNvCxnSpPr>
          <p:nvPr/>
        </p:nvCxnSpPr>
        <p:spPr>
          <a:xfrm flipH="1">
            <a:off x="6101375" y="2480078"/>
            <a:ext cx="339181" cy="118663"/>
          </a:xfrm>
          <a:prstGeom prst="line">
            <a:avLst/>
          </a:prstGeom>
        </p:spPr>
        <p:style>
          <a:lnRef idx="2">
            <a:schemeClr val="dk1"/>
          </a:lnRef>
          <a:fillRef idx="0">
            <a:schemeClr val="dk1"/>
          </a:fillRef>
          <a:effectRef idx="1">
            <a:schemeClr val="dk1"/>
          </a:effectRef>
          <a:fontRef idx="minor">
            <a:schemeClr val="tx1"/>
          </a:fontRef>
        </p:style>
      </p:cxnSp>
      <p:sp>
        <p:nvSpPr>
          <p:cNvPr id="6" name="Parallelogram 5">
            <a:extLst>
              <a:ext uri="{FF2B5EF4-FFF2-40B4-BE49-F238E27FC236}">
                <a16:creationId xmlns:a16="http://schemas.microsoft.com/office/drawing/2014/main" id="{F8FD72CD-ABC9-960A-E98E-F6A209E8E16F}"/>
              </a:ext>
            </a:extLst>
          </p:cNvPr>
          <p:cNvSpPr/>
          <p:nvPr/>
        </p:nvSpPr>
        <p:spPr>
          <a:xfrm>
            <a:off x="7765997" y="1566228"/>
            <a:ext cx="1368152" cy="654359"/>
          </a:xfrm>
          <a:prstGeom prst="parallelogram">
            <a:avLst/>
          </a:prstGeom>
        </p:spPr>
        <p:style>
          <a:lnRef idx="2">
            <a:schemeClr val="accent2"/>
          </a:lnRef>
          <a:fillRef idx="1">
            <a:schemeClr val="lt1"/>
          </a:fillRef>
          <a:effectRef idx="0">
            <a:schemeClr val="accent2"/>
          </a:effectRef>
          <a:fontRef idx="minor">
            <a:schemeClr val="dk1"/>
          </a:fontRef>
        </p:style>
        <p:txBody>
          <a:bodyPr rtlCol="0" anchor="ctr"/>
          <a:lstStyle/>
          <a:p>
            <a:pPr algn="ctr"/>
            <a:r>
              <a:rPr lang="en-US" sz="1400" dirty="0">
                <a:latin typeface="Calibri" panose="020F0502020204030204" pitchFamily="34" charset="0"/>
                <a:cs typeface="Calibri" panose="020F0502020204030204" pitchFamily="34" charset="0"/>
              </a:rPr>
              <a:t>Logout</a:t>
            </a:r>
          </a:p>
        </p:txBody>
      </p:sp>
      <p:cxnSp>
        <p:nvCxnSpPr>
          <p:cNvPr id="13" name="Elbow Connector 12">
            <a:extLst>
              <a:ext uri="{FF2B5EF4-FFF2-40B4-BE49-F238E27FC236}">
                <a16:creationId xmlns:a16="http://schemas.microsoft.com/office/drawing/2014/main" id="{378D5C94-D20E-FB1B-0E55-E7C2DAE54305}"/>
              </a:ext>
            </a:extLst>
          </p:cNvPr>
          <p:cNvCxnSpPr>
            <a:cxnSpLocks/>
            <a:stCxn id="6" idx="5"/>
            <a:endCxn id="2" idx="0"/>
          </p:cNvCxnSpPr>
          <p:nvPr/>
        </p:nvCxnSpPr>
        <p:spPr>
          <a:xfrm rot="10800000" flipV="1">
            <a:off x="2015900" y="1893407"/>
            <a:ext cx="5831893" cy="365165"/>
          </a:xfrm>
          <a:prstGeom prst="bentConnector2">
            <a:avLst/>
          </a:prstGeom>
          <a:ln>
            <a:tailEnd type="arrow"/>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972677895"/>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40F927C-68D2-B979-1E14-1055B625362F}"/>
            </a:ext>
          </a:extLst>
        </p:cNvPr>
        <p:cNvGrpSpPr/>
        <p:nvPr/>
      </p:nvGrpSpPr>
      <p:grpSpPr>
        <a:xfrm>
          <a:off x="0" y="0"/>
          <a:ext cx="0" cy="0"/>
          <a:chOff x="0" y="0"/>
          <a:chExt cx="0" cy="0"/>
        </a:xfrm>
      </p:grpSpPr>
      <p:sp>
        <p:nvSpPr>
          <p:cNvPr id="4" name="Google Shape;135;p26">
            <a:extLst>
              <a:ext uri="{FF2B5EF4-FFF2-40B4-BE49-F238E27FC236}">
                <a16:creationId xmlns:a16="http://schemas.microsoft.com/office/drawing/2014/main" id="{682063CD-D62D-AA5E-2029-61642724E833}"/>
              </a:ext>
            </a:extLst>
          </p:cNvPr>
          <p:cNvSpPr txBox="1">
            <a:spLocks/>
          </p:cNvSpPr>
          <p:nvPr/>
        </p:nvSpPr>
        <p:spPr>
          <a:xfrm>
            <a:off x="426631" y="258833"/>
            <a:ext cx="11338737" cy="1143000"/>
          </a:xfrm>
          <a:prstGeom prst="rect">
            <a:avLst/>
          </a:prstGeom>
          <a:noFill/>
          <a:ln>
            <a:noFill/>
          </a:ln>
        </p:spPr>
        <p:txBody>
          <a:bodyPr spcFirstLastPara="1" wrap="square" lIns="107269" tIns="53620" rIns="107269" bIns="53620" anchor="ctr" anchorCtr="0">
            <a:noAutofit/>
          </a:bodyPr>
          <a:lstStyle>
            <a:defPPr marR="0" lvl="0" algn="l" rtl="0">
              <a:lnSpc>
                <a:spcPct val="100000"/>
              </a:lnSpc>
              <a:spcBef>
                <a:spcPts val="0"/>
              </a:spcBef>
              <a:spcAft>
                <a:spcPts val="0"/>
              </a:spcAft>
            </a:defPPr>
            <a:lvl1pPr marR="0" lvl="0" algn="ctr" rtl="0">
              <a:lnSpc>
                <a:spcPct val="100000"/>
              </a:lnSpc>
              <a:spcBef>
                <a:spcPts val="0"/>
              </a:spcBef>
              <a:spcAft>
                <a:spcPts val="0"/>
              </a:spcAft>
              <a:buClr>
                <a:schemeClr val="dk1"/>
              </a:buClr>
              <a:buSzPts val="1800"/>
              <a:buFont typeface="Calibri"/>
              <a:buNone/>
              <a:defRPr sz="44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9pPr>
          </a:lstStyle>
          <a:p>
            <a:r>
              <a:rPr lang="en-US" noProof="1">
                <a:latin typeface="Calibri" panose="020F0502020204030204" pitchFamily="34" charset="0"/>
                <a:cs typeface="Calibri" panose="020F0502020204030204" pitchFamily="34" charset="0"/>
              </a:rPr>
              <a:t>Application design (admin)</a:t>
            </a:r>
          </a:p>
        </p:txBody>
      </p:sp>
      <p:cxnSp>
        <p:nvCxnSpPr>
          <p:cNvPr id="18" name="Straight Connector 17">
            <a:extLst>
              <a:ext uri="{FF2B5EF4-FFF2-40B4-BE49-F238E27FC236}">
                <a16:creationId xmlns:a16="http://schemas.microsoft.com/office/drawing/2014/main" id="{C5D22160-E8F7-C853-653D-6BA28FD6B77F}"/>
              </a:ext>
            </a:extLst>
          </p:cNvPr>
          <p:cNvCxnSpPr>
            <a:cxnSpLocks/>
          </p:cNvCxnSpPr>
          <p:nvPr/>
        </p:nvCxnSpPr>
        <p:spPr>
          <a:xfrm>
            <a:off x="1436469" y="1124090"/>
            <a:ext cx="0" cy="350316"/>
          </a:xfrm>
          <a:prstGeom prst="line">
            <a:avLst/>
          </a:prstGeom>
          <a:ln>
            <a:headEnd type="none" w="med" len="med"/>
            <a:tailEnd type="arrow" w="med" len="med"/>
          </a:ln>
        </p:spPr>
        <p:style>
          <a:lnRef idx="2">
            <a:schemeClr val="accent1"/>
          </a:lnRef>
          <a:fillRef idx="0">
            <a:schemeClr val="accent1"/>
          </a:fillRef>
          <a:effectRef idx="1">
            <a:schemeClr val="accent1"/>
          </a:effectRef>
          <a:fontRef idx="minor">
            <a:schemeClr val="tx1"/>
          </a:fontRef>
        </p:style>
      </p:cxnSp>
      <p:sp>
        <p:nvSpPr>
          <p:cNvPr id="152" name="Parallelogram 151">
            <a:extLst>
              <a:ext uri="{FF2B5EF4-FFF2-40B4-BE49-F238E27FC236}">
                <a16:creationId xmlns:a16="http://schemas.microsoft.com/office/drawing/2014/main" id="{D260C455-5809-FE32-EDEC-AAF5ADBEF646}"/>
              </a:ext>
            </a:extLst>
          </p:cNvPr>
          <p:cNvSpPr/>
          <p:nvPr/>
        </p:nvSpPr>
        <p:spPr>
          <a:xfrm>
            <a:off x="9841321" y="764135"/>
            <a:ext cx="1352935" cy="408530"/>
          </a:xfrm>
          <a:prstGeom prst="parallelogram">
            <a:avLst/>
          </a:prstGeom>
        </p:spPr>
        <p:style>
          <a:lnRef idx="2">
            <a:schemeClr val="accent2"/>
          </a:lnRef>
          <a:fillRef idx="1">
            <a:schemeClr val="lt1"/>
          </a:fillRef>
          <a:effectRef idx="0">
            <a:schemeClr val="accent2"/>
          </a:effectRef>
          <a:fontRef idx="minor">
            <a:schemeClr val="dk1"/>
          </a:fontRef>
        </p:style>
        <p:txBody>
          <a:bodyPr rtlCol="0" anchor="ctr"/>
          <a:lstStyle/>
          <a:p>
            <a:pPr algn="ctr"/>
            <a:r>
              <a:rPr lang="en-US" sz="1400" dirty="0" err="1">
                <a:latin typeface="Calibri" panose="020F0502020204030204" pitchFamily="34" charset="0"/>
                <a:cs typeface="Calibri" panose="020F0502020204030204" pitchFamily="34" charset="0"/>
              </a:rPr>
              <a:t>GetProjects</a:t>
            </a:r>
            <a:endParaRPr lang="en-US" sz="1400" dirty="0">
              <a:latin typeface="Calibri" panose="020F0502020204030204" pitchFamily="34" charset="0"/>
              <a:cs typeface="Calibri" panose="020F0502020204030204" pitchFamily="34" charset="0"/>
            </a:endParaRPr>
          </a:p>
        </p:txBody>
      </p:sp>
      <p:sp>
        <p:nvSpPr>
          <p:cNvPr id="153" name="Google Shape;208;p33">
            <a:extLst>
              <a:ext uri="{FF2B5EF4-FFF2-40B4-BE49-F238E27FC236}">
                <a16:creationId xmlns:a16="http://schemas.microsoft.com/office/drawing/2014/main" id="{5AFCAAFD-9115-9AE0-D86A-7DB1487AEDEE}"/>
              </a:ext>
            </a:extLst>
          </p:cNvPr>
          <p:cNvSpPr txBox="1"/>
          <p:nvPr/>
        </p:nvSpPr>
        <p:spPr>
          <a:xfrm>
            <a:off x="10497175" y="332726"/>
            <a:ext cx="1076919" cy="255657"/>
          </a:xfrm>
          <a:prstGeom prst="rect">
            <a:avLst/>
          </a:prstGeom>
          <a:solidFill>
            <a:schemeClr val="lt1"/>
          </a:solidFill>
          <a:ln w="25400" cap="flat" cmpd="sng">
            <a:solidFill>
              <a:schemeClr val="dk1"/>
            </a:solidFill>
            <a:prstDash val="solid"/>
            <a:round/>
            <a:headEnd type="none" w="sm" len="sm"/>
            <a:tailEnd type="none" w="sm" len="sm"/>
          </a:ln>
        </p:spPr>
        <p:txBody>
          <a:bodyPr spcFirstLastPara="1" wrap="square" lIns="91425" tIns="45700" rIns="91425" bIns="45700" anchor="t" anchorCtr="0">
            <a:noAutofit/>
          </a:bodyPr>
          <a:lstStyle/>
          <a:p>
            <a:pPr lvl="0" algn="ctr"/>
            <a:r>
              <a:rPr lang="es-419" sz="1200" dirty="0">
                <a:solidFill>
                  <a:schemeClr val="dk1"/>
                </a:solidFill>
                <a:latin typeface="Calibri"/>
                <a:ea typeface="Calibri"/>
                <a:cs typeface="Calibri"/>
                <a:sym typeface="Calibri"/>
              </a:rPr>
              <a:t>session user.id</a:t>
            </a:r>
            <a:endParaRPr sz="1200" dirty="0">
              <a:solidFill>
                <a:schemeClr val="dk1"/>
              </a:solidFill>
              <a:latin typeface="Calibri"/>
              <a:ea typeface="Calibri"/>
              <a:cs typeface="Calibri"/>
              <a:sym typeface="Calibri"/>
            </a:endParaRPr>
          </a:p>
        </p:txBody>
      </p:sp>
      <p:cxnSp>
        <p:nvCxnSpPr>
          <p:cNvPr id="154" name="Straight Connector 153">
            <a:extLst>
              <a:ext uri="{FF2B5EF4-FFF2-40B4-BE49-F238E27FC236}">
                <a16:creationId xmlns:a16="http://schemas.microsoft.com/office/drawing/2014/main" id="{C4235989-F19B-B888-6B3E-322180EB2896}"/>
              </a:ext>
            </a:extLst>
          </p:cNvPr>
          <p:cNvCxnSpPr>
            <a:cxnSpLocks/>
          </p:cNvCxnSpPr>
          <p:nvPr/>
        </p:nvCxnSpPr>
        <p:spPr>
          <a:xfrm flipH="1">
            <a:off x="10745923" y="594708"/>
            <a:ext cx="365194" cy="155464"/>
          </a:xfrm>
          <a:prstGeom prst="line">
            <a:avLst/>
          </a:prstGeom>
        </p:spPr>
        <p:style>
          <a:lnRef idx="2">
            <a:schemeClr val="dk1"/>
          </a:lnRef>
          <a:fillRef idx="0">
            <a:schemeClr val="dk1"/>
          </a:fillRef>
          <a:effectRef idx="1">
            <a:schemeClr val="dk1"/>
          </a:effectRef>
          <a:fontRef idx="minor">
            <a:schemeClr val="tx1"/>
          </a:fontRef>
        </p:style>
      </p:cxnSp>
      <p:sp>
        <p:nvSpPr>
          <p:cNvPr id="2" name="Rectangle 1">
            <a:extLst>
              <a:ext uri="{FF2B5EF4-FFF2-40B4-BE49-F238E27FC236}">
                <a16:creationId xmlns:a16="http://schemas.microsoft.com/office/drawing/2014/main" id="{9CC13DD0-19C0-76CE-7DD1-1F84E91D3AC0}"/>
              </a:ext>
            </a:extLst>
          </p:cNvPr>
          <p:cNvSpPr/>
          <p:nvPr/>
        </p:nvSpPr>
        <p:spPr>
          <a:xfrm>
            <a:off x="265177" y="1465150"/>
            <a:ext cx="10231998" cy="4201131"/>
          </a:xfrm>
          <a:prstGeom prst="rect">
            <a:avLst/>
          </a:prstGeom>
        </p:spPr>
        <p:style>
          <a:lnRef idx="2">
            <a:schemeClr val="dk1"/>
          </a:lnRef>
          <a:fillRef idx="1">
            <a:schemeClr val="lt1"/>
          </a:fillRef>
          <a:effectRef idx="0">
            <a:schemeClr val="dk1"/>
          </a:effectRef>
          <a:fontRef idx="minor">
            <a:schemeClr val="dk1"/>
          </a:fontRef>
        </p:style>
        <p:txBody>
          <a:bodyPr rtlCol="0" anchor="t" anchorCtr="0"/>
          <a:lstStyle/>
          <a:p>
            <a:r>
              <a:rPr lang="en-US" dirty="0">
                <a:latin typeface="Calibri" panose="020F0502020204030204" pitchFamily="34" charset="0"/>
                <a:cs typeface="Calibri" panose="020F0502020204030204" pitchFamily="34" charset="0"/>
              </a:rPr>
              <a:t>Home Page</a:t>
            </a:r>
          </a:p>
        </p:txBody>
      </p:sp>
      <p:cxnSp>
        <p:nvCxnSpPr>
          <p:cNvPr id="75" name="Elbow Connector 74">
            <a:extLst>
              <a:ext uri="{FF2B5EF4-FFF2-40B4-BE49-F238E27FC236}">
                <a16:creationId xmlns:a16="http://schemas.microsoft.com/office/drawing/2014/main" id="{A69FBD64-1624-1CD8-9424-5F58D11DB366}"/>
              </a:ext>
            </a:extLst>
          </p:cNvPr>
          <p:cNvCxnSpPr>
            <a:cxnSpLocks/>
          </p:cNvCxnSpPr>
          <p:nvPr/>
        </p:nvCxnSpPr>
        <p:spPr>
          <a:xfrm flipV="1">
            <a:off x="3222624" y="5668021"/>
            <a:ext cx="484893" cy="510829"/>
          </a:xfrm>
          <a:prstGeom prst="bentConnector2">
            <a:avLst/>
          </a:prstGeom>
          <a:ln>
            <a:tailEnd type="arrow"/>
          </a:ln>
        </p:spPr>
        <p:style>
          <a:lnRef idx="2">
            <a:schemeClr val="accent1"/>
          </a:lnRef>
          <a:fillRef idx="0">
            <a:schemeClr val="accent1"/>
          </a:fillRef>
          <a:effectRef idx="1">
            <a:schemeClr val="accent1"/>
          </a:effectRef>
          <a:fontRef idx="minor">
            <a:schemeClr val="tx1"/>
          </a:fontRef>
        </p:style>
      </p:cxnSp>
      <p:sp>
        <p:nvSpPr>
          <p:cNvPr id="35" name="Rounded Rectangle 34">
            <a:extLst>
              <a:ext uri="{FF2B5EF4-FFF2-40B4-BE49-F238E27FC236}">
                <a16:creationId xmlns:a16="http://schemas.microsoft.com/office/drawing/2014/main" id="{7BA82C80-C947-F4F7-A9EE-E62B0A7AD6F0}"/>
              </a:ext>
            </a:extLst>
          </p:cNvPr>
          <p:cNvSpPr/>
          <p:nvPr/>
        </p:nvSpPr>
        <p:spPr>
          <a:xfrm>
            <a:off x="1564024" y="3021474"/>
            <a:ext cx="2815939" cy="2371376"/>
          </a:xfrm>
          <a:prstGeom prst="roundRect">
            <a:avLst/>
          </a:prstGeom>
        </p:spPr>
        <p:style>
          <a:lnRef idx="2">
            <a:schemeClr val="accent3"/>
          </a:lnRef>
          <a:fillRef idx="1">
            <a:schemeClr val="lt1"/>
          </a:fillRef>
          <a:effectRef idx="0">
            <a:schemeClr val="accent3"/>
          </a:effectRef>
          <a:fontRef idx="minor">
            <a:schemeClr val="dk1"/>
          </a:fontRef>
        </p:style>
        <p:txBody>
          <a:bodyPr tIns="0" rtlCol="0" anchor="t"/>
          <a:lstStyle/>
          <a:p>
            <a:pPr algn="ctr"/>
            <a:r>
              <a:rPr lang="en-US" sz="1400" dirty="0"/>
              <a:t>Project Structure Panel</a:t>
            </a:r>
          </a:p>
        </p:txBody>
      </p:sp>
      <p:sp>
        <p:nvSpPr>
          <p:cNvPr id="3" name="Rounded Rectangle 2">
            <a:extLst>
              <a:ext uri="{FF2B5EF4-FFF2-40B4-BE49-F238E27FC236}">
                <a16:creationId xmlns:a16="http://schemas.microsoft.com/office/drawing/2014/main" id="{4EF5B99D-5C36-2913-6B0E-A9168B934BC5}"/>
              </a:ext>
            </a:extLst>
          </p:cNvPr>
          <p:cNvSpPr/>
          <p:nvPr/>
        </p:nvSpPr>
        <p:spPr>
          <a:xfrm>
            <a:off x="1474412" y="1792161"/>
            <a:ext cx="2692678" cy="673604"/>
          </a:xfrm>
          <a:prstGeom prst="roundRect">
            <a:avLst/>
          </a:prstGeom>
        </p:spPr>
        <p:style>
          <a:lnRef idx="2">
            <a:schemeClr val="accent3"/>
          </a:lnRef>
          <a:fillRef idx="1">
            <a:schemeClr val="lt1"/>
          </a:fillRef>
          <a:effectRef idx="0">
            <a:schemeClr val="accent3"/>
          </a:effectRef>
          <a:fontRef idx="minor">
            <a:schemeClr val="dk1"/>
          </a:fontRef>
        </p:style>
        <p:txBody>
          <a:bodyPr rtlCol="0" anchor="ctr"/>
          <a:lstStyle/>
          <a:p>
            <a:pPr algn="ctr"/>
            <a:r>
              <a:rPr lang="en-US" sz="1400" dirty="0">
                <a:solidFill>
                  <a:schemeClr val="tx1"/>
                </a:solidFill>
                <a:latin typeface="Calibri" panose="020F0502020204030204" pitchFamily="34" charset="0"/>
                <a:cs typeface="Calibri" panose="020F0502020204030204" pitchFamily="34" charset="0"/>
              </a:rPr>
              <a:t>Project Header Form</a:t>
            </a:r>
          </a:p>
          <a:p>
            <a:pPr algn="ctr"/>
            <a:r>
              <a:rPr lang="en-US" sz="1400" dirty="0">
                <a:solidFill>
                  <a:schemeClr val="tx1"/>
                </a:solidFill>
                <a:latin typeface="Calibri" panose="020F0502020204030204" pitchFamily="34" charset="0"/>
                <a:cs typeface="Calibri" panose="020F0502020204030204" pitchFamily="34" charset="0"/>
              </a:rPr>
              <a:t>[title, duration, </a:t>
            </a:r>
            <a:r>
              <a:rPr lang="en-US" sz="1400" dirty="0" err="1">
                <a:solidFill>
                  <a:schemeClr val="tx1"/>
                </a:solidFill>
                <a:latin typeface="Calibri" panose="020F0502020204030204" pitchFamily="34" charset="0"/>
                <a:cs typeface="Calibri" panose="020F0502020204030204" pitchFamily="34" charset="0"/>
              </a:rPr>
              <a:t>managedBy</a:t>
            </a:r>
            <a:r>
              <a:rPr lang="en-US" sz="1400" dirty="0">
                <a:solidFill>
                  <a:schemeClr val="tx1"/>
                </a:solidFill>
                <a:latin typeface="Calibri" panose="020F0502020204030204" pitchFamily="34" charset="0"/>
                <a:cs typeface="Calibri" panose="020F0502020204030204" pitchFamily="34" charset="0"/>
              </a:rPr>
              <a:t>]</a:t>
            </a:r>
          </a:p>
        </p:txBody>
      </p:sp>
      <p:cxnSp>
        <p:nvCxnSpPr>
          <p:cNvPr id="7" name="Elbow Connector 6">
            <a:extLst>
              <a:ext uri="{FF2B5EF4-FFF2-40B4-BE49-F238E27FC236}">
                <a16:creationId xmlns:a16="http://schemas.microsoft.com/office/drawing/2014/main" id="{AAC44C01-A861-6578-054D-B29362780ED6}"/>
              </a:ext>
            </a:extLst>
          </p:cNvPr>
          <p:cNvCxnSpPr>
            <a:cxnSpLocks/>
            <a:stCxn id="45" idx="6"/>
            <a:endCxn id="35" idx="0"/>
          </p:cNvCxnSpPr>
          <p:nvPr/>
        </p:nvCxnSpPr>
        <p:spPr>
          <a:xfrm flipH="1">
            <a:off x="2971994" y="2360680"/>
            <a:ext cx="1302466" cy="660794"/>
          </a:xfrm>
          <a:prstGeom prst="bentConnector4">
            <a:avLst>
              <a:gd name="adj1" fmla="val -17551"/>
              <a:gd name="adj2" fmla="val 77503"/>
            </a:avLst>
          </a:prstGeom>
          <a:ln>
            <a:tailEnd type="arrow"/>
          </a:ln>
        </p:spPr>
        <p:style>
          <a:lnRef idx="2">
            <a:schemeClr val="accent1"/>
          </a:lnRef>
          <a:fillRef idx="0">
            <a:schemeClr val="accent1"/>
          </a:fillRef>
          <a:effectRef idx="1">
            <a:schemeClr val="accent1"/>
          </a:effectRef>
          <a:fontRef idx="minor">
            <a:schemeClr val="tx1"/>
          </a:fontRef>
        </p:style>
      </p:cxnSp>
      <p:sp>
        <p:nvSpPr>
          <p:cNvPr id="38" name="Rounded Rectangle 37">
            <a:extLst>
              <a:ext uri="{FF2B5EF4-FFF2-40B4-BE49-F238E27FC236}">
                <a16:creationId xmlns:a16="http://schemas.microsoft.com/office/drawing/2014/main" id="{7E521C1F-0AD7-65A6-AF0E-29AF4DC62CFF}"/>
              </a:ext>
            </a:extLst>
          </p:cNvPr>
          <p:cNvSpPr/>
          <p:nvPr/>
        </p:nvSpPr>
        <p:spPr>
          <a:xfrm>
            <a:off x="1680977" y="4525648"/>
            <a:ext cx="2411676" cy="667544"/>
          </a:xfrm>
          <a:prstGeom prst="roundRect">
            <a:avLst/>
          </a:prstGeom>
        </p:spPr>
        <p:style>
          <a:lnRef idx="2">
            <a:schemeClr val="accent3"/>
          </a:lnRef>
          <a:fillRef idx="1">
            <a:schemeClr val="lt1"/>
          </a:fillRef>
          <a:effectRef idx="0">
            <a:schemeClr val="accent3"/>
          </a:effectRef>
          <a:fontRef idx="minor">
            <a:schemeClr val="dk1"/>
          </a:fontRef>
        </p:style>
        <p:txBody>
          <a:bodyPr rtlCol="0" anchor="ctr"/>
          <a:lstStyle/>
          <a:p>
            <a:pPr algn="ctr"/>
            <a:r>
              <a:rPr lang="en-US" sz="1400" dirty="0">
                <a:solidFill>
                  <a:schemeClr val="tx1"/>
                </a:solidFill>
                <a:latin typeface="Calibri" panose="020F0502020204030204" pitchFamily="34" charset="0"/>
                <a:cs typeface="Calibri" panose="020F0502020204030204" pitchFamily="34" charset="0"/>
              </a:rPr>
              <a:t>Task List [title, description, </a:t>
            </a:r>
            <a:r>
              <a:rPr lang="en-US" sz="1400" dirty="0" err="1">
                <a:solidFill>
                  <a:schemeClr val="tx1"/>
                </a:solidFill>
                <a:latin typeface="Calibri" panose="020F0502020204030204" pitchFamily="34" charset="0"/>
                <a:cs typeface="Calibri" panose="020F0502020204030204" pitchFamily="34" charset="0"/>
              </a:rPr>
              <a:t>startMonth</a:t>
            </a:r>
            <a:r>
              <a:rPr lang="en-US" sz="1400" dirty="0">
                <a:solidFill>
                  <a:schemeClr val="tx1"/>
                </a:solidFill>
                <a:latin typeface="Calibri" panose="020F0502020204030204" pitchFamily="34" charset="0"/>
                <a:cs typeface="Calibri" panose="020F0502020204030204" pitchFamily="34" charset="0"/>
              </a:rPr>
              <a:t>, </a:t>
            </a:r>
            <a:r>
              <a:rPr lang="en-US" sz="1400" dirty="0" err="1">
                <a:solidFill>
                  <a:schemeClr val="tx1"/>
                </a:solidFill>
                <a:latin typeface="Calibri" panose="020F0502020204030204" pitchFamily="34" charset="0"/>
                <a:cs typeface="Calibri" panose="020F0502020204030204" pitchFamily="34" charset="0"/>
              </a:rPr>
              <a:t>endMonth</a:t>
            </a:r>
            <a:r>
              <a:rPr lang="en-US" sz="1400" dirty="0">
                <a:solidFill>
                  <a:schemeClr val="tx1"/>
                </a:solidFill>
                <a:latin typeface="Calibri" panose="020F0502020204030204" pitchFamily="34" charset="0"/>
                <a:cs typeface="Calibri" panose="020F0502020204030204" pitchFamily="34" charset="0"/>
              </a:rPr>
              <a:t>]</a:t>
            </a:r>
          </a:p>
        </p:txBody>
      </p:sp>
      <p:sp>
        <p:nvSpPr>
          <p:cNvPr id="45" name="Oval 44">
            <a:extLst>
              <a:ext uri="{FF2B5EF4-FFF2-40B4-BE49-F238E27FC236}">
                <a16:creationId xmlns:a16="http://schemas.microsoft.com/office/drawing/2014/main" id="{FA08F4FA-0284-C90A-5C56-BC2A974E8148}"/>
              </a:ext>
            </a:extLst>
          </p:cNvPr>
          <p:cNvSpPr/>
          <p:nvPr/>
        </p:nvSpPr>
        <p:spPr>
          <a:xfrm>
            <a:off x="3986428" y="2216664"/>
            <a:ext cx="288032" cy="28803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latin typeface="Calibri" panose="020F0502020204030204" pitchFamily="34" charset="0"/>
              <a:cs typeface="Calibri" panose="020F0502020204030204" pitchFamily="34" charset="0"/>
            </a:endParaRPr>
          </a:p>
        </p:txBody>
      </p:sp>
      <p:sp>
        <p:nvSpPr>
          <p:cNvPr id="46" name="Oval 45">
            <a:extLst>
              <a:ext uri="{FF2B5EF4-FFF2-40B4-BE49-F238E27FC236}">
                <a16:creationId xmlns:a16="http://schemas.microsoft.com/office/drawing/2014/main" id="{49DCBB70-BC07-B4AB-304F-D61669EC219F}"/>
              </a:ext>
            </a:extLst>
          </p:cNvPr>
          <p:cNvSpPr/>
          <p:nvPr/>
        </p:nvSpPr>
        <p:spPr>
          <a:xfrm>
            <a:off x="3974325" y="4469047"/>
            <a:ext cx="288032" cy="28803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latin typeface="Calibri" panose="020F0502020204030204" pitchFamily="34" charset="0"/>
              <a:cs typeface="Calibri" panose="020F0502020204030204" pitchFamily="34" charset="0"/>
            </a:endParaRPr>
          </a:p>
        </p:txBody>
      </p:sp>
      <p:sp>
        <p:nvSpPr>
          <p:cNvPr id="47" name="Oval 46">
            <a:extLst>
              <a:ext uri="{FF2B5EF4-FFF2-40B4-BE49-F238E27FC236}">
                <a16:creationId xmlns:a16="http://schemas.microsoft.com/office/drawing/2014/main" id="{473F7CF8-9179-8DAF-5CEE-A1A3D5C8BF6E}"/>
              </a:ext>
            </a:extLst>
          </p:cNvPr>
          <p:cNvSpPr/>
          <p:nvPr/>
        </p:nvSpPr>
        <p:spPr>
          <a:xfrm>
            <a:off x="3974325" y="4917250"/>
            <a:ext cx="288032" cy="28803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latin typeface="Calibri" panose="020F0502020204030204" pitchFamily="34" charset="0"/>
              <a:cs typeface="Calibri" panose="020F0502020204030204" pitchFamily="34" charset="0"/>
            </a:endParaRPr>
          </a:p>
        </p:txBody>
      </p:sp>
      <p:sp>
        <p:nvSpPr>
          <p:cNvPr id="65" name="TextBox 64">
            <a:extLst>
              <a:ext uri="{FF2B5EF4-FFF2-40B4-BE49-F238E27FC236}">
                <a16:creationId xmlns:a16="http://schemas.microsoft.com/office/drawing/2014/main" id="{8023E628-C1B9-ABD8-5EA9-F2B7EA4652F6}"/>
              </a:ext>
            </a:extLst>
          </p:cNvPr>
          <p:cNvSpPr txBox="1"/>
          <p:nvPr/>
        </p:nvSpPr>
        <p:spPr>
          <a:xfrm>
            <a:off x="4217149" y="2058854"/>
            <a:ext cx="549253" cy="338554"/>
          </a:xfrm>
          <a:prstGeom prst="rect">
            <a:avLst/>
          </a:prstGeom>
          <a:noFill/>
        </p:spPr>
        <p:txBody>
          <a:bodyPr wrap="none" rtlCol="0">
            <a:spAutoFit/>
          </a:bodyPr>
          <a:lstStyle/>
          <a:p>
            <a:r>
              <a:rPr lang="en-US" sz="1600" dirty="0">
                <a:solidFill>
                  <a:prstClr val="black"/>
                </a:solidFill>
                <a:latin typeface="Calibri" panose="020F0502020204030204" pitchFamily="34" charset="0"/>
                <a:cs typeface="Calibri" panose="020F0502020204030204" pitchFamily="34" charset="0"/>
              </a:rPr>
              <a:t>next</a:t>
            </a:r>
          </a:p>
        </p:txBody>
      </p:sp>
      <p:sp>
        <p:nvSpPr>
          <p:cNvPr id="66" name="TextBox 65">
            <a:extLst>
              <a:ext uri="{FF2B5EF4-FFF2-40B4-BE49-F238E27FC236}">
                <a16:creationId xmlns:a16="http://schemas.microsoft.com/office/drawing/2014/main" id="{33FCF658-5B5B-ABBF-8DD5-2475F9F89A76}"/>
              </a:ext>
            </a:extLst>
          </p:cNvPr>
          <p:cNvSpPr txBox="1"/>
          <p:nvPr/>
        </p:nvSpPr>
        <p:spPr>
          <a:xfrm>
            <a:off x="4594640" y="3515720"/>
            <a:ext cx="1731821" cy="338554"/>
          </a:xfrm>
          <a:prstGeom prst="rect">
            <a:avLst/>
          </a:prstGeom>
          <a:noFill/>
        </p:spPr>
        <p:txBody>
          <a:bodyPr wrap="none" rtlCol="0">
            <a:spAutoFit/>
          </a:bodyPr>
          <a:lstStyle/>
          <a:p>
            <a:r>
              <a:rPr lang="en-US" sz="1600" dirty="0">
                <a:solidFill>
                  <a:prstClr val="black"/>
                </a:solidFill>
                <a:latin typeface="Calibri" panose="020F0502020204030204" pitchFamily="34" charset="0"/>
                <a:cs typeface="Calibri" panose="020F0502020204030204" pitchFamily="34" charset="0"/>
              </a:rPr>
              <a:t>+ WP, update draft</a:t>
            </a:r>
          </a:p>
        </p:txBody>
      </p:sp>
      <p:sp>
        <p:nvSpPr>
          <p:cNvPr id="89" name="Oval 88">
            <a:extLst>
              <a:ext uri="{FF2B5EF4-FFF2-40B4-BE49-F238E27FC236}">
                <a16:creationId xmlns:a16="http://schemas.microsoft.com/office/drawing/2014/main" id="{AD7B61D1-0FA3-8A56-1814-005124103965}"/>
              </a:ext>
            </a:extLst>
          </p:cNvPr>
          <p:cNvSpPr/>
          <p:nvPr/>
        </p:nvSpPr>
        <p:spPr>
          <a:xfrm>
            <a:off x="7105142" y="1294584"/>
            <a:ext cx="288032" cy="28803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latin typeface="Calibri" panose="020F0502020204030204" pitchFamily="34" charset="0"/>
              <a:cs typeface="Calibri" panose="020F0502020204030204" pitchFamily="34" charset="0"/>
            </a:endParaRPr>
          </a:p>
        </p:txBody>
      </p:sp>
      <p:sp>
        <p:nvSpPr>
          <p:cNvPr id="90" name="TextBox 89">
            <a:extLst>
              <a:ext uri="{FF2B5EF4-FFF2-40B4-BE49-F238E27FC236}">
                <a16:creationId xmlns:a16="http://schemas.microsoft.com/office/drawing/2014/main" id="{7F3355C6-7A2E-BBFD-11D5-58D4125D19B7}"/>
              </a:ext>
            </a:extLst>
          </p:cNvPr>
          <p:cNvSpPr txBox="1"/>
          <p:nvPr/>
        </p:nvSpPr>
        <p:spPr>
          <a:xfrm>
            <a:off x="6397178" y="1151350"/>
            <a:ext cx="1431377" cy="338554"/>
          </a:xfrm>
          <a:prstGeom prst="rect">
            <a:avLst/>
          </a:prstGeom>
          <a:noFill/>
        </p:spPr>
        <p:txBody>
          <a:bodyPr wrap="square" rtlCol="0">
            <a:spAutoFit/>
          </a:bodyPr>
          <a:lstStyle/>
          <a:p>
            <a:r>
              <a:rPr lang="en-US" sz="1600" dirty="0">
                <a:solidFill>
                  <a:prstClr val="black"/>
                </a:solidFill>
                <a:latin typeface="Calibri" panose="020F0502020204030204" pitchFamily="34" charset="0"/>
                <a:cs typeface="Calibri" panose="020F0502020204030204" pitchFamily="34" charset="0"/>
              </a:rPr>
              <a:t>logout</a:t>
            </a:r>
          </a:p>
        </p:txBody>
      </p:sp>
      <p:sp>
        <p:nvSpPr>
          <p:cNvPr id="98" name="Rounded Rectangle 97">
            <a:extLst>
              <a:ext uri="{FF2B5EF4-FFF2-40B4-BE49-F238E27FC236}">
                <a16:creationId xmlns:a16="http://schemas.microsoft.com/office/drawing/2014/main" id="{F1A95FA5-89D4-DDC6-7892-93FA468EDD1C}"/>
              </a:ext>
            </a:extLst>
          </p:cNvPr>
          <p:cNvSpPr/>
          <p:nvPr/>
        </p:nvSpPr>
        <p:spPr>
          <a:xfrm>
            <a:off x="6657975" y="2460287"/>
            <a:ext cx="3610580" cy="646566"/>
          </a:xfrm>
          <a:prstGeom prst="roundRect">
            <a:avLst/>
          </a:prstGeom>
        </p:spPr>
        <p:style>
          <a:lnRef idx="2">
            <a:schemeClr val="accent3"/>
          </a:lnRef>
          <a:fillRef idx="1">
            <a:schemeClr val="lt1"/>
          </a:fillRef>
          <a:effectRef idx="0">
            <a:schemeClr val="accent3"/>
          </a:effectRef>
          <a:fontRef idx="minor">
            <a:schemeClr val="dk1"/>
          </a:fontRef>
        </p:style>
        <p:txBody>
          <a:bodyPr rtlCol="0" anchor="ctr"/>
          <a:lstStyle/>
          <a:p>
            <a:pPr algn="ctr"/>
            <a:r>
              <a:rPr lang="en-US" sz="1400" dirty="0">
                <a:latin typeface="Calibri" panose="020F0502020204030204" pitchFamily="34" charset="0"/>
                <a:cs typeface="Calibri" panose="020F0502020204030204" pitchFamily="34" charset="0"/>
              </a:rPr>
              <a:t>Projects List [</a:t>
            </a:r>
            <a:r>
              <a:rPr lang="en-US" sz="1400" dirty="0" err="1">
                <a:latin typeface="Calibri" panose="020F0502020204030204" pitchFamily="34" charset="0"/>
                <a:cs typeface="Calibri" panose="020F0502020204030204" pitchFamily="34" charset="0"/>
              </a:rPr>
              <a:t>project.id</a:t>
            </a:r>
            <a:r>
              <a:rPr lang="en-US" sz="1400" dirty="0">
                <a:latin typeface="Calibri" panose="020F0502020204030204" pitchFamily="34" charset="0"/>
                <a:cs typeface="Calibri" panose="020F0502020204030204" pitchFamily="34" charset="0"/>
              </a:rPr>
              <a:t>, </a:t>
            </a:r>
            <a:r>
              <a:rPr lang="en-US" sz="1400" dirty="0" err="1">
                <a:latin typeface="Calibri" panose="020F0502020204030204" pitchFamily="34" charset="0"/>
                <a:cs typeface="Calibri" panose="020F0502020204030204" pitchFamily="34" charset="0"/>
              </a:rPr>
              <a:t>project.title</a:t>
            </a:r>
            <a:r>
              <a:rPr lang="en-US" sz="1400" dirty="0">
                <a:latin typeface="Calibri" panose="020F0502020204030204" pitchFamily="34" charset="0"/>
                <a:cs typeface="Calibri" panose="020F0502020204030204" pitchFamily="34" charset="0"/>
              </a:rPr>
              <a:t>, </a:t>
            </a:r>
            <a:r>
              <a:rPr lang="en-US" sz="1400" dirty="0" err="1">
                <a:latin typeface="Calibri" panose="020F0502020204030204" pitchFamily="34" charset="0"/>
                <a:cs typeface="Calibri" panose="020F0502020204030204" pitchFamily="34" charset="0"/>
              </a:rPr>
              <a:t>project.status</a:t>
            </a:r>
            <a:r>
              <a:rPr lang="en-US" sz="1400" dirty="0">
                <a:latin typeface="Calibri" panose="020F0502020204030204" pitchFamily="34" charset="0"/>
                <a:cs typeface="Calibri" panose="020F0502020204030204" pitchFamily="34" charset="0"/>
              </a:rPr>
              <a:t>]</a:t>
            </a:r>
            <a:endParaRPr lang="en-US" sz="1200" dirty="0">
              <a:solidFill>
                <a:schemeClr val="tx1"/>
              </a:solidFill>
              <a:latin typeface="Calibri" panose="020F0502020204030204" pitchFamily="34" charset="0"/>
              <a:cs typeface="Calibri" panose="020F0502020204030204" pitchFamily="34" charset="0"/>
            </a:endParaRPr>
          </a:p>
        </p:txBody>
      </p:sp>
      <p:sp>
        <p:nvSpPr>
          <p:cNvPr id="17" name="Oval 16">
            <a:extLst>
              <a:ext uri="{FF2B5EF4-FFF2-40B4-BE49-F238E27FC236}">
                <a16:creationId xmlns:a16="http://schemas.microsoft.com/office/drawing/2014/main" id="{98F0E041-3B00-08A0-3A54-D87B5753776D}"/>
              </a:ext>
            </a:extLst>
          </p:cNvPr>
          <p:cNvSpPr/>
          <p:nvPr/>
        </p:nvSpPr>
        <p:spPr>
          <a:xfrm>
            <a:off x="8954901" y="1321134"/>
            <a:ext cx="288032" cy="288032"/>
          </a:xfrm>
          <a:prstGeom prst="ellipse">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latin typeface="Calibri" panose="020F0502020204030204" pitchFamily="34" charset="0"/>
              <a:cs typeface="Calibri" panose="020F0502020204030204" pitchFamily="34" charset="0"/>
            </a:endParaRPr>
          </a:p>
        </p:txBody>
      </p:sp>
      <p:cxnSp>
        <p:nvCxnSpPr>
          <p:cNvPr id="20" name="Straight Connector 19">
            <a:extLst>
              <a:ext uri="{FF2B5EF4-FFF2-40B4-BE49-F238E27FC236}">
                <a16:creationId xmlns:a16="http://schemas.microsoft.com/office/drawing/2014/main" id="{6ECC7E3F-CACC-FA4C-575B-4F3E04D0B839}"/>
              </a:ext>
            </a:extLst>
          </p:cNvPr>
          <p:cNvCxnSpPr>
            <a:cxnSpLocks/>
            <a:stCxn id="17" idx="7"/>
            <a:endCxn id="152" idx="5"/>
          </p:cNvCxnSpPr>
          <p:nvPr/>
        </p:nvCxnSpPr>
        <p:spPr>
          <a:xfrm flipV="1">
            <a:off x="9200752" y="968400"/>
            <a:ext cx="691635" cy="394915"/>
          </a:xfrm>
          <a:prstGeom prst="line">
            <a:avLst/>
          </a:prstGeom>
          <a:ln>
            <a:headEnd type="none" w="med" len="med"/>
            <a:tailEnd type="arrow" w="med" len="med"/>
          </a:ln>
        </p:spPr>
        <p:style>
          <a:lnRef idx="2">
            <a:schemeClr val="accent1"/>
          </a:lnRef>
          <a:fillRef idx="0">
            <a:schemeClr val="accent1"/>
          </a:fillRef>
          <a:effectRef idx="1">
            <a:schemeClr val="accent1"/>
          </a:effectRef>
          <a:fontRef idx="minor">
            <a:schemeClr val="tx1"/>
          </a:fontRef>
        </p:style>
      </p:cxnSp>
      <p:sp>
        <p:nvSpPr>
          <p:cNvPr id="37" name="Rounded Rectangle 36">
            <a:extLst>
              <a:ext uri="{FF2B5EF4-FFF2-40B4-BE49-F238E27FC236}">
                <a16:creationId xmlns:a16="http://schemas.microsoft.com/office/drawing/2014/main" id="{72C0EE35-973C-A4D4-DE05-DF0420E5BEBF}"/>
              </a:ext>
            </a:extLst>
          </p:cNvPr>
          <p:cNvSpPr/>
          <p:nvPr/>
        </p:nvSpPr>
        <p:spPr>
          <a:xfrm>
            <a:off x="1694817" y="3588011"/>
            <a:ext cx="2472273" cy="660793"/>
          </a:xfrm>
          <a:prstGeom prst="roundRect">
            <a:avLst/>
          </a:prstGeom>
        </p:spPr>
        <p:style>
          <a:lnRef idx="2">
            <a:schemeClr val="accent3"/>
          </a:lnRef>
          <a:fillRef idx="1">
            <a:schemeClr val="lt1"/>
          </a:fillRef>
          <a:effectRef idx="0">
            <a:schemeClr val="accent3"/>
          </a:effectRef>
          <a:fontRef idx="minor">
            <a:schemeClr val="dk1"/>
          </a:fontRef>
        </p:style>
        <p:txBody>
          <a:bodyPr rtlCol="0" anchor="ctr"/>
          <a:lstStyle/>
          <a:p>
            <a:pPr algn="ctr"/>
            <a:r>
              <a:rPr lang="en-US" sz="1400" dirty="0">
                <a:solidFill>
                  <a:schemeClr val="tx1"/>
                </a:solidFill>
                <a:latin typeface="Calibri" panose="020F0502020204030204" pitchFamily="34" charset="0"/>
                <a:cs typeface="Calibri" panose="020F0502020204030204" pitchFamily="34" charset="0"/>
              </a:rPr>
              <a:t>WP List [title, </a:t>
            </a:r>
            <a:r>
              <a:rPr lang="en-US" sz="1400" dirty="0" err="1">
                <a:solidFill>
                  <a:schemeClr val="tx1"/>
                </a:solidFill>
                <a:latin typeface="Calibri" panose="020F0502020204030204" pitchFamily="34" charset="0"/>
                <a:cs typeface="Calibri" panose="020F0502020204030204" pitchFamily="34" charset="0"/>
              </a:rPr>
              <a:t>startMonth</a:t>
            </a:r>
            <a:r>
              <a:rPr lang="en-US" sz="1400" dirty="0">
                <a:solidFill>
                  <a:schemeClr val="tx1"/>
                </a:solidFill>
                <a:latin typeface="Calibri" panose="020F0502020204030204" pitchFamily="34" charset="0"/>
                <a:cs typeface="Calibri" panose="020F0502020204030204" pitchFamily="34" charset="0"/>
              </a:rPr>
              <a:t>, </a:t>
            </a:r>
            <a:r>
              <a:rPr lang="en-US" sz="1400" dirty="0" err="1">
                <a:solidFill>
                  <a:schemeClr val="tx1"/>
                </a:solidFill>
                <a:latin typeface="Calibri" panose="020F0502020204030204" pitchFamily="34" charset="0"/>
                <a:cs typeface="Calibri" panose="020F0502020204030204" pitchFamily="34" charset="0"/>
              </a:rPr>
              <a:t>endMonth</a:t>
            </a:r>
            <a:r>
              <a:rPr lang="en-US" sz="1400" dirty="0">
                <a:solidFill>
                  <a:schemeClr val="tx1"/>
                </a:solidFill>
                <a:latin typeface="Calibri" panose="020F0502020204030204" pitchFamily="34" charset="0"/>
                <a:cs typeface="Calibri" panose="020F0502020204030204" pitchFamily="34" charset="0"/>
              </a:rPr>
              <a:t>]</a:t>
            </a:r>
          </a:p>
        </p:txBody>
      </p:sp>
      <p:sp>
        <p:nvSpPr>
          <p:cNvPr id="51" name="Oval 50">
            <a:extLst>
              <a:ext uri="{FF2B5EF4-FFF2-40B4-BE49-F238E27FC236}">
                <a16:creationId xmlns:a16="http://schemas.microsoft.com/office/drawing/2014/main" id="{EA9797FD-E283-7512-BA47-231C53EC2FB9}"/>
              </a:ext>
            </a:extLst>
          </p:cNvPr>
          <p:cNvSpPr/>
          <p:nvPr/>
        </p:nvSpPr>
        <p:spPr>
          <a:xfrm>
            <a:off x="3991319" y="3549678"/>
            <a:ext cx="288032" cy="28803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latin typeface="Calibri" panose="020F0502020204030204" pitchFamily="34" charset="0"/>
              <a:cs typeface="Calibri" panose="020F0502020204030204" pitchFamily="34" charset="0"/>
            </a:endParaRPr>
          </a:p>
        </p:txBody>
      </p:sp>
      <p:sp>
        <p:nvSpPr>
          <p:cNvPr id="52" name="Oval 51">
            <a:extLst>
              <a:ext uri="{FF2B5EF4-FFF2-40B4-BE49-F238E27FC236}">
                <a16:creationId xmlns:a16="http://schemas.microsoft.com/office/drawing/2014/main" id="{258293AD-4F10-C471-3E6F-67DB92BCA96F}"/>
              </a:ext>
            </a:extLst>
          </p:cNvPr>
          <p:cNvSpPr/>
          <p:nvPr/>
        </p:nvSpPr>
        <p:spPr>
          <a:xfrm>
            <a:off x="3991319" y="3997881"/>
            <a:ext cx="288032" cy="28803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latin typeface="Calibri" panose="020F0502020204030204" pitchFamily="34" charset="0"/>
              <a:cs typeface="Calibri" panose="020F0502020204030204" pitchFamily="34" charset="0"/>
            </a:endParaRPr>
          </a:p>
        </p:txBody>
      </p:sp>
      <p:sp>
        <p:nvSpPr>
          <p:cNvPr id="56" name="TextBox 55">
            <a:extLst>
              <a:ext uri="{FF2B5EF4-FFF2-40B4-BE49-F238E27FC236}">
                <a16:creationId xmlns:a16="http://schemas.microsoft.com/office/drawing/2014/main" id="{5524E1A4-C674-5447-F9BD-2B0C47F97837}"/>
              </a:ext>
            </a:extLst>
          </p:cNvPr>
          <p:cNvSpPr txBox="1"/>
          <p:nvPr/>
        </p:nvSpPr>
        <p:spPr>
          <a:xfrm>
            <a:off x="4594640" y="3981158"/>
            <a:ext cx="1691745" cy="338554"/>
          </a:xfrm>
          <a:prstGeom prst="rect">
            <a:avLst/>
          </a:prstGeom>
          <a:noFill/>
        </p:spPr>
        <p:txBody>
          <a:bodyPr wrap="none" rtlCol="0">
            <a:spAutoFit/>
          </a:bodyPr>
          <a:lstStyle/>
          <a:p>
            <a:r>
              <a:rPr lang="en-US" sz="1600" dirty="0">
                <a:solidFill>
                  <a:prstClr val="black"/>
                </a:solidFill>
                <a:latin typeface="Calibri" panose="020F0502020204030204" pitchFamily="34" charset="0"/>
                <a:cs typeface="Calibri" panose="020F0502020204030204" pitchFamily="34" charset="0"/>
              </a:rPr>
              <a:t>- WP, update draft</a:t>
            </a:r>
          </a:p>
        </p:txBody>
      </p:sp>
      <p:sp>
        <p:nvSpPr>
          <p:cNvPr id="57" name="TextBox 56">
            <a:extLst>
              <a:ext uri="{FF2B5EF4-FFF2-40B4-BE49-F238E27FC236}">
                <a16:creationId xmlns:a16="http://schemas.microsoft.com/office/drawing/2014/main" id="{71EB2C79-166D-1CF2-798D-00BFACDD9C05}"/>
              </a:ext>
            </a:extLst>
          </p:cNvPr>
          <p:cNvSpPr txBox="1"/>
          <p:nvPr/>
        </p:nvSpPr>
        <p:spPr>
          <a:xfrm>
            <a:off x="4559844" y="4472463"/>
            <a:ext cx="1869486" cy="338554"/>
          </a:xfrm>
          <a:prstGeom prst="rect">
            <a:avLst/>
          </a:prstGeom>
          <a:noFill/>
        </p:spPr>
        <p:txBody>
          <a:bodyPr wrap="none" rtlCol="0">
            <a:spAutoFit/>
          </a:bodyPr>
          <a:lstStyle/>
          <a:p>
            <a:r>
              <a:rPr lang="en-US" sz="1600" dirty="0">
                <a:solidFill>
                  <a:prstClr val="black"/>
                </a:solidFill>
                <a:latin typeface="Calibri" panose="020F0502020204030204" pitchFamily="34" charset="0"/>
                <a:cs typeface="Calibri" panose="020F0502020204030204" pitchFamily="34" charset="0"/>
              </a:rPr>
              <a:t>+ Task, update draft</a:t>
            </a:r>
          </a:p>
        </p:txBody>
      </p:sp>
      <p:sp>
        <p:nvSpPr>
          <p:cNvPr id="61" name="TextBox 60">
            <a:extLst>
              <a:ext uri="{FF2B5EF4-FFF2-40B4-BE49-F238E27FC236}">
                <a16:creationId xmlns:a16="http://schemas.microsoft.com/office/drawing/2014/main" id="{5DDC5A6E-FE6E-19C6-69C2-39100E767A73}"/>
              </a:ext>
            </a:extLst>
          </p:cNvPr>
          <p:cNvSpPr txBox="1"/>
          <p:nvPr/>
        </p:nvSpPr>
        <p:spPr>
          <a:xfrm>
            <a:off x="4563318" y="4876930"/>
            <a:ext cx="1829412" cy="338554"/>
          </a:xfrm>
          <a:prstGeom prst="rect">
            <a:avLst/>
          </a:prstGeom>
          <a:noFill/>
        </p:spPr>
        <p:txBody>
          <a:bodyPr wrap="none" rtlCol="0">
            <a:spAutoFit/>
          </a:bodyPr>
          <a:lstStyle/>
          <a:p>
            <a:r>
              <a:rPr lang="en-US" sz="1600" dirty="0">
                <a:solidFill>
                  <a:prstClr val="black"/>
                </a:solidFill>
                <a:latin typeface="Calibri" panose="020F0502020204030204" pitchFamily="34" charset="0"/>
                <a:cs typeface="Calibri" panose="020F0502020204030204" pitchFamily="34" charset="0"/>
              </a:rPr>
              <a:t>- Task, update draft</a:t>
            </a:r>
          </a:p>
        </p:txBody>
      </p:sp>
      <p:sp>
        <p:nvSpPr>
          <p:cNvPr id="68" name="Oval 67">
            <a:extLst>
              <a:ext uri="{FF2B5EF4-FFF2-40B4-BE49-F238E27FC236}">
                <a16:creationId xmlns:a16="http://schemas.microsoft.com/office/drawing/2014/main" id="{384468EC-4BD7-B3A8-98D3-FB6737056A7C}"/>
              </a:ext>
            </a:extLst>
          </p:cNvPr>
          <p:cNvSpPr/>
          <p:nvPr/>
        </p:nvSpPr>
        <p:spPr>
          <a:xfrm>
            <a:off x="2510062" y="5260989"/>
            <a:ext cx="288032" cy="28803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latin typeface="Calibri" panose="020F0502020204030204" pitchFamily="34" charset="0"/>
              <a:cs typeface="Calibri" panose="020F0502020204030204" pitchFamily="34" charset="0"/>
            </a:endParaRPr>
          </a:p>
        </p:txBody>
      </p:sp>
      <p:cxnSp>
        <p:nvCxnSpPr>
          <p:cNvPr id="69" name="Elbow Connector 68">
            <a:extLst>
              <a:ext uri="{FF2B5EF4-FFF2-40B4-BE49-F238E27FC236}">
                <a16:creationId xmlns:a16="http://schemas.microsoft.com/office/drawing/2014/main" id="{E1D1258D-AB3C-88AA-622E-34D4C1412C38}"/>
              </a:ext>
            </a:extLst>
          </p:cNvPr>
          <p:cNvCxnSpPr>
            <a:cxnSpLocks/>
            <a:stCxn id="68" idx="4"/>
            <a:endCxn id="74" idx="0"/>
          </p:cNvCxnSpPr>
          <p:nvPr/>
        </p:nvCxnSpPr>
        <p:spPr>
          <a:xfrm rot="5400000">
            <a:off x="2366194" y="5703959"/>
            <a:ext cx="442822" cy="132947"/>
          </a:xfrm>
          <a:prstGeom prst="bentConnector3">
            <a:avLst>
              <a:gd name="adj1" fmla="val 50000"/>
            </a:avLst>
          </a:prstGeom>
          <a:ln>
            <a:tailEnd type="arrow"/>
          </a:ln>
        </p:spPr>
        <p:style>
          <a:lnRef idx="2">
            <a:schemeClr val="accent1"/>
          </a:lnRef>
          <a:fillRef idx="0">
            <a:schemeClr val="accent1"/>
          </a:fillRef>
          <a:effectRef idx="1">
            <a:schemeClr val="accent1"/>
          </a:effectRef>
          <a:fontRef idx="minor">
            <a:schemeClr val="tx1"/>
          </a:fontRef>
        </p:style>
      </p:cxnSp>
      <p:sp>
        <p:nvSpPr>
          <p:cNvPr id="70" name="TextBox 69">
            <a:extLst>
              <a:ext uri="{FF2B5EF4-FFF2-40B4-BE49-F238E27FC236}">
                <a16:creationId xmlns:a16="http://schemas.microsoft.com/office/drawing/2014/main" id="{E705089F-929E-94BC-6BD5-7E586EDA5436}"/>
              </a:ext>
            </a:extLst>
          </p:cNvPr>
          <p:cNvSpPr txBox="1"/>
          <p:nvPr/>
        </p:nvSpPr>
        <p:spPr>
          <a:xfrm>
            <a:off x="2746331" y="5334475"/>
            <a:ext cx="552780" cy="338554"/>
          </a:xfrm>
          <a:prstGeom prst="rect">
            <a:avLst/>
          </a:prstGeom>
          <a:noFill/>
        </p:spPr>
        <p:txBody>
          <a:bodyPr wrap="none" rtlCol="0">
            <a:spAutoFit/>
          </a:bodyPr>
          <a:lstStyle/>
          <a:p>
            <a:r>
              <a:rPr lang="en-US" sz="1600" dirty="0">
                <a:solidFill>
                  <a:prstClr val="black"/>
                </a:solidFill>
                <a:latin typeface="Calibri" panose="020F0502020204030204" pitchFamily="34" charset="0"/>
                <a:cs typeface="Calibri" panose="020F0502020204030204" pitchFamily="34" charset="0"/>
              </a:rPr>
              <a:t>save</a:t>
            </a:r>
          </a:p>
        </p:txBody>
      </p:sp>
      <p:sp>
        <p:nvSpPr>
          <p:cNvPr id="83" name="TextBox 82">
            <a:extLst>
              <a:ext uri="{FF2B5EF4-FFF2-40B4-BE49-F238E27FC236}">
                <a16:creationId xmlns:a16="http://schemas.microsoft.com/office/drawing/2014/main" id="{9CB97B2D-637B-3DC5-4FB0-9A573D2753D1}"/>
              </a:ext>
            </a:extLst>
          </p:cNvPr>
          <p:cNvSpPr txBox="1"/>
          <p:nvPr/>
        </p:nvSpPr>
        <p:spPr>
          <a:xfrm>
            <a:off x="4320388" y="6270136"/>
            <a:ext cx="5124416" cy="338554"/>
          </a:xfrm>
          <a:prstGeom prst="rect">
            <a:avLst/>
          </a:prstGeom>
          <a:noFill/>
        </p:spPr>
        <p:txBody>
          <a:bodyPr wrap="none" rtlCol="0">
            <a:spAutoFit/>
          </a:bodyPr>
          <a:lstStyle/>
          <a:p>
            <a:pPr algn="r"/>
            <a:r>
              <a:rPr lang="en-US" sz="1600" dirty="0">
                <a:solidFill>
                  <a:prstClr val="black"/>
                </a:solidFill>
                <a:latin typeface="Calibri" panose="020F0502020204030204" pitchFamily="34" charset="0"/>
                <a:cs typeface="Calibri" panose="020F0502020204030204" pitchFamily="34" charset="0"/>
              </a:rPr>
              <a:t>saved, reloads Admin Projects List and resets draft structure</a:t>
            </a:r>
          </a:p>
        </p:txBody>
      </p:sp>
      <p:cxnSp>
        <p:nvCxnSpPr>
          <p:cNvPr id="109" name="Elbow Connector 108">
            <a:extLst>
              <a:ext uri="{FF2B5EF4-FFF2-40B4-BE49-F238E27FC236}">
                <a16:creationId xmlns:a16="http://schemas.microsoft.com/office/drawing/2014/main" id="{1D39FFBA-DB47-6FF6-CF47-4508C6A3803D}"/>
              </a:ext>
            </a:extLst>
          </p:cNvPr>
          <p:cNvCxnSpPr>
            <a:cxnSpLocks/>
            <a:endCxn id="35" idx="3"/>
          </p:cNvCxnSpPr>
          <p:nvPr/>
        </p:nvCxnSpPr>
        <p:spPr>
          <a:xfrm>
            <a:off x="4216223" y="4147646"/>
            <a:ext cx="163740" cy="59516"/>
          </a:xfrm>
          <a:prstGeom prst="bentConnector3">
            <a:avLst>
              <a:gd name="adj1" fmla="val 239612"/>
            </a:avLst>
          </a:prstGeom>
          <a:ln>
            <a:tailEnd type="arrow"/>
          </a:ln>
        </p:spPr>
        <p:style>
          <a:lnRef idx="2">
            <a:schemeClr val="accent1"/>
          </a:lnRef>
          <a:fillRef idx="0">
            <a:schemeClr val="accent1"/>
          </a:fillRef>
          <a:effectRef idx="1">
            <a:schemeClr val="accent1"/>
          </a:effectRef>
          <a:fontRef idx="minor">
            <a:schemeClr val="tx1"/>
          </a:fontRef>
        </p:style>
      </p:cxnSp>
      <p:cxnSp>
        <p:nvCxnSpPr>
          <p:cNvPr id="115" name="Elbow Connector 114">
            <a:extLst>
              <a:ext uri="{FF2B5EF4-FFF2-40B4-BE49-F238E27FC236}">
                <a16:creationId xmlns:a16="http://schemas.microsoft.com/office/drawing/2014/main" id="{2A465D22-5772-62BB-A72F-0CC14C65088F}"/>
              </a:ext>
            </a:extLst>
          </p:cNvPr>
          <p:cNvCxnSpPr>
            <a:cxnSpLocks/>
          </p:cNvCxnSpPr>
          <p:nvPr/>
        </p:nvCxnSpPr>
        <p:spPr>
          <a:xfrm>
            <a:off x="4222291" y="3670702"/>
            <a:ext cx="163740" cy="59516"/>
          </a:xfrm>
          <a:prstGeom prst="bentConnector3">
            <a:avLst>
              <a:gd name="adj1" fmla="val 239612"/>
            </a:avLst>
          </a:prstGeom>
          <a:ln>
            <a:tailEnd type="arrow"/>
          </a:ln>
        </p:spPr>
        <p:style>
          <a:lnRef idx="2">
            <a:schemeClr val="accent1"/>
          </a:lnRef>
          <a:fillRef idx="0">
            <a:schemeClr val="accent1"/>
          </a:fillRef>
          <a:effectRef idx="1">
            <a:schemeClr val="accent1"/>
          </a:effectRef>
          <a:fontRef idx="minor">
            <a:schemeClr val="tx1"/>
          </a:fontRef>
        </p:style>
      </p:cxnSp>
      <p:cxnSp>
        <p:nvCxnSpPr>
          <p:cNvPr id="116" name="Elbow Connector 115">
            <a:extLst>
              <a:ext uri="{FF2B5EF4-FFF2-40B4-BE49-F238E27FC236}">
                <a16:creationId xmlns:a16="http://schemas.microsoft.com/office/drawing/2014/main" id="{515C5F17-F99C-5DBA-1D45-33914639EF0D}"/>
              </a:ext>
            </a:extLst>
          </p:cNvPr>
          <p:cNvCxnSpPr>
            <a:cxnSpLocks/>
          </p:cNvCxnSpPr>
          <p:nvPr/>
        </p:nvCxnSpPr>
        <p:spPr>
          <a:xfrm>
            <a:off x="4222291" y="4629639"/>
            <a:ext cx="163740" cy="59516"/>
          </a:xfrm>
          <a:prstGeom prst="bentConnector3">
            <a:avLst>
              <a:gd name="adj1" fmla="val 239612"/>
            </a:avLst>
          </a:prstGeom>
          <a:ln>
            <a:tailEnd type="arrow"/>
          </a:ln>
        </p:spPr>
        <p:style>
          <a:lnRef idx="2">
            <a:schemeClr val="accent1"/>
          </a:lnRef>
          <a:fillRef idx="0">
            <a:schemeClr val="accent1"/>
          </a:fillRef>
          <a:effectRef idx="1">
            <a:schemeClr val="accent1"/>
          </a:effectRef>
          <a:fontRef idx="minor">
            <a:schemeClr val="tx1"/>
          </a:fontRef>
        </p:style>
      </p:cxnSp>
      <p:cxnSp>
        <p:nvCxnSpPr>
          <p:cNvPr id="117" name="Elbow Connector 116">
            <a:extLst>
              <a:ext uri="{FF2B5EF4-FFF2-40B4-BE49-F238E27FC236}">
                <a16:creationId xmlns:a16="http://schemas.microsoft.com/office/drawing/2014/main" id="{0E6F0FFB-9CA4-1E66-7851-2CE515C1799A}"/>
              </a:ext>
            </a:extLst>
          </p:cNvPr>
          <p:cNvCxnSpPr>
            <a:cxnSpLocks/>
          </p:cNvCxnSpPr>
          <p:nvPr/>
        </p:nvCxnSpPr>
        <p:spPr>
          <a:xfrm>
            <a:off x="4195215" y="5031508"/>
            <a:ext cx="163740" cy="59516"/>
          </a:xfrm>
          <a:prstGeom prst="bentConnector3">
            <a:avLst>
              <a:gd name="adj1" fmla="val 239612"/>
            </a:avLst>
          </a:prstGeom>
          <a:ln>
            <a:tailEnd type="arrow"/>
          </a:ln>
        </p:spPr>
        <p:style>
          <a:lnRef idx="2">
            <a:schemeClr val="accent1"/>
          </a:lnRef>
          <a:fillRef idx="0">
            <a:schemeClr val="accent1"/>
          </a:fillRef>
          <a:effectRef idx="1">
            <a:schemeClr val="accent1"/>
          </a:effectRef>
          <a:fontRef idx="minor">
            <a:schemeClr val="tx1"/>
          </a:fontRef>
        </p:style>
      </p:cxnSp>
      <p:sp>
        <p:nvSpPr>
          <p:cNvPr id="118" name="TextBox 117">
            <a:extLst>
              <a:ext uri="{FF2B5EF4-FFF2-40B4-BE49-F238E27FC236}">
                <a16:creationId xmlns:a16="http://schemas.microsoft.com/office/drawing/2014/main" id="{A5D579A4-8330-BC62-E5F8-4FD62F9AFB4F}"/>
              </a:ext>
            </a:extLst>
          </p:cNvPr>
          <p:cNvSpPr txBox="1"/>
          <p:nvPr/>
        </p:nvSpPr>
        <p:spPr>
          <a:xfrm>
            <a:off x="2697004" y="2583570"/>
            <a:ext cx="1196033" cy="338554"/>
          </a:xfrm>
          <a:prstGeom prst="rect">
            <a:avLst/>
          </a:prstGeom>
          <a:noFill/>
        </p:spPr>
        <p:txBody>
          <a:bodyPr wrap="none" rtlCol="0">
            <a:spAutoFit/>
          </a:bodyPr>
          <a:lstStyle/>
          <a:p>
            <a:r>
              <a:rPr lang="en-US" sz="1600" dirty="0">
                <a:solidFill>
                  <a:prstClr val="black"/>
                </a:solidFill>
                <a:latin typeface="Calibri" panose="020F0502020204030204" pitchFamily="34" charset="0"/>
                <a:cs typeface="Calibri" panose="020F0502020204030204" pitchFamily="34" charset="0"/>
              </a:rPr>
              <a:t>render draft</a:t>
            </a:r>
          </a:p>
        </p:txBody>
      </p:sp>
      <p:sp>
        <p:nvSpPr>
          <p:cNvPr id="138" name="Rounded Rectangle 137">
            <a:extLst>
              <a:ext uri="{FF2B5EF4-FFF2-40B4-BE49-F238E27FC236}">
                <a16:creationId xmlns:a16="http://schemas.microsoft.com/office/drawing/2014/main" id="{1F6F6349-BE6F-AF3A-1089-C188FB43DEC2}"/>
              </a:ext>
            </a:extLst>
          </p:cNvPr>
          <p:cNvSpPr/>
          <p:nvPr/>
        </p:nvSpPr>
        <p:spPr>
          <a:xfrm>
            <a:off x="6671476" y="3240521"/>
            <a:ext cx="3610580" cy="607257"/>
          </a:xfrm>
          <a:prstGeom prst="roundRect">
            <a:avLst/>
          </a:prstGeom>
        </p:spPr>
        <p:style>
          <a:lnRef idx="2">
            <a:schemeClr val="accent3"/>
          </a:lnRef>
          <a:fillRef idx="1">
            <a:schemeClr val="lt1"/>
          </a:fillRef>
          <a:effectRef idx="0">
            <a:schemeClr val="accent3"/>
          </a:effectRef>
          <a:fontRef idx="minor">
            <a:schemeClr val="dk1"/>
          </a:fontRef>
        </p:style>
        <p:txBody>
          <a:bodyPr rtlCol="0" anchor="ctr"/>
          <a:lstStyle/>
          <a:p>
            <a:pPr algn="ctr"/>
            <a:r>
              <a:rPr lang="en-US" sz="1400" dirty="0"/>
              <a:t>Project Viewer</a:t>
            </a:r>
          </a:p>
          <a:p>
            <a:pPr algn="ctr"/>
            <a:r>
              <a:rPr lang="en-US" sz="1400" dirty="0"/>
              <a:t>[project, </a:t>
            </a:r>
            <a:r>
              <a:rPr lang="en-US" sz="1400" dirty="0" err="1"/>
              <a:t>wpList</a:t>
            </a:r>
            <a:r>
              <a:rPr lang="en-US" sz="1400" dirty="0"/>
              <a:t>, tasks]</a:t>
            </a:r>
            <a:endParaRPr lang="en-US" sz="1200" dirty="0">
              <a:solidFill>
                <a:schemeClr val="tx1"/>
              </a:solidFill>
              <a:latin typeface="Calibri" panose="020F0502020204030204" pitchFamily="34" charset="0"/>
              <a:cs typeface="Calibri" panose="020F0502020204030204" pitchFamily="34" charset="0"/>
            </a:endParaRPr>
          </a:p>
        </p:txBody>
      </p:sp>
      <p:sp>
        <p:nvSpPr>
          <p:cNvPr id="141" name="Google Shape;208;p33">
            <a:extLst>
              <a:ext uri="{FF2B5EF4-FFF2-40B4-BE49-F238E27FC236}">
                <a16:creationId xmlns:a16="http://schemas.microsoft.com/office/drawing/2014/main" id="{2C530CCF-5797-0DF3-AB6A-572BB7A34F5A}"/>
              </a:ext>
            </a:extLst>
          </p:cNvPr>
          <p:cNvSpPr txBox="1"/>
          <p:nvPr/>
        </p:nvSpPr>
        <p:spPr>
          <a:xfrm>
            <a:off x="268661" y="6562511"/>
            <a:ext cx="5596357" cy="255657"/>
          </a:xfrm>
          <a:prstGeom prst="rect">
            <a:avLst/>
          </a:prstGeom>
          <a:solidFill>
            <a:schemeClr val="lt1"/>
          </a:solidFill>
          <a:ln w="25400" cap="flat" cmpd="sng">
            <a:solidFill>
              <a:schemeClr val="dk1"/>
            </a:solidFill>
            <a:prstDash val="solid"/>
            <a:round/>
            <a:headEnd type="none" w="sm" len="sm"/>
            <a:tailEnd type="none" w="sm" len="sm"/>
          </a:ln>
        </p:spPr>
        <p:txBody>
          <a:bodyPr spcFirstLastPara="1" wrap="square" lIns="91425" tIns="45700" rIns="91425" bIns="45700" anchor="t" anchorCtr="0">
            <a:noAutofit/>
          </a:bodyPr>
          <a:lstStyle/>
          <a:p>
            <a:pPr algn="ctr"/>
            <a:r>
              <a:rPr lang="es-419" sz="1200" dirty="0">
                <a:solidFill>
                  <a:schemeClr val="dk1"/>
                </a:solidFill>
                <a:latin typeface="Calibri"/>
                <a:ea typeface="Calibri"/>
                <a:cs typeface="Calibri"/>
                <a:sym typeface="Calibri"/>
              </a:rPr>
              <a:t>session user.id, project title, duration, managed by, wp title, start, …, task title, descr, …</a:t>
            </a:r>
            <a:endParaRPr sz="1200" dirty="0">
              <a:solidFill>
                <a:schemeClr val="dk1"/>
              </a:solidFill>
              <a:latin typeface="Calibri"/>
              <a:ea typeface="Calibri"/>
              <a:cs typeface="Calibri"/>
              <a:sym typeface="Calibri"/>
            </a:endParaRPr>
          </a:p>
        </p:txBody>
      </p:sp>
      <p:cxnSp>
        <p:nvCxnSpPr>
          <p:cNvPr id="142" name="Straight Connector 141">
            <a:extLst>
              <a:ext uri="{FF2B5EF4-FFF2-40B4-BE49-F238E27FC236}">
                <a16:creationId xmlns:a16="http://schemas.microsoft.com/office/drawing/2014/main" id="{E761B91C-6037-18AB-7934-2A554C028EA7}"/>
              </a:ext>
            </a:extLst>
          </p:cNvPr>
          <p:cNvCxnSpPr>
            <a:cxnSpLocks/>
            <a:endCxn id="74" idx="5"/>
          </p:cNvCxnSpPr>
          <p:nvPr/>
        </p:nvCxnSpPr>
        <p:spPr>
          <a:xfrm flipV="1">
            <a:off x="788128" y="6248066"/>
            <a:ext cx="1017775" cy="311636"/>
          </a:xfrm>
          <a:prstGeom prst="line">
            <a:avLst/>
          </a:prstGeom>
        </p:spPr>
        <p:style>
          <a:lnRef idx="2">
            <a:schemeClr val="dk1"/>
          </a:lnRef>
          <a:fillRef idx="0">
            <a:schemeClr val="dk1"/>
          </a:fillRef>
          <a:effectRef idx="1">
            <a:schemeClr val="dk1"/>
          </a:effectRef>
          <a:fontRef idx="minor">
            <a:schemeClr val="tx1"/>
          </a:fontRef>
        </p:style>
      </p:cxnSp>
      <p:sp>
        <p:nvSpPr>
          <p:cNvPr id="145" name="Oval 144">
            <a:extLst>
              <a:ext uri="{FF2B5EF4-FFF2-40B4-BE49-F238E27FC236}">
                <a16:creationId xmlns:a16="http://schemas.microsoft.com/office/drawing/2014/main" id="{5A2F7168-9B27-FA7A-0E03-FD732DF3D69F}"/>
              </a:ext>
            </a:extLst>
          </p:cNvPr>
          <p:cNvSpPr/>
          <p:nvPr/>
        </p:nvSpPr>
        <p:spPr>
          <a:xfrm>
            <a:off x="10125859" y="2348500"/>
            <a:ext cx="288032" cy="28803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latin typeface="Calibri" panose="020F0502020204030204" pitchFamily="34" charset="0"/>
              <a:cs typeface="Calibri" panose="020F0502020204030204" pitchFamily="34" charset="0"/>
            </a:endParaRPr>
          </a:p>
        </p:txBody>
      </p:sp>
      <p:cxnSp>
        <p:nvCxnSpPr>
          <p:cNvPr id="146" name="Elbow Connector 145">
            <a:extLst>
              <a:ext uri="{FF2B5EF4-FFF2-40B4-BE49-F238E27FC236}">
                <a16:creationId xmlns:a16="http://schemas.microsoft.com/office/drawing/2014/main" id="{096DF2EF-CFD6-7677-22C1-1205EE91A484}"/>
              </a:ext>
            </a:extLst>
          </p:cNvPr>
          <p:cNvCxnSpPr>
            <a:cxnSpLocks/>
            <a:stCxn id="145" idx="6"/>
            <a:endCxn id="22" idx="5"/>
          </p:cNvCxnSpPr>
          <p:nvPr/>
        </p:nvCxnSpPr>
        <p:spPr>
          <a:xfrm>
            <a:off x="10413891" y="2492516"/>
            <a:ext cx="435194" cy="114077"/>
          </a:xfrm>
          <a:prstGeom prst="bentConnector3">
            <a:avLst>
              <a:gd name="adj1" fmla="val 50000"/>
            </a:avLst>
          </a:prstGeom>
          <a:ln>
            <a:tailEnd type="arrow"/>
          </a:ln>
        </p:spPr>
        <p:style>
          <a:lnRef idx="2">
            <a:schemeClr val="accent1"/>
          </a:lnRef>
          <a:fillRef idx="0">
            <a:schemeClr val="accent1"/>
          </a:fillRef>
          <a:effectRef idx="1">
            <a:schemeClr val="accent1"/>
          </a:effectRef>
          <a:fontRef idx="minor">
            <a:schemeClr val="tx1"/>
          </a:fontRef>
        </p:style>
      </p:cxnSp>
      <p:cxnSp>
        <p:nvCxnSpPr>
          <p:cNvPr id="24" name="Straight Connector 23">
            <a:extLst>
              <a:ext uri="{FF2B5EF4-FFF2-40B4-BE49-F238E27FC236}">
                <a16:creationId xmlns:a16="http://schemas.microsoft.com/office/drawing/2014/main" id="{10649BF8-45A7-41FE-1426-3B710370F29C}"/>
              </a:ext>
            </a:extLst>
          </p:cNvPr>
          <p:cNvCxnSpPr>
            <a:cxnSpLocks/>
            <a:stCxn id="152" idx="3"/>
          </p:cNvCxnSpPr>
          <p:nvPr/>
        </p:nvCxnSpPr>
        <p:spPr>
          <a:xfrm flipH="1">
            <a:off x="10282056" y="1172665"/>
            <a:ext cx="184666" cy="288032"/>
          </a:xfrm>
          <a:prstGeom prst="line">
            <a:avLst/>
          </a:prstGeom>
          <a:ln>
            <a:headEnd type="none" w="med" len="med"/>
            <a:tailEnd type="arrow" w="med" len="med"/>
          </a:ln>
        </p:spPr>
        <p:style>
          <a:lnRef idx="2">
            <a:schemeClr val="accent1"/>
          </a:lnRef>
          <a:fillRef idx="0">
            <a:schemeClr val="accent1"/>
          </a:fillRef>
          <a:effectRef idx="1">
            <a:schemeClr val="accent1"/>
          </a:effectRef>
          <a:fontRef idx="minor">
            <a:schemeClr val="tx1"/>
          </a:fontRef>
        </p:style>
      </p:cxnSp>
      <p:sp>
        <p:nvSpPr>
          <p:cNvPr id="165" name="TextBox 164">
            <a:extLst>
              <a:ext uri="{FF2B5EF4-FFF2-40B4-BE49-F238E27FC236}">
                <a16:creationId xmlns:a16="http://schemas.microsoft.com/office/drawing/2014/main" id="{FA53E988-66B7-65AD-A9A2-5BCDF1A71C98}"/>
              </a:ext>
            </a:extLst>
          </p:cNvPr>
          <p:cNvSpPr txBox="1"/>
          <p:nvPr/>
        </p:nvSpPr>
        <p:spPr>
          <a:xfrm>
            <a:off x="8852958" y="2170079"/>
            <a:ext cx="1311449" cy="338554"/>
          </a:xfrm>
          <a:prstGeom prst="rect">
            <a:avLst/>
          </a:prstGeom>
          <a:noFill/>
        </p:spPr>
        <p:txBody>
          <a:bodyPr wrap="none" rtlCol="0">
            <a:spAutoFit/>
          </a:bodyPr>
          <a:lstStyle/>
          <a:p>
            <a:r>
              <a:rPr lang="en-US" sz="1600" dirty="0">
                <a:solidFill>
                  <a:prstClr val="black"/>
                </a:solidFill>
                <a:latin typeface="Calibri" panose="020F0502020204030204" pitchFamily="34" charset="0"/>
                <a:cs typeface="Calibri" panose="020F0502020204030204" pitchFamily="34" charset="0"/>
              </a:rPr>
              <a:t>select project</a:t>
            </a:r>
          </a:p>
        </p:txBody>
      </p:sp>
      <p:cxnSp>
        <p:nvCxnSpPr>
          <p:cNvPr id="171" name="Elbow Connector 170">
            <a:extLst>
              <a:ext uri="{FF2B5EF4-FFF2-40B4-BE49-F238E27FC236}">
                <a16:creationId xmlns:a16="http://schemas.microsoft.com/office/drawing/2014/main" id="{F76709A9-75FA-95D8-B3D2-078F1FEA8298}"/>
              </a:ext>
            </a:extLst>
          </p:cNvPr>
          <p:cNvCxnSpPr>
            <a:cxnSpLocks/>
            <a:endCxn id="2" idx="2"/>
          </p:cNvCxnSpPr>
          <p:nvPr/>
        </p:nvCxnSpPr>
        <p:spPr>
          <a:xfrm flipV="1">
            <a:off x="3194937" y="5666281"/>
            <a:ext cx="2186239" cy="620557"/>
          </a:xfrm>
          <a:prstGeom prst="bentConnector2">
            <a:avLst/>
          </a:prstGeom>
          <a:ln>
            <a:tailEnd type="arrow"/>
          </a:ln>
        </p:spPr>
        <p:style>
          <a:lnRef idx="2">
            <a:schemeClr val="accent1"/>
          </a:lnRef>
          <a:fillRef idx="0">
            <a:schemeClr val="accent1"/>
          </a:fillRef>
          <a:effectRef idx="1">
            <a:schemeClr val="accent1"/>
          </a:effectRef>
          <a:fontRef idx="minor">
            <a:schemeClr val="tx1"/>
          </a:fontRef>
        </p:style>
      </p:cxnSp>
      <p:sp>
        <p:nvSpPr>
          <p:cNvPr id="179" name="TextBox 178">
            <a:extLst>
              <a:ext uri="{FF2B5EF4-FFF2-40B4-BE49-F238E27FC236}">
                <a16:creationId xmlns:a16="http://schemas.microsoft.com/office/drawing/2014/main" id="{13F54064-9B29-6F2E-8BF1-B446519B7165}"/>
              </a:ext>
            </a:extLst>
          </p:cNvPr>
          <p:cNvSpPr txBox="1"/>
          <p:nvPr/>
        </p:nvSpPr>
        <p:spPr>
          <a:xfrm>
            <a:off x="3670138" y="5843647"/>
            <a:ext cx="1471621" cy="338554"/>
          </a:xfrm>
          <a:prstGeom prst="rect">
            <a:avLst/>
          </a:prstGeom>
          <a:noFill/>
        </p:spPr>
        <p:txBody>
          <a:bodyPr wrap="none" rtlCol="0">
            <a:spAutoFit/>
          </a:bodyPr>
          <a:lstStyle/>
          <a:p>
            <a:pPr algn="r"/>
            <a:r>
              <a:rPr lang="en-US" sz="1600" dirty="0">
                <a:solidFill>
                  <a:prstClr val="black"/>
                </a:solidFill>
                <a:latin typeface="Calibri" panose="020F0502020204030204" pitchFamily="34" charset="0"/>
                <a:cs typeface="Calibri" panose="020F0502020204030204" pitchFamily="34" charset="0"/>
              </a:rPr>
              <a:t>validation error</a:t>
            </a:r>
          </a:p>
        </p:txBody>
      </p:sp>
      <p:cxnSp>
        <p:nvCxnSpPr>
          <p:cNvPr id="192" name="Elbow Connector 191">
            <a:extLst>
              <a:ext uri="{FF2B5EF4-FFF2-40B4-BE49-F238E27FC236}">
                <a16:creationId xmlns:a16="http://schemas.microsoft.com/office/drawing/2014/main" id="{4A170849-CABC-AF27-6DEA-845EA3978A67}"/>
              </a:ext>
            </a:extLst>
          </p:cNvPr>
          <p:cNvCxnSpPr>
            <a:cxnSpLocks/>
          </p:cNvCxnSpPr>
          <p:nvPr/>
        </p:nvCxnSpPr>
        <p:spPr>
          <a:xfrm rot="10800000" flipH="1" flipV="1">
            <a:off x="1553050" y="3424631"/>
            <a:ext cx="21946" cy="208675"/>
          </a:xfrm>
          <a:prstGeom prst="bentConnector3">
            <a:avLst>
              <a:gd name="adj1" fmla="val -1041648"/>
            </a:avLst>
          </a:prstGeom>
          <a:ln>
            <a:tailEnd type="arrow"/>
          </a:ln>
        </p:spPr>
        <p:style>
          <a:lnRef idx="2">
            <a:schemeClr val="accent1"/>
          </a:lnRef>
          <a:fillRef idx="0">
            <a:schemeClr val="accent1"/>
          </a:fillRef>
          <a:effectRef idx="1">
            <a:schemeClr val="accent1"/>
          </a:effectRef>
          <a:fontRef idx="minor">
            <a:schemeClr val="tx1"/>
          </a:fontRef>
        </p:style>
      </p:cxnSp>
      <p:sp>
        <p:nvSpPr>
          <p:cNvPr id="194" name="TextBox 193">
            <a:extLst>
              <a:ext uri="{FF2B5EF4-FFF2-40B4-BE49-F238E27FC236}">
                <a16:creationId xmlns:a16="http://schemas.microsoft.com/office/drawing/2014/main" id="{9A551B43-6AED-3742-0648-D01B7D50B59F}"/>
              </a:ext>
            </a:extLst>
          </p:cNvPr>
          <p:cNvSpPr txBox="1"/>
          <p:nvPr/>
        </p:nvSpPr>
        <p:spPr>
          <a:xfrm>
            <a:off x="252539" y="3371590"/>
            <a:ext cx="1221873" cy="584775"/>
          </a:xfrm>
          <a:prstGeom prst="rect">
            <a:avLst/>
          </a:prstGeom>
          <a:noFill/>
        </p:spPr>
        <p:txBody>
          <a:bodyPr wrap="none" rtlCol="0">
            <a:spAutoFit/>
          </a:bodyPr>
          <a:lstStyle/>
          <a:p>
            <a:r>
              <a:rPr lang="en-US" sz="1600" dirty="0">
                <a:solidFill>
                  <a:prstClr val="black"/>
                </a:solidFill>
                <a:latin typeface="Calibri" panose="020F0502020204030204" pitchFamily="34" charset="0"/>
                <a:cs typeface="Calibri" panose="020F0502020204030204" pitchFamily="34" charset="0"/>
              </a:rPr>
              <a:t>undo/redo,</a:t>
            </a:r>
          </a:p>
          <a:p>
            <a:r>
              <a:rPr lang="en-US" sz="1600" dirty="0">
                <a:solidFill>
                  <a:prstClr val="black"/>
                </a:solidFill>
                <a:latin typeface="Calibri" panose="020F0502020204030204" pitchFamily="34" charset="0"/>
                <a:cs typeface="Calibri" panose="020F0502020204030204" pitchFamily="34" charset="0"/>
              </a:rPr>
              <a:t>update draft</a:t>
            </a:r>
          </a:p>
        </p:txBody>
      </p:sp>
      <p:cxnSp>
        <p:nvCxnSpPr>
          <p:cNvPr id="196" name="Elbow Connector 195">
            <a:extLst>
              <a:ext uri="{FF2B5EF4-FFF2-40B4-BE49-F238E27FC236}">
                <a16:creationId xmlns:a16="http://schemas.microsoft.com/office/drawing/2014/main" id="{709B7CFE-8B97-8A6C-F4BC-9F07B43E4E3F}"/>
              </a:ext>
            </a:extLst>
          </p:cNvPr>
          <p:cNvCxnSpPr>
            <a:cxnSpLocks/>
          </p:cNvCxnSpPr>
          <p:nvPr/>
        </p:nvCxnSpPr>
        <p:spPr>
          <a:xfrm rot="16200000" flipV="1">
            <a:off x="1362464" y="4658467"/>
            <a:ext cx="520159" cy="110887"/>
          </a:xfrm>
          <a:prstGeom prst="bentConnector4">
            <a:avLst>
              <a:gd name="adj1" fmla="val 973"/>
              <a:gd name="adj2" fmla="val 306156"/>
            </a:avLst>
          </a:prstGeom>
          <a:ln>
            <a:tailEnd type="arrow"/>
          </a:ln>
        </p:spPr>
        <p:style>
          <a:lnRef idx="2">
            <a:schemeClr val="accent1"/>
          </a:lnRef>
          <a:fillRef idx="0">
            <a:schemeClr val="accent1"/>
          </a:fillRef>
          <a:effectRef idx="1">
            <a:schemeClr val="accent1"/>
          </a:effectRef>
          <a:fontRef idx="minor">
            <a:schemeClr val="tx1"/>
          </a:fontRef>
        </p:style>
      </p:cxnSp>
      <p:sp>
        <p:nvSpPr>
          <p:cNvPr id="200" name="TextBox 199">
            <a:extLst>
              <a:ext uri="{FF2B5EF4-FFF2-40B4-BE49-F238E27FC236}">
                <a16:creationId xmlns:a16="http://schemas.microsoft.com/office/drawing/2014/main" id="{474BCBDB-05AC-4320-06B0-667D83867731}"/>
              </a:ext>
            </a:extLst>
          </p:cNvPr>
          <p:cNvSpPr txBox="1"/>
          <p:nvPr/>
        </p:nvSpPr>
        <p:spPr>
          <a:xfrm>
            <a:off x="194056" y="4368569"/>
            <a:ext cx="1221873" cy="584775"/>
          </a:xfrm>
          <a:prstGeom prst="rect">
            <a:avLst/>
          </a:prstGeom>
          <a:noFill/>
        </p:spPr>
        <p:txBody>
          <a:bodyPr wrap="none" rtlCol="0">
            <a:spAutoFit/>
          </a:bodyPr>
          <a:lstStyle/>
          <a:p>
            <a:r>
              <a:rPr lang="en-US" sz="1600" dirty="0">
                <a:solidFill>
                  <a:prstClr val="black"/>
                </a:solidFill>
                <a:latin typeface="Calibri" panose="020F0502020204030204" pitchFamily="34" charset="0"/>
                <a:cs typeface="Calibri" panose="020F0502020204030204" pitchFamily="34" charset="0"/>
              </a:rPr>
              <a:t>drag task,</a:t>
            </a:r>
          </a:p>
          <a:p>
            <a:r>
              <a:rPr lang="en-US" sz="1600" dirty="0">
                <a:solidFill>
                  <a:prstClr val="black"/>
                </a:solidFill>
                <a:latin typeface="Calibri" panose="020F0502020204030204" pitchFamily="34" charset="0"/>
                <a:cs typeface="Calibri" panose="020F0502020204030204" pitchFamily="34" charset="0"/>
              </a:rPr>
              <a:t>update draft</a:t>
            </a:r>
          </a:p>
        </p:txBody>
      </p:sp>
      <p:sp>
        <p:nvSpPr>
          <p:cNvPr id="12" name="Parallelogram 11">
            <a:extLst>
              <a:ext uri="{FF2B5EF4-FFF2-40B4-BE49-F238E27FC236}">
                <a16:creationId xmlns:a16="http://schemas.microsoft.com/office/drawing/2014/main" id="{969A9988-AE01-7BAA-A6BC-9E40EF391C95}"/>
              </a:ext>
            </a:extLst>
          </p:cNvPr>
          <p:cNvSpPr/>
          <p:nvPr/>
        </p:nvSpPr>
        <p:spPr>
          <a:xfrm>
            <a:off x="335756" y="644625"/>
            <a:ext cx="1532412" cy="494963"/>
          </a:xfrm>
          <a:prstGeom prst="parallelogram">
            <a:avLst/>
          </a:prstGeom>
        </p:spPr>
        <p:style>
          <a:lnRef idx="2">
            <a:schemeClr val="accent2"/>
          </a:lnRef>
          <a:fillRef idx="1">
            <a:schemeClr val="lt1"/>
          </a:fillRef>
          <a:effectRef idx="0">
            <a:schemeClr val="accent2"/>
          </a:effectRef>
          <a:fontRef idx="minor">
            <a:schemeClr val="dk1"/>
          </a:fontRef>
        </p:style>
        <p:txBody>
          <a:bodyPr rtlCol="0" anchor="ctr"/>
          <a:lstStyle/>
          <a:p>
            <a:pPr algn="ctr"/>
            <a:r>
              <a:rPr lang="en-US" sz="1400" dirty="0" err="1">
                <a:latin typeface="Calibri" panose="020F0502020204030204" pitchFamily="34" charset="0"/>
                <a:cs typeface="Calibri" panose="020F0502020204030204" pitchFamily="34" charset="0"/>
              </a:rPr>
              <a:t>GetTechnicalUsers</a:t>
            </a:r>
            <a:endParaRPr lang="en-US" sz="1400" dirty="0">
              <a:latin typeface="Calibri" panose="020F0502020204030204" pitchFamily="34" charset="0"/>
              <a:cs typeface="Calibri" panose="020F0502020204030204" pitchFamily="34" charset="0"/>
            </a:endParaRPr>
          </a:p>
        </p:txBody>
      </p:sp>
      <p:sp>
        <p:nvSpPr>
          <p:cNvPr id="15" name="Oval 14">
            <a:extLst>
              <a:ext uri="{FF2B5EF4-FFF2-40B4-BE49-F238E27FC236}">
                <a16:creationId xmlns:a16="http://schemas.microsoft.com/office/drawing/2014/main" id="{C6A59013-99EA-08E4-AB48-E04CE6D5D3AB}"/>
              </a:ext>
            </a:extLst>
          </p:cNvPr>
          <p:cNvSpPr/>
          <p:nvPr/>
        </p:nvSpPr>
        <p:spPr>
          <a:xfrm>
            <a:off x="2277310" y="1314180"/>
            <a:ext cx="288032" cy="288032"/>
          </a:xfrm>
          <a:prstGeom prst="ellipse">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latin typeface="Calibri" panose="020F0502020204030204" pitchFamily="34" charset="0"/>
              <a:cs typeface="Calibri" panose="020F0502020204030204" pitchFamily="34" charset="0"/>
            </a:endParaRPr>
          </a:p>
        </p:txBody>
      </p:sp>
      <p:cxnSp>
        <p:nvCxnSpPr>
          <p:cNvPr id="16" name="Straight Connector 15">
            <a:extLst>
              <a:ext uri="{FF2B5EF4-FFF2-40B4-BE49-F238E27FC236}">
                <a16:creationId xmlns:a16="http://schemas.microsoft.com/office/drawing/2014/main" id="{F8761F6F-3E25-BAFD-DE91-32743D1DC11F}"/>
              </a:ext>
            </a:extLst>
          </p:cNvPr>
          <p:cNvCxnSpPr>
            <a:cxnSpLocks/>
            <a:stCxn id="15" idx="1"/>
            <a:endCxn id="12" idx="2"/>
          </p:cNvCxnSpPr>
          <p:nvPr/>
        </p:nvCxnSpPr>
        <p:spPr>
          <a:xfrm flipH="1" flipV="1">
            <a:off x="1806298" y="892107"/>
            <a:ext cx="513193" cy="464254"/>
          </a:xfrm>
          <a:prstGeom prst="line">
            <a:avLst/>
          </a:prstGeom>
          <a:ln>
            <a:headEnd type="none" w="med" len="med"/>
            <a:tailEnd type="arrow" w="med" len="med"/>
          </a:ln>
        </p:spPr>
        <p:style>
          <a:lnRef idx="2">
            <a:schemeClr val="accent1"/>
          </a:lnRef>
          <a:fillRef idx="0">
            <a:schemeClr val="accent1"/>
          </a:fillRef>
          <a:effectRef idx="1">
            <a:schemeClr val="accent1"/>
          </a:effectRef>
          <a:fontRef idx="minor">
            <a:schemeClr val="tx1"/>
          </a:fontRef>
        </p:style>
      </p:cxnSp>
      <p:sp>
        <p:nvSpPr>
          <p:cNvPr id="22" name="Parallelogram 21">
            <a:extLst>
              <a:ext uri="{FF2B5EF4-FFF2-40B4-BE49-F238E27FC236}">
                <a16:creationId xmlns:a16="http://schemas.microsoft.com/office/drawing/2014/main" id="{2E0CFEA5-CAE4-8A13-11E4-5DBC2EB61F0A}"/>
              </a:ext>
            </a:extLst>
          </p:cNvPr>
          <p:cNvSpPr/>
          <p:nvPr/>
        </p:nvSpPr>
        <p:spPr>
          <a:xfrm>
            <a:off x="10772166" y="2298916"/>
            <a:ext cx="1154657" cy="615353"/>
          </a:xfrm>
          <a:prstGeom prst="parallelogram">
            <a:avLst/>
          </a:prstGeom>
        </p:spPr>
        <p:style>
          <a:lnRef idx="2">
            <a:schemeClr val="accent2"/>
          </a:lnRef>
          <a:fillRef idx="1">
            <a:schemeClr val="lt1"/>
          </a:fillRef>
          <a:effectRef idx="0">
            <a:schemeClr val="accent2"/>
          </a:effectRef>
          <a:fontRef idx="minor">
            <a:schemeClr val="dk1"/>
          </a:fontRef>
        </p:style>
        <p:txBody>
          <a:bodyPr lIns="0" tIns="0" rIns="0" bIns="0" rtlCol="0" anchor="ctr"/>
          <a:lstStyle/>
          <a:p>
            <a:pPr algn="ctr"/>
            <a:r>
              <a:rPr lang="en-US" sz="1400" dirty="0" err="1">
                <a:latin typeface="Calibri" panose="020F0502020204030204" pitchFamily="34" charset="0"/>
                <a:cs typeface="Calibri" panose="020F0502020204030204" pitchFamily="34" charset="0"/>
              </a:rPr>
              <a:t>GetProjectStructure</a:t>
            </a:r>
            <a:endParaRPr lang="en-US" sz="1400" dirty="0">
              <a:latin typeface="Calibri" panose="020F0502020204030204" pitchFamily="34" charset="0"/>
              <a:cs typeface="Calibri" panose="020F0502020204030204" pitchFamily="34" charset="0"/>
            </a:endParaRPr>
          </a:p>
        </p:txBody>
      </p:sp>
      <p:sp>
        <p:nvSpPr>
          <p:cNvPr id="23" name="Google Shape;208;p33">
            <a:extLst>
              <a:ext uri="{FF2B5EF4-FFF2-40B4-BE49-F238E27FC236}">
                <a16:creationId xmlns:a16="http://schemas.microsoft.com/office/drawing/2014/main" id="{E67DFE22-8F8B-8082-010E-5E636E8F417A}"/>
              </a:ext>
            </a:extLst>
          </p:cNvPr>
          <p:cNvSpPr txBox="1"/>
          <p:nvPr/>
        </p:nvSpPr>
        <p:spPr>
          <a:xfrm>
            <a:off x="11058525" y="1750368"/>
            <a:ext cx="1086339" cy="423432"/>
          </a:xfrm>
          <a:prstGeom prst="rect">
            <a:avLst/>
          </a:prstGeom>
          <a:solidFill>
            <a:schemeClr val="lt1"/>
          </a:solidFill>
          <a:ln w="25400" cap="flat" cmpd="sng">
            <a:solidFill>
              <a:schemeClr val="dk1"/>
            </a:solidFill>
            <a:prstDash val="solid"/>
            <a:round/>
            <a:headEnd type="none" w="sm" len="sm"/>
            <a:tailEnd type="none" w="sm" len="sm"/>
          </a:ln>
        </p:spPr>
        <p:txBody>
          <a:bodyPr spcFirstLastPara="1" wrap="square" lIns="91425" tIns="45700" rIns="91425" bIns="45700" anchor="t" anchorCtr="0">
            <a:noAutofit/>
          </a:bodyPr>
          <a:lstStyle/>
          <a:p>
            <a:pPr algn="ctr"/>
            <a:r>
              <a:rPr lang="es-419" sz="1200" dirty="0">
                <a:solidFill>
                  <a:schemeClr val="dk1"/>
                </a:solidFill>
                <a:latin typeface="Calibri"/>
                <a:ea typeface="Calibri"/>
                <a:cs typeface="Calibri"/>
                <a:sym typeface="Calibri"/>
              </a:rPr>
              <a:t>session user.id</a:t>
            </a:r>
          </a:p>
          <a:p>
            <a:pPr marL="0" marR="0" lvl="0" indent="0" algn="ctr" rtl="0">
              <a:spcBef>
                <a:spcPts val="0"/>
              </a:spcBef>
              <a:spcAft>
                <a:spcPts val="0"/>
              </a:spcAft>
              <a:buNone/>
            </a:pPr>
            <a:r>
              <a:rPr lang="es-419" sz="1200" dirty="0">
                <a:solidFill>
                  <a:schemeClr val="dk1"/>
                </a:solidFill>
                <a:latin typeface="Calibri"/>
                <a:ea typeface="Calibri"/>
                <a:cs typeface="Calibri"/>
                <a:sym typeface="Calibri"/>
              </a:rPr>
              <a:t>project.id</a:t>
            </a:r>
            <a:endParaRPr sz="1200" dirty="0">
              <a:solidFill>
                <a:schemeClr val="dk1"/>
              </a:solidFill>
              <a:latin typeface="Calibri"/>
              <a:ea typeface="Calibri"/>
              <a:cs typeface="Calibri"/>
              <a:sym typeface="Calibri"/>
            </a:endParaRPr>
          </a:p>
        </p:txBody>
      </p:sp>
      <p:cxnSp>
        <p:nvCxnSpPr>
          <p:cNvPr id="25" name="Straight Connector 24">
            <a:extLst>
              <a:ext uri="{FF2B5EF4-FFF2-40B4-BE49-F238E27FC236}">
                <a16:creationId xmlns:a16="http://schemas.microsoft.com/office/drawing/2014/main" id="{14A9B307-B743-7285-1721-46A0AE9F0E99}"/>
              </a:ext>
            </a:extLst>
          </p:cNvPr>
          <p:cNvCxnSpPr>
            <a:cxnSpLocks/>
            <a:stCxn id="23" idx="2"/>
          </p:cNvCxnSpPr>
          <p:nvPr/>
        </p:nvCxnSpPr>
        <p:spPr>
          <a:xfrm flipH="1">
            <a:off x="11370006" y="2173800"/>
            <a:ext cx="231689" cy="124185"/>
          </a:xfrm>
          <a:prstGeom prst="line">
            <a:avLst/>
          </a:prstGeom>
        </p:spPr>
        <p:style>
          <a:lnRef idx="2">
            <a:schemeClr val="dk1"/>
          </a:lnRef>
          <a:fillRef idx="0">
            <a:schemeClr val="dk1"/>
          </a:fillRef>
          <a:effectRef idx="1">
            <a:schemeClr val="dk1"/>
          </a:effectRef>
          <a:fontRef idx="minor">
            <a:schemeClr val="tx1"/>
          </a:fontRef>
        </p:style>
      </p:cxnSp>
      <p:cxnSp>
        <p:nvCxnSpPr>
          <p:cNvPr id="30" name="Elbow Connector 29">
            <a:extLst>
              <a:ext uri="{FF2B5EF4-FFF2-40B4-BE49-F238E27FC236}">
                <a16:creationId xmlns:a16="http://schemas.microsoft.com/office/drawing/2014/main" id="{B6880110-7EE7-EEC9-A39E-11B0510D6240}"/>
              </a:ext>
            </a:extLst>
          </p:cNvPr>
          <p:cNvCxnSpPr>
            <a:cxnSpLocks/>
            <a:stCxn id="22" idx="3"/>
          </p:cNvCxnSpPr>
          <p:nvPr/>
        </p:nvCxnSpPr>
        <p:spPr>
          <a:xfrm rot="5400000">
            <a:off x="10828993" y="2595091"/>
            <a:ext cx="124404" cy="762760"/>
          </a:xfrm>
          <a:prstGeom prst="bentConnector2">
            <a:avLst/>
          </a:prstGeom>
          <a:ln>
            <a:tailEnd type="arrow"/>
          </a:ln>
        </p:spPr>
        <p:style>
          <a:lnRef idx="2">
            <a:schemeClr val="accent1"/>
          </a:lnRef>
          <a:fillRef idx="0">
            <a:schemeClr val="accent1"/>
          </a:fillRef>
          <a:effectRef idx="1">
            <a:schemeClr val="accent1"/>
          </a:effectRef>
          <a:fontRef idx="minor">
            <a:schemeClr val="tx1"/>
          </a:fontRef>
        </p:style>
      </p:cxnSp>
      <p:sp>
        <p:nvSpPr>
          <p:cNvPr id="74" name="Parallelogram 73">
            <a:extLst>
              <a:ext uri="{FF2B5EF4-FFF2-40B4-BE49-F238E27FC236}">
                <a16:creationId xmlns:a16="http://schemas.microsoft.com/office/drawing/2014/main" id="{2EF4BFAD-9F44-8F0D-67AE-7614D6BB485A}"/>
              </a:ext>
            </a:extLst>
          </p:cNvPr>
          <p:cNvSpPr/>
          <p:nvPr/>
        </p:nvSpPr>
        <p:spPr>
          <a:xfrm>
            <a:off x="1741847" y="5991843"/>
            <a:ext cx="1558567" cy="512446"/>
          </a:xfrm>
          <a:prstGeom prst="parallelogram">
            <a:avLst/>
          </a:prstGeom>
        </p:spPr>
        <p:style>
          <a:lnRef idx="2">
            <a:schemeClr val="accent2"/>
          </a:lnRef>
          <a:fillRef idx="1">
            <a:schemeClr val="lt1"/>
          </a:fillRef>
          <a:effectRef idx="0">
            <a:schemeClr val="accent2"/>
          </a:effectRef>
          <a:fontRef idx="minor">
            <a:schemeClr val="dk1"/>
          </a:fontRef>
        </p:style>
        <p:txBody>
          <a:bodyPr rtlCol="0" anchor="ctr"/>
          <a:lstStyle/>
          <a:p>
            <a:pPr algn="ctr"/>
            <a:r>
              <a:rPr lang="en-US" sz="1400" dirty="0" err="1">
                <a:latin typeface="Calibri" panose="020F0502020204030204" pitchFamily="34" charset="0"/>
                <a:cs typeface="Calibri" panose="020F0502020204030204" pitchFamily="34" charset="0"/>
              </a:rPr>
              <a:t>CreateProjectStructure</a:t>
            </a:r>
            <a:endParaRPr lang="en-US" sz="1400" dirty="0">
              <a:latin typeface="Calibri" panose="020F0502020204030204" pitchFamily="34" charset="0"/>
              <a:cs typeface="Calibri" panose="020F0502020204030204" pitchFamily="34" charset="0"/>
            </a:endParaRPr>
          </a:p>
        </p:txBody>
      </p:sp>
    </p:spTree>
    <p:extLst>
      <p:ext uri="{BB962C8B-B14F-4D97-AF65-F5344CB8AC3E}">
        <p14:creationId xmlns:p14="http://schemas.microsoft.com/office/powerpoint/2010/main" val="433010240"/>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4DFF82F-20B5-BDD7-9786-96EFE26D871E}"/>
            </a:ext>
          </a:extLst>
        </p:cNvPr>
        <p:cNvGrpSpPr/>
        <p:nvPr/>
      </p:nvGrpSpPr>
      <p:grpSpPr>
        <a:xfrm>
          <a:off x="0" y="0"/>
          <a:ext cx="0" cy="0"/>
          <a:chOff x="0" y="0"/>
          <a:chExt cx="0" cy="0"/>
        </a:xfrm>
      </p:grpSpPr>
      <p:cxnSp>
        <p:nvCxnSpPr>
          <p:cNvPr id="62" name="Straight Connector 61">
            <a:extLst>
              <a:ext uri="{FF2B5EF4-FFF2-40B4-BE49-F238E27FC236}">
                <a16:creationId xmlns:a16="http://schemas.microsoft.com/office/drawing/2014/main" id="{E965B87E-FA83-F668-3C66-86BB03027B01}"/>
              </a:ext>
            </a:extLst>
          </p:cNvPr>
          <p:cNvCxnSpPr>
            <a:cxnSpLocks/>
          </p:cNvCxnSpPr>
          <p:nvPr/>
        </p:nvCxnSpPr>
        <p:spPr>
          <a:xfrm flipH="1">
            <a:off x="6148943" y="6282936"/>
            <a:ext cx="336633" cy="113850"/>
          </a:xfrm>
          <a:prstGeom prst="line">
            <a:avLst/>
          </a:prstGeom>
        </p:spPr>
        <p:style>
          <a:lnRef idx="2">
            <a:schemeClr val="dk1"/>
          </a:lnRef>
          <a:fillRef idx="0">
            <a:schemeClr val="dk1"/>
          </a:fillRef>
          <a:effectRef idx="1">
            <a:schemeClr val="dk1"/>
          </a:effectRef>
          <a:fontRef idx="minor">
            <a:schemeClr val="tx1"/>
          </a:fontRef>
        </p:style>
      </p:cxnSp>
      <p:cxnSp>
        <p:nvCxnSpPr>
          <p:cNvPr id="150" name="Straight Connector 149">
            <a:extLst>
              <a:ext uri="{FF2B5EF4-FFF2-40B4-BE49-F238E27FC236}">
                <a16:creationId xmlns:a16="http://schemas.microsoft.com/office/drawing/2014/main" id="{953A625E-9EFB-4C2C-F466-59ADDB385994}"/>
              </a:ext>
            </a:extLst>
          </p:cNvPr>
          <p:cNvCxnSpPr>
            <a:cxnSpLocks/>
          </p:cNvCxnSpPr>
          <p:nvPr/>
        </p:nvCxnSpPr>
        <p:spPr>
          <a:xfrm flipH="1">
            <a:off x="10012219" y="3025199"/>
            <a:ext cx="375033" cy="928"/>
          </a:xfrm>
          <a:prstGeom prst="line">
            <a:avLst/>
          </a:prstGeom>
          <a:ln>
            <a:headEnd type="none" w="med" len="med"/>
            <a:tailEnd type="arrow" w="med" len="med"/>
          </a:ln>
        </p:spPr>
        <p:style>
          <a:lnRef idx="2">
            <a:schemeClr val="accent1"/>
          </a:lnRef>
          <a:fillRef idx="0">
            <a:schemeClr val="accent1"/>
          </a:fillRef>
          <a:effectRef idx="1">
            <a:schemeClr val="accent1"/>
          </a:effectRef>
          <a:fontRef idx="minor">
            <a:schemeClr val="tx1"/>
          </a:fontRef>
        </p:style>
      </p:cxnSp>
      <p:cxnSp>
        <p:nvCxnSpPr>
          <p:cNvPr id="92" name="Straight Connector 91">
            <a:extLst>
              <a:ext uri="{FF2B5EF4-FFF2-40B4-BE49-F238E27FC236}">
                <a16:creationId xmlns:a16="http://schemas.microsoft.com/office/drawing/2014/main" id="{E0644355-0D85-CB71-84B6-350A39D63582}"/>
              </a:ext>
            </a:extLst>
          </p:cNvPr>
          <p:cNvCxnSpPr>
            <a:cxnSpLocks/>
            <a:stCxn id="99" idx="2"/>
          </p:cNvCxnSpPr>
          <p:nvPr/>
        </p:nvCxnSpPr>
        <p:spPr>
          <a:xfrm flipH="1">
            <a:off x="11470833" y="2667649"/>
            <a:ext cx="172938" cy="92322"/>
          </a:xfrm>
          <a:prstGeom prst="line">
            <a:avLst/>
          </a:prstGeom>
        </p:spPr>
        <p:style>
          <a:lnRef idx="2">
            <a:schemeClr val="dk1"/>
          </a:lnRef>
          <a:fillRef idx="0">
            <a:schemeClr val="dk1"/>
          </a:fillRef>
          <a:effectRef idx="1">
            <a:schemeClr val="dk1"/>
          </a:effectRef>
          <a:fontRef idx="minor">
            <a:schemeClr val="tx1"/>
          </a:fontRef>
        </p:style>
      </p:cxnSp>
      <p:sp>
        <p:nvSpPr>
          <p:cNvPr id="99" name="Google Shape;208;p33">
            <a:extLst>
              <a:ext uri="{FF2B5EF4-FFF2-40B4-BE49-F238E27FC236}">
                <a16:creationId xmlns:a16="http://schemas.microsoft.com/office/drawing/2014/main" id="{CF74D7EA-91AE-862C-D5AA-FD93EB17AB49}"/>
              </a:ext>
            </a:extLst>
          </p:cNvPr>
          <p:cNvSpPr txBox="1"/>
          <p:nvPr/>
        </p:nvSpPr>
        <p:spPr>
          <a:xfrm>
            <a:off x="11124885" y="2288139"/>
            <a:ext cx="1037771" cy="379510"/>
          </a:xfrm>
          <a:prstGeom prst="rect">
            <a:avLst/>
          </a:prstGeom>
          <a:solidFill>
            <a:schemeClr val="lt1"/>
          </a:solidFill>
          <a:ln w="25400" cap="flat" cmpd="sng">
            <a:solidFill>
              <a:schemeClr val="dk1"/>
            </a:solidFill>
            <a:prstDash val="solid"/>
            <a:round/>
            <a:headEnd type="none" w="sm" len="sm"/>
            <a:tailEnd type="none" w="sm" len="sm"/>
          </a:ln>
        </p:spPr>
        <p:txBody>
          <a:bodyPr spcFirstLastPara="1" wrap="square" lIns="0" tIns="0" rIns="0" bIns="0" anchor="ctr" anchorCtr="0">
            <a:noAutofit/>
          </a:bodyPr>
          <a:lstStyle/>
          <a:p>
            <a:pPr algn="ctr"/>
            <a:r>
              <a:rPr lang="es-419" sz="1200" dirty="0">
                <a:solidFill>
                  <a:schemeClr val="dk1"/>
                </a:solidFill>
                <a:latin typeface="Calibri"/>
                <a:ea typeface="Calibri"/>
                <a:cs typeface="Calibri"/>
                <a:sym typeface="Calibri"/>
              </a:rPr>
              <a:t>session user.id</a:t>
            </a:r>
          </a:p>
          <a:p>
            <a:pPr marL="0" marR="0" lvl="0" indent="0" algn="ctr" rtl="0">
              <a:spcBef>
                <a:spcPts val="0"/>
              </a:spcBef>
              <a:spcAft>
                <a:spcPts val="0"/>
              </a:spcAft>
              <a:buNone/>
            </a:pPr>
            <a:r>
              <a:rPr lang="es-419" sz="1200" dirty="0">
                <a:solidFill>
                  <a:schemeClr val="dk1"/>
                </a:solidFill>
                <a:latin typeface="Calibri"/>
                <a:ea typeface="Calibri"/>
                <a:cs typeface="Calibri"/>
                <a:sym typeface="Calibri"/>
              </a:rPr>
              <a:t>project.id</a:t>
            </a:r>
            <a:endParaRPr sz="1200" dirty="0">
              <a:solidFill>
                <a:schemeClr val="dk1"/>
              </a:solidFill>
              <a:latin typeface="Calibri"/>
              <a:ea typeface="Calibri"/>
              <a:cs typeface="Calibri"/>
              <a:sym typeface="Calibri"/>
            </a:endParaRPr>
          </a:p>
        </p:txBody>
      </p:sp>
      <p:cxnSp>
        <p:nvCxnSpPr>
          <p:cNvPr id="147" name="Straight Connector 146">
            <a:extLst>
              <a:ext uri="{FF2B5EF4-FFF2-40B4-BE49-F238E27FC236}">
                <a16:creationId xmlns:a16="http://schemas.microsoft.com/office/drawing/2014/main" id="{791BB143-9A8F-B55E-E611-C8A24A24F8B4}"/>
              </a:ext>
            </a:extLst>
          </p:cNvPr>
          <p:cNvCxnSpPr>
            <a:cxnSpLocks/>
          </p:cNvCxnSpPr>
          <p:nvPr/>
        </p:nvCxnSpPr>
        <p:spPr>
          <a:xfrm flipH="1">
            <a:off x="11230865" y="3963639"/>
            <a:ext cx="152890" cy="164328"/>
          </a:xfrm>
          <a:prstGeom prst="line">
            <a:avLst/>
          </a:prstGeom>
        </p:spPr>
        <p:style>
          <a:lnRef idx="2">
            <a:schemeClr val="dk1"/>
          </a:lnRef>
          <a:fillRef idx="0">
            <a:schemeClr val="dk1"/>
          </a:fillRef>
          <a:effectRef idx="1">
            <a:schemeClr val="dk1"/>
          </a:effectRef>
          <a:fontRef idx="minor">
            <a:schemeClr val="tx1"/>
          </a:fontRef>
        </p:style>
      </p:cxnSp>
      <p:sp>
        <p:nvSpPr>
          <p:cNvPr id="148" name="Google Shape;208;p33">
            <a:extLst>
              <a:ext uri="{FF2B5EF4-FFF2-40B4-BE49-F238E27FC236}">
                <a16:creationId xmlns:a16="http://schemas.microsoft.com/office/drawing/2014/main" id="{B4AB09E5-FE0E-5E18-4F14-38343FE615D4}"/>
              </a:ext>
            </a:extLst>
          </p:cNvPr>
          <p:cNvSpPr txBox="1"/>
          <p:nvPr/>
        </p:nvSpPr>
        <p:spPr>
          <a:xfrm>
            <a:off x="11145033" y="3584695"/>
            <a:ext cx="1037770" cy="379510"/>
          </a:xfrm>
          <a:prstGeom prst="rect">
            <a:avLst/>
          </a:prstGeom>
          <a:solidFill>
            <a:schemeClr val="lt1"/>
          </a:solidFill>
          <a:ln w="25400" cap="flat" cmpd="sng">
            <a:solidFill>
              <a:schemeClr val="dk1"/>
            </a:solidFill>
            <a:prstDash val="solid"/>
            <a:round/>
            <a:headEnd type="none" w="sm" len="sm"/>
            <a:tailEnd type="none" w="sm" len="sm"/>
          </a:ln>
        </p:spPr>
        <p:txBody>
          <a:bodyPr spcFirstLastPara="1" wrap="square" lIns="0" tIns="0" rIns="0" bIns="0" anchor="ctr" anchorCtr="0">
            <a:noAutofit/>
          </a:bodyPr>
          <a:lstStyle/>
          <a:p>
            <a:pPr algn="ctr"/>
            <a:r>
              <a:rPr lang="es-419" sz="1200" dirty="0">
                <a:solidFill>
                  <a:schemeClr val="dk1"/>
                </a:solidFill>
                <a:latin typeface="Calibri"/>
                <a:ea typeface="Calibri"/>
                <a:cs typeface="Calibri"/>
                <a:sym typeface="Calibri"/>
              </a:rPr>
              <a:t>session user.id</a:t>
            </a:r>
          </a:p>
          <a:p>
            <a:pPr marL="0" marR="0" lvl="0" indent="0" algn="ctr" rtl="0">
              <a:spcBef>
                <a:spcPts val="0"/>
              </a:spcBef>
              <a:spcAft>
                <a:spcPts val="0"/>
              </a:spcAft>
              <a:buNone/>
            </a:pPr>
            <a:r>
              <a:rPr lang="es-419" sz="1200" dirty="0">
                <a:solidFill>
                  <a:schemeClr val="dk1"/>
                </a:solidFill>
                <a:latin typeface="Calibri"/>
                <a:ea typeface="Calibri"/>
                <a:cs typeface="Calibri"/>
                <a:sym typeface="Calibri"/>
              </a:rPr>
              <a:t>project.id</a:t>
            </a:r>
            <a:endParaRPr sz="1200" dirty="0">
              <a:solidFill>
                <a:schemeClr val="dk1"/>
              </a:solidFill>
              <a:latin typeface="Calibri"/>
              <a:ea typeface="Calibri"/>
              <a:cs typeface="Calibri"/>
              <a:sym typeface="Calibri"/>
            </a:endParaRPr>
          </a:p>
        </p:txBody>
      </p:sp>
      <p:sp>
        <p:nvSpPr>
          <p:cNvPr id="4" name="Google Shape;135;p26">
            <a:extLst>
              <a:ext uri="{FF2B5EF4-FFF2-40B4-BE49-F238E27FC236}">
                <a16:creationId xmlns:a16="http://schemas.microsoft.com/office/drawing/2014/main" id="{04E45527-921C-814B-9AE8-F10264094931}"/>
              </a:ext>
            </a:extLst>
          </p:cNvPr>
          <p:cNvSpPr txBox="1">
            <a:spLocks/>
          </p:cNvSpPr>
          <p:nvPr/>
        </p:nvSpPr>
        <p:spPr>
          <a:xfrm>
            <a:off x="426631" y="258833"/>
            <a:ext cx="11338737" cy="1143000"/>
          </a:xfrm>
          <a:prstGeom prst="rect">
            <a:avLst/>
          </a:prstGeom>
          <a:noFill/>
          <a:ln>
            <a:noFill/>
          </a:ln>
        </p:spPr>
        <p:txBody>
          <a:bodyPr spcFirstLastPara="1" wrap="square" lIns="107269" tIns="53620" rIns="107269" bIns="53620" anchor="ctr" anchorCtr="0">
            <a:noAutofit/>
          </a:bodyPr>
          <a:lstStyle>
            <a:defPPr marR="0" lvl="0" algn="l" rtl="0">
              <a:lnSpc>
                <a:spcPct val="100000"/>
              </a:lnSpc>
              <a:spcBef>
                <a:spcPts val="0"/>
              </a:spcBef>
              <a:spcAft>
                <a:spcPts val="0"/>
              </a:spcAft>
            </a:defPPr>
            <a:lvl1pPr marR="0" lvl="0" algn="ctr" rtl="0">
              <a:lnSpc>
                <a:spcPct val="100000"/>
              </a:lnSpc>
              <a:spcBef>
                <a:spcPts val="0"/>
              </a:spcBef>
              <a:spcAft>
                <a:spcPts val="0"/>
              </a:spcAft>
              <a:buClr>
                <a:schemeClr val="dk1"/>
              </a:buClr>
              <a:buSzPts val="1800"/>
              <a:buFont typeface="Calibri"/>
              <a:buNone/>
              <a:defRPr sz="44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9pPr>
          </a:lstStyle>
          <a:p>
            <a:r>
              <a:rPr lang="en-US" noProof="1">
                <a:latin typeface="Calibri" panose="020F0502020204030204" pitchFamily="34" charset="0"/>
                <a:cs typeface="Calibri" panose="020F0502020204030204" pitchFamily="34" charset="0"/>
              </a:rPr>
              <a:t>Application design (manager)</a:t>
            </a:r>
          </a:p>
        </p:txBody>
      </p:sp>
      <p:sp>
        <p:nvSpPr>
          <p:cNvPr id="2" name="Rectangle 1">
            <a:extLst>
              <a:ext uri="{FF2B5EF4-FFF2-40B4-BE49-F238E27FC236}">
                <a16:creationId xmlns:a16="http://schemas.microsoft.com/office/drawing/2014/main" id="{141E8DF8-B68E-021E-C8B7-C7CD3712B2B3}"/>
              </a:ext>
            </a:extLst>
          </p:cNvPr>
          <p:cNvSpPr/>
          <p:nvPr/>
        </p:nvSpPr>
        <p:spPr>
          <a:xfrm>
            <a:off x="2329302" y="1353592"/>
            <a:ext cx="7682918" cy="4129624"/>
          </a:xfrm>
          <a:prstGeom prst="rect">
            <a:avLst/>
          </a:prstGeom>
        </p:spPr>
        <p:style>
          <a:lnRef idx="2">
            <a:schemeClr val="dk1"/>
          </a:lnRef>
          <a:fillRef idx="1">
            <a:schemeClr val="lt1"/>
          </a:fillRef>
          <a:effectRef idx="0">
            <a:schemeClr val="dk1"/>
          </a:effectRef>
          <a:fontRef idx="minor">
            <a:schemeClr val="dk1"/>
          </a:fontRef>
        </p:style>
        <p:txBody>
          <a:bodyPr rtlCol="0" anchor="t" anchorCtr="0"/>
          <a:lstStyle/>
          <a:p>
            <a:r>
              <a:rPr lang="en-US" dirty="0">
                <a:latin typeface="Calibri" panose="020F0502020204030204" pitchFamily="34" charset="0"/>
                <a:cs typeface="Calibri" panose="020F0502020204030204" pitchFamily="34" charset="0"/>
              </a:rPr>
              <a:t>  Home Page</a:t>
            </a:r>
          </a:p>
        </p:txBody>
      </p:sp>
      <p:sp>
        <p:nvSpPr>
          <p:cNvPr id="3" name="Rounded Rectangle 2">
            <a:extLst>
              <a:ext uri="{FF2B5EF4-FFF2-40B4-BE49-F238E27FC236}">
                <a16:creationId xmlns:a16="http://schemas.microsoft.com/office/drawing/2014/main" id="{5B3E9BC0-11B5-3E66-0D4A-C75E3B0AF8C9}"/>
              </a:ext>
            </a:extLst>
          </p:cNvPr>
          <p:cNvSpPr/>
          <p:nvPr/>
        </p:nvSpPr>
        <p:spPr>
          <a:xfrm>
            <a:off x="3063420" y="2251662"/>
            <a:ext cx="2242527" cy="872843"/>
          </a:xfrm>
          <a:prstGeom prst="roundRect">
            <a:avLst/>
          </a:prstGeom>
        </p:spPr>
        <p:style>
          <a:lnRef idx="2">
            <a:schemeClr val="accent3"/>
          </a:lnRef>
          <a:fillRef idx="1">
            <a:schemeClr val="lt1"/>
          </a:fillRef>
          <a:effectRef idx="0">
            <a:schemeClr val="accent3"/>
          </a:effectRef>
          <a:fontRef idx="minor">
            <a:schemeClr val="dk1"/>
          </a:fontRef>
        </p:style>
        <p:txBody>
          <a:bodyPr rtlCol="0" anchor="ctr"/>
          <a:lstStyle/>
          <a:p>
            <a:pPr algn="ctr"/>
            <a:r>
              <a:rPr lang="en-US" sz="1400" dirty="0">
                <a:solidFill>
                  <a:schemeClr val="tx1"/>
                </a:solidFill>
                <a:latin typeface="Calibri" panose="020F0502020204030204" pitchFamily="34" charset="0"/>
                <a:cs typeface="Calibri" panose="020F0502020204030204" pitchFamily="34" charset="0"/>
              </a:rPr>
              <a:t>Assignable Tasks List [</a:t>
            </a:r>
            <a:r>
              <a:rPr lang="en-US" sz="1400" dirty="0" err="1">
                <a:solidFill>
                  <a:schemeClr val="tx1"/>
                </a:solidFill>
                <a:latin typeface="Calibri" panose="020F0502020204030204" pitchFamily="34" charset="0"/>
                <a:cs typeface="Calibri" panose="020F0502020204030204" pitchFamily="34" charset="0"/>
              </a:rPr>
              <a:t>project.id</a:t>
            </a:r>
            <a:r>
              <a:rPr lang="en-US" sz="1400" dirty="0">
                <a:solidFill>
                  <a:schemeClr val="tx1"/>
                </a:solidFill>
                <a:latin typeface="Calibri" panose="020F0502020204030204" pitchFamily="34" charset="0"/>
                <a:cs typeface="Calibri" panose="020F0502020204030204" pitchFamily="34" charset="0"/>
              </a:rPr>
              <a:t>, </a:t>
            </a:r>
            <a:r>
              <a:rPr lang="en-US" sz="1400" dirty="0" err="1">
                <a:solidFill>
                  <a:schemeClr val="tx1"/>
                </a:solidFill>
                <a:latin typeface="Calibri" panose="020F0502020204030204" pitchFamily="34" charset="0"/>
                <a:cs typeface="Calibri" panose="020F0502020204030204" pitchFamily="34" charset="0"/>
              </a:rPr>
              <a:t>wp.id</a:t>
            </a:r>
            <a:r>
              <a:rPr lang="en-US" sz="1400" dirty="0">
                <a:solidFill>
                  <a:schemeClr val="tx1"/>
                </a:solidFill>
                <a:latin typeface="Calibri" panose="020F0502020204030204" pitchFamily="34" charset="0"/>
                <a:cs typeface="Calibri" panose="020F0502020204030204" pitchFamily="34" charset="0"/>
              </a:rPr>
              <a:t>, </a:t>
            </a:r>
            <a:r>
              <a:rPr lang="en-US" sz="1400" dirty="0" err="1">
                <a:solidFill>
                  <a:schemeClr val="tx1"/>
                </a:solidFill>
                <a:latin typeface="Calibri" panose="020F0502020204030204" pitchFamily="34" charset="0"/>
                <a:cs typeface="Calibri" panose="020F0502020204030204" pitchFamily="34" charset="0"/>
              </a:rPr>
              <a:t>task.id</a:t>
            </a:r>
            <a:r>
              <a:rPr lang="en-US" sz="1400" dirty="0">
                <a:solidFill>
                  <a:schemeClr val="tx1"/>
                </a:solidFill>
                <a:latin typeface="Calibri" panose="020F0502020204030204" pitchFamily="34" charset="0"/>
                <a:cs typeface="Calibri" panose="020F0502020204030204" pitchFamily="34" charset="0"/>
              </a:rPr>
              <a:t>, </a:t>
            </a:r>
            <a:r>
              <a:rPr lang="en-US" sz="1400" dirty="0" err="1">
                <a:solidFill>
                  <a:schemeClr val="tx1"/>
                </a:solidFill>
                <a:latin typeface="Calibri" panose="020F0502020204030204" pitchFamily="34" charset="0"/>
                <a:cs typeface="Calibri" panose="020F0502020204030204" pitchFamily="34" charset="0"/>
              </a:rPr>
              <a:t>task.title</a:t>
            </a:r>
            <a:r>
              <a:rPr lang="en-US" sz="1400" dirty="0">
                <a:solidFill>
                  <a:schemeClr val="tx1"/>
                </a:solidFill>
                <a:latin typeface="Calibri" panose="020F0502020204030204" pitchFamily="34" charset="0"/>
                <a:cs typeface="Calibri" panose="020F0502020204030204" pitchFamily="34" charset="0"/>
              </a:rPr>
              <a:t>]</a:t>
            </a:r>
          </a:p>
        </p:txBody>
      </p:sp>
      <p:sp>
        <p:nvSpPr>
          <p:cNvPr id="21" name="Parallelogram 20">
            <a:extLst>
              <a:ext uri="{FF2B5EF4-FFF2-40B4-BE49-F238E27FC236}">
                <a16:creationId xmlns:a16="http://schemas.microsoft.com/office/drawing/2014/main" id="{8AC82959-0898-A731-B548-3956382535CF}"/>
              </a:ext>
            </a:extLst>
          </p:cNvPr>
          <p:cNvSpPr/>
          <p:nvPr/>
        </p:nvSpPr>
        <p:spPr>
          <a:xfrm>
            <a:off x="10568682" y="1363424"/>
            <a:ext cx="1431377" cy="543274"/>
          </a:xfrm>
          <a:prstGeom prst="parallelogram">
            <a:avLst/>
          </a:prstGeom>
        </p:spPr>
        <p:style>
          <a:lnRef idx="2">
            <a:schemeClr val="accent2"/>
          </a:lnRef>
          <a:fillRef idx="1">
            <a:schemeClr val="lt1"/>
          </a:fillRef>
          <a:effectRef idx="0">
            <a:schemeClr val="accent2"/>
          </a:effectRef>
          <a:fontRef idx="minor">
            <a:schemeClr val="dk1"/>
          </a:fontRef>
        </p:style>
        <p:txBody>
          <a:bodyPr rtlCol="0" anchor="ctr"/>
          <a:lstStyle/>
          <a:p>
            <a:pPr algn="ctr"/>
            <a:r>
              <a:rPr lang="en-US" sz="1400" dirty="0" err="1">
                <a:latin typeface="Calibri" panose="020F0502020204030204" pitchFamily="34" charset="0"/>
                <a:cs typeface="Calibri" panose="020F0502020204030204" pitchFamily="34" charset="0"/>
              </a:rPr>
              <a:t>GetMonitorableProjects</a:t>
            </a:r>
            <a:endParaRPr lang="en-US" sz="1400" dirty="0">
              <a:latin typeface="Calibri" panose="020F0502020204030204" pitchFamily="34" charset="0"/>
              <a:cs typeface="Calibri" panose="020F0502020204030204" pitchFamily="34" charset="0"/>
            </a:endParaRPr>
          </a:p>
        </p:txBody>
      </p:sp>
      <p:sp>
        <p:nvSpPr>
          <p:cNvPr id="37" name="Rounded Rectangle 36">
            <a:extLst>
              <a:ext uri="{FF2B5EF4-FFF2-40B4-BE49-F238E27FC236}">
                <a16:creationId xmlns:a16="http://schemas.microsoft.com/office/drawing/2014/main" id="{88C233E5-ABF8-A102-C672-E9BF4DFD754E}"/>
              </a:ext>
            </a:extLst>
          </p:cNvPr>
          <p:cNvSpPr/>
          <p:nvPr/>
        </p:nvSpPr>
        <p:spPr>
          <a:xfrm>
            <a:off x="3120916" y="3733496"/>
            <a:ext cx="2185032" cy="1297496"/>
          </a:xfrm>
          <a:prstGeom prst="roundRect">
            <a:avLst/>
          </a:prstGeom>
        </p:spPr>
        <p:style>
          <a:lnRef idx="2">
            <a:schemeClr val="accent3"/>
          </a:lnRef>
          <a:fillRef idx="1">
            <a:schemeClr val="lt1"/>
          </a:fillRef>
          <a:effectRef idx="0">
            <a:schemeClr val="accent3"/>
          </a:effectRef>
          <a:fontRef idx="minor">
            <a:schemeClr val="dk1"/>
          </a:fontRef>
        </p:style>
        <p:txBody>
          <a:bodyPr rtlCol="0" anchor="ctr"/>
          <a:lstStyle/>
          <a:p>
            <a:pPr algn="ctr"/>
            <a:r>
              <a:rPr lang="en-US" sz="1400" dirty="0">
                <a:solidFill>
                  <a:schemeClr val="tx1"/>
                </a:solidFill>
                <a:latin typeface="Calibri" panose="020F0502020204030204" pitchFamily="34" charset="0"/>
                <a:cs typeface="Calibri" panose="020F0502020204030204" pitchFamily="34" charset="0"/>
              </a:rPr>
              <a:t>Task Assignment Form</a:t>
            </a:r>
          </a:p>
          <a:p>
            <a:pPr algn="ctr"/>
            <a:r>
              <a:rPr lang="en-US" sz="1400" dirty="0">
                <a:solidFill>
                  <a:schemeClr val="tx1"/>
                </a:solidFill>
                <a:latin typeface="Calibri" panose="020F0502020204030204" pitchFamily="34" charset="0"/>
                <a:cs typeface="Calibri" panose="020F0502020204030204" pitchFamily="34" charset="0"/>
              </a:rPr>
              <a:t>[</a:t>
            </a:r>
            <a:r>
              <a:rPr lang="en-US" sz="1400" dirty="0" err="1">
                <a:solidFill>
                  <a:schemeClr val="tx1"/>
                </a:solidFill>
                <a:latin typeface="Calibri" panose="020F0502020204030204" pitchFamily="34" charset="0"/>
                <a:cs typeface="Calibri" panose="020F0502020204030204" pitchFamily="34" charset="0"/>
              </a:rPr>
              <a:t>selectedTask</a:t>
            </a:r>
            <a:r>
              <a:rPr lang="en-US" sz="1400" dirty="0">
                <a:solidFill>
                  <a:schemeClr val="tx1"/>
                </a:solidFill>
                <a:latin typeface="Calibri" panose="020F0502020204030204" pitchFamily="34" charset="0"/>
                <a:cs typeface="Calibri" panose="020F0502020204030204" pitchFamily="34" charset="0"/>
              </a:rPr>
              <a:t>, </a:t>
            </a:r>
            <a:r>
              <a:rPr lang="en-US" sz="1400" dirty="0" err="1">
                <a:solidFill>
                  <a:schemeClr val="tx1"/>
                </a:solidFill>
                <a:latin typeface="Calibri" panose="020F0502020204030204" pitchFamily="34" charset="0"/>
                <a:cs typeface="Calibri" panose="020F0502020204030204" pitchFamily="34" charset="0"/>
              </a:rPr>
              <a:t>availableCollaborators</a:t>
            </a:r>
            <a:r>
              <a:rPr lang="en-US" sz="1400" dirty="0">
                <a:solidFill>
                  <a:schemeClr val="tx1"/>
                </a:solidFill>
                <a:latin typeface="Calibri" panose="020F0502020204030204" pitchFamily="34" charset="0"/>
                <a:cs typeface="Calibri" panose="020F0502020204030204" pitchFamily="34" charset="0"/>
              </a:rPr>
              <a:t>[], </a:t>
            </a:r>
            <a:r>
              <a:rPr lang="en-US" sz="1400" dirty="0" err="1">
                <a:solidFill>
                  <a:schemeClr val="tx1"/>
                </a:solidFill>
                <a:latin typeface="Calibri" panose="020F0502020204030204" pitchFamily="34" charset="0"/>
                <a:cs typeface="Calibri" panose="020F0502020204030204" pitchFamily="34" charset="0"/>
              </a:rPr>
              <a:t>collaboratorIds</a:t>
            </a:r>
            <a:r>
              <a:rPr lang="en-US" sz="1400" dirty="0">
                <a:solidFill>
                  <a:schemeClr val="tx1"/>
                </a:solidFill>
                <a:latin typeface="Calibri" panose="020F0502020204030204" pitchFamily="34" charset="0"/>
                <a:cs typeface="Calibri" panose="020F0502020204030204" pitchFamily="34" charset="0"/>
              </a:rPr>
              <a:t>[], </a:t>
            </a:r>
            <a:r>
              <a:rPr lang="en-US" sz="1400" dirty="0" err="1">
                <a:solidFill>
                  <a:schemeClr val="tx1"/>
                </a:solidFill>
                <a:latin typeface="Calibri" panose="020F0502020204030204" pitchFamily="34" charset="0"/>
                <a:cs typeface="Calibri" panose="020F0502020204030204" pitchFamily="34" charset="0"/>
              </a:rPr>
              <a:t>expectedHours</a:t>
            </a:r>
            <a:r>
              <a:rPr lang="en-US" sz="1400" dirty="0">
                <a:solidFill>
                  <a:schemeClr val="tx1"/>
                </a:solidFill>
                <a:latin typeface="Calibri" panose="020F0502020204030204" pitchFamily="34" charset="0"/>
                <a:cs typeface="Calibri" panose="020F0502020204030204" pitchFamily="34" charset="0"/>
              </a:rPr>
              <a:t>[]]</a:t>
            </a:r>
          </a:p>
        </p:txBody>
      </p:sp>
      <p:sp>
        <p:nvSpPr>
          <p:cNvPr id="45" name="Oval 44">
            <a:extLst>
              <a:ext uri="{FF2B5EF4-FFF2-40B4-BE49-F238E27FC236}">
                <a16:creationId xmlns:a16="http://schemas.microsoft.com/office/drawing/2014/main" id="{9D94C63D-62B5-12AB-2F07-FCDF6B79A120}"/>
              </a:ext>
            </a:extLst>
          </p:cNvPr>
          <p:cNvSpPr/>
          <p:nvPr/>
        </p:nvSpPr>
        <p:spPr>
          <a:xfrm>
            <a:off x="2976899" y="2107646"/>
            <a:ext cx="288032" cy="28803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latin typeface="Calibri" panose="020F0502020204030204" pitchFamily="34" charset="0"/>
              <a:cs typeface="Calibri" panose="020F0502020204030204" pitchFamily="34" charset="0"/>
            </a:endParaRPr>
          </a:p>
        </p:txBody>
      </p:sp>
      <p:sp>
        <p:nvSpPr>
          <p:cNvPr id="46" name="Oval 45">
            <a:extLst>
              <a:ext uri="{FF2B5EF4-FFF2-40B4-BE49-F238E27FC236}">
                <a16:creationId xmlns:a16="http://schemas.microsoft.com/office/drawing/2014/main" id="{D43AD456-06DD-0C83-2EF9-C2E11C4F29CA}"/>
              </a:ext>
            </a:extLst>
          </p:cNvPr>
          <p:cNvSpPr/>
          <p:nvPr/>
        </p:nvSpPr>
        <p:spPr>
          <a:xfrm>
            <a:off x="3033193" y="4079723"/>
            <a:ext cx="288032" cy="28803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latin typeface="Calibri" panose="020F0502020204030204" pitchFamily="34" charset="0"/>
              <a:cs typeface="Calibri" panose="020F0502020204030204" pitchFamily="34" charset="0"/>
            </a:endParaRPr>
          </a:p>
        </p:txBody>
      </p:sp>
      <p:sp>
        <p:nvSpPr>
          <p:cNvPr id="59" name="Parallelogram 58">
            <a:extLst>
              <a:ext uri="{FF2B5EF4-FFF2-40B4-BE49-F238E27FC236}">
                <a16:creationId xmlns:a16="http://schemas.microsoft.com/office/drawing/2014/main" id="{D537FC25-5FB2-78F4-EB5B-1C212820F6ED}"/>
              </a:ext>
            </a:extLst>
          </p:cNvPr>
          <p:cNvSpPr/>
          <p:nvPr/>
        </p:nvSpPr>
        <p:spPr>
          <a:xfrm>
            <a:off x="64998" y="4787852"/>
            <a:ext cx="1581371" cy="654359"/>
          </a:xfrm>
          <a:prstGeom prst="parallelogram">
            <a:avLst/>
          </a:prstGeom>
        </p:spPr>
        <p:style>
          <a:lnRef idx="2">
            <a:schemeClr val="accent2"/>
          </a:lnRef>
          <a:fillRef idx="1">
            <a:schemeClr val="lt1"/>
          </a:fillRef>
          <a:effectRef idx="0">
            <a:schemeClr val="accent2"/>
          </a:effectRef>
          <a:fontRef idx="minor">
            <a:schemeClr val="dk1"/>
          </a:fontRef>
        </p:style>
        <p:txBody>
          <a:bodyPr rtlCol="0" anchor="ctr"/>
          <a:lstStyle/>
          <a:p>
            <a:pPr algn="ctr"/>
            <a:r>
              <a:rPr lang="en-US" sz="1400" dirty="0" err="1">
                <a:latin typeface="Calibri" panose="020F0502020204030204" pitchFamily="34" charset="0"/>
                <a:cs typeface="Calibri" panose="020F0502020204030204" pitchFamily="34" charset="0"/>
              </a:rPr>
              <a:t>SaveTaskAssignment</a:t>
            </a:r>
            <a:endParaRPr lang="en-US" sz="1400" dirty="0">
              <a:latin typeface="Calibri" panose="020F0502020204030204" pitchFamily="34" charset="0"/>
              <a:cs typeface="Calibri" panose="020F0502020204030204" pitchFamily="34" charset="0"/>
            </a:endParaRPr>
          </a:p>
        </p:txBody>
      </p:sp>
      <p:cxnSp>
        <p:nvCxnSpPr>
          <p:cNvPr id="60" name="Elbow Connector 59">
            <a:extLst>
              <a:ext uri="{FF2B5EF4-FFF2-40B4-BE49-F238E27FC236}">
                <a16:creationId xmlns:a16="http://schemas.microsoft.com/office/drawing/2014/main" id="{DC8F8C23-C53A-D63A-6C51-9A601E690AB8}"/>
              </a:ext>
            </a:extLst>
          </p:cNvPr>
          <p:cNvCxnSpPr>
            <a:cxnSpLocks/>
            <a:stCxn id="59" idx="2"/>
          </p:cNvCxnSpPr>
          <p:nvPr/>
        </p:nvCxnSpPr>
        <p:spPr>
          <a:xfrm>
            <a:off x="1564574" y="5115032"/>
            <a:ext cx="755443" cy="84465"/>
          </a:xfrm>
          <a:prstGeom prst="bentConnector3">
            <a:avLst>
              <a:gd name="adj1" fmla="val 50000"/>
            </a:avLst>
          </a:prstGeom>
          <a:ln>
            <a:tailEnd type="arrow"/>
          </a:ln>
        </p:spPr>
        <p:style>
          <a:lnRef idx="2">
            <a:schemeClr val="accent1"/>
          </a:lnRef>
          <a:fillRef idx="0">
            <a:schemeClr val="accent1"/>
          </a:fillRef>
          <a:effectRef idx="1">
            <a:schemeClr val="accent1"/>
          </a:effectRef>
          <a:fontRef idx="minor">
            <a:schemeClr val="tx1"/>
          </a:fontRef>
        </p:style>
      </p:cxnSp>
      <p:sp>
        <p:nvSpPr>
          <p:cNvPr id="65" name="TextBox 64">
            <a:extLst>
              <a:ext uri="{FF2B5EF4-FFF2-40B4-BE49-F238E27FC236}">
                <a16:creationId xmlns:a16="http://schemas.microsoft.com/office/drawing/2014/main" id="{D00CF518-AAF9-D2C0-DEB7-E46CDC013719}"/>
              </a:ext>
            </a:extLst>
          </p:cNvPr>
          <p:cNvSpPr txBox="1"/>
          <p:nvPr/>
        </p:nvSpPr>
        <p:spPr>
          <a:xfrm>
            <a:off x="3198943" y="1986266"/>
            <a:ext cx="671979" cy="338554"/>
          </a:xfrm>
          <a:prstGeom prst="rect">
            <a:avLst/>
          </a:prstGeom>
          <a:noFill/>
        </p:spPr>
        <p:txBody>
          <a:bodyPr wrap="none" rtlCol="0">
            <a:spAutoFit/>
          </a:bodyPr>
          <a:lstStyle/>
          <a:p>
            <a:r>
              <a:rPr lang="en-US" sz="1600" dirty="0">
                <a:solidFill>
                  <a:prstClr val="black"/>
                </a:solidFill>
                <a:latin typeface="Calibri" panose="020F0502020204030204" pitchFamily="34" charset="0"/>
                <a:cs typeface="Calibri" panose="020F0502020204030204" pitchFamily="34" charset="0"/>
              </a:rPr>
              <a:t>select</a:t>
            </a:r>
          </a:p>
        </p:txBody>
      </p:sp>
      <p:sp>
        <p:nvSpPr>
          <p:cNvPr id="66" name="TextBox 65">
            <a:extLst>
              <a:ext uri="{FF2B5EF4-FFF2-40B4-BE49-F238E27FC236}">
                <a16:creationId xmlns:a16="http://schemas.microsoft.com/office/drawing/2014/main" id="{7552ED9D-57AD-3BA2-7BCA-1D9B245C5667}"/>
              </a:ext>
            </a:extLst>
          </p:cNvPr>
          <p:cNvSpPr txBox="1"/>
          <p:nvPr/>
        </p:nvSpPr>
        <p:spPr>
          <a:xfrm>
            <a:off x="2558086" y="3848153"/>
            <a:ext cx="552780" cy="338554"/>
          </a:xfrm>
          <a:prstGeom prst="rect">
            <a:avLst/>
          </a:prstGeom>
          <a:noFill/>
        </p:spPr>
        <p:txBody>
          <a:bodyPr wrap="none" rtlCol="0">
            <a:spAutoFit/>
          </a:bodyPr>
          <a:lstStyle/>
          <a:p>
            <a:r>
              <a:rPr lang="en-US" sz="1600" dirty="0">
                <a:solidFill>
                  <a:prstClr val="black"/>
                </a:solidFill>
                <a:latin typeface="Calibri" panose="020F0502020204030204" pitchFamily="34" charset="0"/>
                <a:cs typeface="Calibri" panose="020F0502020204030204" pitchFamily="34" charset="0"/>
              </a:rPr>
              <a:t>save</a:t>
            </a:r>
          </a:p>
        </p:txBody>
      </p:sp>
      <p:sp>
        <p:nvSpPr>
          <p:cNvPr id="89" name="Oval 88">
            <a:extLst>
              <a:ext uri="{FF2B5EF4-FFF2-40B4-BE49-F238E27FC236}">
                <a16:creationId xmlns:a16="http://schemas.microsoft.com/office/drawing/2014/main" id="{26531297-8C4D-6F3E-BBA4-F6A28B7725A5}"/>
              </a:ext>
            </a:extLst>
          </p:cNvPr>
          <p:cNvSpPr/>
          <p:nvPr/>
        </p:nvSpPr>
        <p:spPr>
          <a:xfrm>
            <a:off x="9857586" y="1212646"/>
            <a:ext cx="288032" cy="28803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latin typeface="Calibri" panose="020F0502020204030204" pitchFamily="34" charset="0"/>
              <a:cs typeface="Calibri" panose="020F0502020204030204" pitchFamily="34" charset="0"/>
            </a:endParaRPr>
          </a:p>
        </p:txBody>
      </p:sp>
      <p:sp>
        <p:nvSpPr>
          <p:cNvPr id="90" name="TextBox 89">
            <a:extLst>
              <a:ext uri="{FF2B5EF4-FFF2-40B4-BE49-F238E27FC236}">
                <a16:creationId xmlns:a16="http://schemas.microsoft.com/office/drawing/2014/main" id="{E75B08B9-CDBE-B06C-DA24-41E70F44F2DF}"/>
              </a:ext>
            </a:extLst>
          </p:cNvPr>
          <p:cNvSpPr txBox="1"/>
          <p:nvPr/>
        </p:nvSpPr>
        <p:spPr>
          <a:xfrm>
            <a:off x="10046772" y="977276"/>
            <a:ext cx="1431377" cy="338554"/>
          </a:xfrm>
          <a:prstGeom prst="rect">
            <a:avLst/>
          </a:prstGeom>
          <a:noFill/>
        </p:spPr>
        <p:txBody>
          <a:bodyPr wrap="square" rtlCol="0">
            <a:spAutoFit/>
          </a:bodyPr>
          <a:lstStyle/>
          <a:p>
            <a:r>
              <a:rPr lang="en-US" sz="1600" dirty="0">
                <a:solidFill>
                  <a:prstClr val="black"/>
                </a:solidFill>
                <a:latin typeface="Calibri" panose="020F0502020204030204" pitchFamily="34" charset="0"/>
                <a:cs typeface="Calibri" panose="020F0502020204030204" pitchFamily="34" charset="0"/>
              </a:rPr>
              <a:t>logout</a:t>
            </a:r>
          </a:p>
        </p:txBody>
      </p:sp>
      <p:sp>
        <p:nvSpPr>
          <p:cNvPr id="97" name="Rounded Rectangle 96">
            <a:extLst>
              <a:ext uri="{FF2B5EF4-FFF2-40B4-BE49-F238E27FC236}">
                <a16:creationId xmlns:a16="http://schemas.microsoft.com/office/drawing/2014/main" id="{22BC2AEE-CF32-C177-0AE8-C7F669850B38}"/>
              </a:ext>
            </a:extLst>
          </p:cNvPr>
          <p:cNvSpPr/>
          <p:nvPr/>
        </p:nvSpPr>
        <p:spPr>
          <a:xfrm>
            <a:off x="6565297" y="1485804"/>
            <a:ext cx="2869225" cy="588064"/>
          </a:xfrm>
          <a:prstGeom prst="roundRect">
            <a:avLst/>
          </a:prstGeom>
        </p:spPr>
        <p:style>
          <a:lnRef idx="2">
            <a:schemeClr val="accent3"/>
          </a:lnRef>
          <a:fillRef idx="1">
            <a:schemeClr val="lt1"/>
          </a:fillRef>
          <a:effectRef idx="0">
            <a:schemeClr val="accent3"/>
          </a:effectRef>
          <a:fontRef idx="minor">
            <a:schemeClr val="dk1"/>
          </a:fontRef>
        </p:style>
        <p:txBody>
          <a:bodyPr lIns="0" tIns="0" rIns="0" bIns="0" rtlCol="0" anchor="ctr"/>
          <a:lstStyle/>
          <a:p>
            <a:pPr algn="ctr"/>
            <a:r>
              <a:rPr lang="en-US" sz="1400" dirty="0">
                <a:latin typeface="Calibri" panose="020F0502020204030204" pitchFamily="34" charset="0"/>
                <a:cs typeface="Calibri" panose="020F0502020204030204" pitchFamily="34" charset="0"/>
              </a:rPr>
              <a:t>Monitorable Projects List </a:t>
            </a:r>
            <a:r>
              <a:rPr lang="en-US" sz="1400" dirty="0">
                <a:solidFill>
                  <a:schemeClr val="tx1"/>
                </a:solidFill>
                <a:latin typeface="Calibri" panose="020F0502020204030204" pitchFamily="34" charset="0"/>
                <a:cs typeface="Calibri" panose="020F0502020204030204" pitchFamily="34" charset="0"/>
              </a:rPr>
              <a:t>[</a:t>
            </a:r>
            <a:r>
              <a:rPr lang="en-US" sz="1400" dirty="0" err="1">
                <a:solidFill>
                  <a:schemeClr val="tx1"/>
                </a:solidFill>
                <a:latin typeface="Calibri" panose="020F0502020204030204" pitchFamily="34" charset="0"/>
                <a:cs typeface="Calibri" panose="020F0502020204030204" pitchFamily="34" charset="0"/>
              </a:rPr>
              <a:t>project.id</a:t>
            </a:r>
            <a:r>
              <a:rPr lang="en-US" sz="1400" dirty="0">
                <a:solidFill>
                  <a:schemeClr val="tx1"/>
                </a:solidFill>
                <a:latin typeface="Calibri" panose="020F0502020204030204" pitchFamily="34" charset="0"/>
                <a:cs typeface="Calibri" panose="020F0502020204030204" pitchFamily="34" charset="0"/>
              </a:rPr>
              <a:t>, </a:t>
            </a:r>
            <a:r>
              <a:rPr lang="en-US" sz="1400" dirty="0" err="1">
                <a:solidFill>
                  <a:schemeClr val="tx1"/>
                </a:solidFill>
                <a:latin typeface="Calibri" panose="020F0502020204030204" pitchFamily="34" charset="0"/>
                <a:cs typeface="Calibri" panose="020F0502020204030204" pitchFamily="34" charset="0"/>
              </a:rPr>
              <a:t>project.title</a:t>
            </a:r>
            <a:r>
              <a:rPr lang="en-US" sz="1400" dirty="0">
                <a:solidFill>
                  <a:schemeClr val="tx1"/>
                </a:solidFill>
                <a:latin typeface="Calibri" panose="020F0502020204030204" pitchFamily="34" charset="0"/>
                <a:cs typeface="Calibri" panose="020F0502020204030204" pitchFamily="34" charset="0"/>
              </a:rPr>
              <a:t>, </a:t>
            </a:r>
            <a:r>
              <a:rPr lang="en-US" sz="1400" dirty="0" err="1">
                <a:solidFill>
                  <a:schemeClr val="tx1"/>
                </a:solidFill>
                <a:latin typeface="Calibri" panose="020F0502020204030204" pitchFamily="34" charset="0"/>
                <a:cs typeface="Calibri" panose="020F0502020204030204" pitchFamily="34" charset="0"/>
              </a:rPr>
              <a:t>project.status</a:t>
            </a:r>
            <a:r>
              <a:rPr lang="en-US" sz="1400" dirty="0">
                <a:solidFill>
                  <a:schemeClr val="tx1"/>
                </a:solidFill>
                <a:latin typeface="Calibri" panose="020F0502020204030204" pitchFamily="34" charset="0"/>
                <a:cs typeface="Calibri" panose="020F0502020204030204" pitchFamily="34" charset="0"/>
              </a:rPr>
              <a:t>]</a:t>
            </a:r>
          </a:p>
        </p:txBody>
      </p:sp>
      <p:sp>
        <p:nvSpPr>
          <p:cNvPr id="98" name="Rounded Rectangle 97">
            <a:extLst>
              <a:ext uri="{FF2B5EF4-FFF2-40B4-BE49-F238E27FC236}">
                <a16:creationId xmlns:a16="http://schemas.microsoft.com/office/drawing/2014/main" id="{D8810078-559E-C4B0-28AE-54883B8B4F2A}"/>
              </a:ext>
            </a:extLst>
          </p:cNvPr>
          <p:cNvSpPr/>
          <p:nvPr/>
        </p:nvSpPr>
        <p:spPr>
          <a:xfrm>
            <a:off x="6479523" y="2586460"/>
            <a:ext cx="2166549" cy="786994"/>
          </a:xfrm>
          <a:prstGeom prst="roundRect">
            <a:avLst/>
          </a:prstGeom>
        </p:spPr>
        <p:style>
          <a:lnRef idx="2">
            <a:schemeClr val="accent3"/>
          </a:lnRef>
          <a:fillRef idx="1">
            <a:schemeClr val="lt1"/>
          </a:fillRef>
          <a:effectRef idx="0">
            <a:schemeClr val="accent3"/>
          </a:effectRef>
          <a:fontRef idx="minor">
            <a:schemeClr val="dk1"/>
          </a:fontRef>
        </p:style>
        <p:txBody>
          <a:bodyPr rtlCol="0" anchor="ctr"/>
          <a:lstStyle/>
          <a:p>
            <a:pPr algn="ctr"/>
            <a:r>
              <a:rPr lang="en-US" sz="1400" dirty="0">
                <a:latin typeface="Calibri" panose="020F0502020204030204" pitchFamily="34" charset="0"/>
                <a:cs typeface="Calibri" panose="020F0502020204030204" pitchFamily="34" charset="0"/>
              </a:rPr>
              <a:t>Project Monitoring Report </a:t>
            </a:r>
            <a:r>
              <a:rPr lang="en-US" sz="1400" dirty="0">
                <a:solidFill>
                  <a:schemeClr val="tx1"/>
                </a:solidFill>
                <a:latin typeface="Calibri" panose="020F0502020204030204" pitchFamily="34" charset="0"/>
                <a:cs typeface="Calibri" panose="020F0502020204030204" pitchFamily="34" charset="0"/>
              </a:rPr>
              <a:t>[project, </a:t>
            </a:r>
            <a:r>
              <a:rPr lang="en-US" sz="1400" dirty="0" err="1">
                <a:solidFill>
                  <a:schemeClr val="tx1"/>
                </a:solidFill>
                <a:latin typeface="Calibri" panose="020F0502020204030204" pitchFamily="34" charset="0"/>
                <a:cs typeface="Calibri" panose="020F0502020204030204" pitchFamily="34" charset="0"/>
              </a:rPr>
              <a:t>wpList</a:t>
            </a:r>
            <a:r>
              <a:rPr lang="en-US" sz="1400" dirty="0">
                <a:solidFill>
                  <a:schemeClr val="tx1"/>
                </a:solidFill>
                <a:latin typeface="Calibri" panose="020F0502020204030204" pitchFamily="34" charset="0"/>
                <a:cs typeface="Calibri" panose="020F0502020204030204" pitchFamily="34" charset="0"/>
              </a:rPr>
              <a:t>[], tasks[], months[], closable]</a:t>
            </a:r>
          </a:p>
        </p:txBody>
      </p:sp>
      <p:sp>
        <p:nvSpPr>
          <p:cNvPr id="94" name="Oval 93">
            <a:extLst>
              <a:ext uri="{FF2B5EF4-FFF2-40B4-BE49-F238E27FC236}">
                <a16:creationId xmlns:a16="http://schemas.microsoft.com/office/drawing/2014/main" id="{C5F2F35C-CC3D-861A-C2BE-4BEF95289843}"/>
              </a:ext>
            </a:extLst>
          </p:cNvPr>
          <p:cNvSpPr/>
          <p:nvPr/>
        </p:nvSpPr>
        <p:spPr>
          <a:xfrm>
            <a:off x="6459977" y="1883737"/>
            <a:ext cx="288032" cy="28803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latin typeface="Calibri" panose="020F0502020204030204" pitchFamily="34" charset="0"/>
              <a:cs typeface="Calibri" panose="020F0502020204030204" pitchFamily="34" charset="0"/>
            </a:endParaRPr>
          </a:p>
        </p:txBody>
      </p:sp>
      <p:sp>
        <p:nvSpPr>
          <p:cNvPr id="95" name="TextBox 94">
            <a:extLst>
              <a:ext uri="{FF2B5EF4-FFF2-40B4-BE49-F238E27FC236}">
                <a16:creationId xmlns:a16="http://schemas.microsoft.com/office/drawing/2014/main" id="{51508D83-0E13-3C49-BB64-48849612515B}"/>
              </a:ext>
            </a:extLst>
          </p:cNvPr>
          <p:cNvSpPr txBox="1"/>
          <p:nvPr/>
        </p:nvSpPr>
        <p:spPr>
          <a:xfrm>
            <a:off x="6610650" y="2034933"/>
            <a:ext cx="1431377" cy="338554"/>
          </a:xfrm>
          <a:prstGeom prst="rect">
            <a:avLst/>
          </a:prstGeom>
          <a:noFill/>
        </p:spPr>
        <p:txBody>
          <a:bodyPr wrap="square" rtlCol="0">
            <a:spAutoFit/>
          </a:bodyPr>
          <a:lstStyle/>
          <a:p>
            <a:r>
              <a:rPr lang="en-US" sz="1600" dirty="0">
                <a:solidFill>
                  <a:prstClr val="black"/>
                </a:solidFill>
                <a:latin typeface="Calibri" panose="020F0502020204030204" pitchFamily="34" charset="0"/>
                <a:cs typeface="Calibri" panose="020F0502020204030204" pitchFamily="34" charset="0"/>
              </a:rPr>
              <a:t>select</a:t>
            </a:r>
          </a:p>
        </p:txBody>
      </p:sp>
      <p:cxnSp>
        <p:nvCxnSpPr>
          <p:cNvPr id="96" name="Straight Connector 95">
            <a:extLst>
              <a:ext uri="{FF2B5EF4-FFF2-40B4-BE49-F238E27FC236}">
                <a16:creationId xmlns:a16="http://schemas.microsoft.com/office/drawing/2014/main" id="{E7AED253-58F0-11D7-9C13-CB8253C8DAAE}"/>
              </a:ext>
            </a:extLst>
          </p:cNvPr>
          <p:cNvCxnSpPr>
            <a:cxnSpLocks/>
            <a:stCxn id="109" idx="6"/>
            <a:endCxn id="21" idx="5"/>
          </p:cNvCxnSpPr>
          <p:nvPr/>
        </p:nvCxnSpPr>
        <p:spPr>
          <a:xfrm flipV="1">
            <a:off x="10163848" y="1635061"/>
            <a:ext cx="472743" cy="177547"/>
          </a:xfrm>
          <a:prstGeom prst="line">
            <a:avLst/>
          </a:prstGeom>
          <a:ln>
            <a:headEnd type="none" w="med" len="med"/>
            <a:tailEnd type="arrow" w="med" len="med"/>
          </a:ln>
        </p:spPr>
        <p:style>
          <a:lnRef idx="2">
            <a:schemeClr val="accent1"/>
          </a:lnRef>
          <a:fillRef idx="0">
            <a:schemeClr val="accent1"/>
          </a:fillRef>
          <a:effectRef idx="1">
            <a:schemeClr val="accent1"/>
          </a:effectRef>
          <a:fontRef idx="minor">
            <a:schemeClr val="tx1"/>
          </a:fontRef>
        </p:style>
      </p:cxnSp>
      <p:sp>
        <p:nvSpPr>
          <p:cNvPr id="9" name="Parallelogram 8">
            <a:extLst>
              <a:ext uri="{FF2B5EF4-FFF2-40B4-BE49-F238E27FC236}">
                <a16:creationId xmlns:a16="http://schemas.microsoft.com/office/drawing/2014/main" id="{237488F6-271D-C493-ACA3-BA1AF00B3884}"/>
              </a:ext>
            </a:extLst>
          </p:cNvPr>
          <p:cNvSpPr/>
          <p:nvPr/>
        </p:nvSpPr>
        <p:spPr>
          <a:xfrm>
            <a:off x="9301480" y="5862871"/>
            <a:ext cx="1335111" cy="505901"/>
          </a:xfrm>
          <a:prstGeom prst="parallelogram">
            <a:avLst/>
          </a:prstGeom>
        </p:spPr>
        <p:style>
          <a:lnRef idx="2">
            <a:schemeClr val="accent2"/>
          </a:lnRef>
          <a:fillRef idx="1">
            <a:schemeClr val="lt1"/>
          </a:fillRef>
          <a:effectRef idx="0">
            <a:schemeClr val="accent2"/>
          </a:effectRef>
          <a:fontRef idx="minor">
            <a:schemeClr val="dk1"/>
          </a:fontRef>
        </p:style>
        <p:txBody>
          <a:bodyPr lIns="0" tIns="0" rIns="0" bIns="0" rtlCol="0" anchor="ctr"/>
          <a:lstStyle/>
          <a:p>
            <a:pPr algn="ctr"/>
            <a:r>
              <a:rPr lang="en-US" sz="1400" dirty="0" err="1">
                <a:latin typeface="Calibri" panose="020F0502020204030204" pitchFamily="34" charset="0"/>
                <a:cs typeface="Calibri" panose="020F0502020204030204" pitchFamily="34" charset="0"/>
              </a:rPr>
              <a:t>GetManagedCollaborators</a:t>
            </a:r>
            <a:endParaRPr lang="en-US" sz="1400" dirty="0">
              <a:latin typeface="Calibri" panose="020F0502020204030204" pitchFamily="34" charset="0"/>
              <a:cs typeface="Calibri" panose="020F0502020204030204" pitchFamily="34" charset="0"/>
            </a:endParaRPr>
          </a:p>
        </p:txBody>
      </p:sp>
      <p:sp>
        <p:nvSpPr>
          <p:cNvPr id="19" name="Rounded Rectangle 18">
            <a:extLst>
              <a:ext uri="{FF2B5EF4-FFF2-40B4-BE49-F238E27FC236}">
                <a16:creationId xmlns:a16="http://schemas.microsoft.com/office/drawing/2014/main" id="{86441F28-82F5-FC2C-6D5C-6C48E7BA2355}"/>
              </a:ext>
            </a:extLst>
          </p:cNvPr>
          <p:cNvSpPr/>
          <p:nvPr/>
        </p:nvSpPr>
        <p:spPr>
          <a:xfrm>
            <a:off x="6639322" y="3725728"/>
            <a:ext cx="2247505" cy="586616"/>
          </a:xfrm>
          <a:prstGeom prst="roundRect">
            <a:avLst/>
          </a:prstGeom>
        </p:spPr>
        <p:style>
          <a:lnRef idx="2">
            <a:schemeClr val="accent3"/>
          </a:lnRef>
          <a:fillRef idx="1">
            <a:schemeClr val="lt1"/>
          </a:fillRef>
          <a:effectRef idx="0">
            <a:schemeClr val="accent3"/>
          </a:effectRef>
          <a:fontRef idx="minor">
            <a:schemeClr val="dk1"/>
          </a:fontRef>
        </p:style>
        <p:txBody>
          <a:bodyPr rtlCol="0" anchor="ctr"/>
          <a:lstStyle/>
          <a:p>
            <a:pPr algn="ctr"/>
            <a:r>
              <a:rPr lang="en-US" sz="1400" dirty="0">
                <a:latin typeface="Calibri" panose="020F0502020204030204" pitchFamily="34" charset="0"/>
                <a:cs typeface="Calibri" panose="020F0502020204030204" pitchFamily="34" charset="0"/>
              </a:rPr>
              <a:t>Managed Collaborators List </a:t>
            </a:r>
            <a:r>
              <a:rPr lang="en-US" sz="1400" dirty="0">
                <a:solidFill>
                  <a:schemeClr val="tx1"/>
                </a:solidFill>
                <a:latin typeface="Calibri" panose="020F0502020204030204" pitchFamily="34" charset="0"/>
                <a:cs typeface="Calibri" panose="020F0502020204030204" pitchFamily="34" charset="0"/>
              </a:rPr>
              <a:t>[</a:t>
            </a:r>
            <a:r>
              <a:rPr lang="en-US" sz="1400" dirty="0" err="1">
                <a:solidFill>
                  <a:schemeClr val="tx1"/>
                </a:solidFill>
                <a:latin typeface="Calibri" panose="020F0502020204030204" pitchFamily="34" charset="0"/>
                <a:cs typeface="Calibri" panose="020F0502020204030204" pitchFamily="34" charset="0"/>
              </a:rPr>
              <a:t>collaborator.id</a:t>
            </a:r>
            <a:r>
              <a:rPr lang="en-US" sz="1400" dirty="0">
                <a:solidFill>
                  <a:schemeClr val="tx1"/>
                </a:solidFill>
                <a:latin typeface="Calibri" panose="020F0502020204030204" pitchFamily="34" charset="0"/>
                <a:cs typeface="Calibri" panose="020F0502020204030204" pitchFamily="34" charset="0"/>
              </a:rPr>
              <a:t>, name]</a:t>
            </a:r>
          </a:p>
        </p:txBody>
      </p:sp>
      <p:sp>
        <p:nvSpPr>
          <p:cNvPr id="20" name="Rounded Rectangle 19">
            <a:extLst>
              <a:ext uri="{FF2B5EF4-FFF2-40B4-BE49-F238E27FC236}">
                <a16:creationId xmlns:a16="http://schemas.microsoft.com/office/drawing/2014/main" id="{837E03C0-1596-03FD-5F2E-3E5E835F17D4}"/>
              </a:ext>
            </a:extLst>
          </p:cNvPr>
          <p:cNvSpPr/>
          <p:nvPr/>
        </p:nvSpPr>
        <p:spPr>
          <a:xfrm>
            <a:off x="6794044" y="4553303"/>
            <a:ext cx="2964807" cy="660018"/>
          </a:xfrm>
          <a:prstGeom prst="roundRect">
            <a:avLst/>
          </a:prstGeom>
        </p:spPr>
        <p:style>
          <a:lnRef idx="2">
            <a:schemeClr val="accent3"/>
          </a:lnRef>
          <a:fillRef idx="1">
            <a:schemeClr val="lt1"/>
          </a:fillRef>
          <a:effectRef idx="0">
            <a:schemeClr val="accent3"/>
          </a:effectRef>
          <a:fontRef idx="minor">
            <a:schemeClr val="dk1"/>
          </a:fontRef>
        </p:style>
        <p:txBody>
          <a:bodyPr rtlCol="0" anchor="ctr"/>
          <a:lstStyle/>
          <a:p>
            <a:pPr algn="ctr"/>
            <a:r>
              <a:rPr lang="en-US" sz="1400" dirty="0">
                <a:latin typeface="Calibri" panose="020F0502020204030204" pitchFamily="34" charset="0"/>
                <a:cs typeface="Calibri" panose="020F0502020204030204" pitchFamily="34" charset="0"/>
              </a:rPr>
              <a:t>Collaborator Monitoring Report</a:t>
            </a:r>
          </a:p>
          <a:p>
            <a:pPr algn="ctr"/>
            <a:r>
              <a:rPr lang="en-US" sz="1400" dirty="0">
                <a:solidFill>
                  <a:schemeClr val="tx1"/>
                </a:solidFill>
                <a:latin typeface="Calibri" panose="020F0502020204030204" pitchFamily="34" charset="0"/>
                <a:cs typeface="Calibri" panose="020F0502020204030204" pitchFamily="34" charset="0"/>
              </a:rPr>
              <a:t>collaborator, projects[], </a:t>
            </a:r>
            <a:r>
              <a:rPr lang="en-US" sz="1400" dirty="0" err="1">
                <a:solidFill>
                  <a:schemeClr val="tx1"/>
                </a:solidFill>
                <a:latin typeface="Calibri" panose="020F0502020204030204" pitchFamily="34" charset="0"/>
                <a:cs typeface="Calibri" panose="020F0502020204030204" pitchFamily="34" charset="0"/>
              </a:rPr>
              <a:t>wpList</a:t>
            </a:r>
            <a:r>
              <a:rPr lang="en-US" sz="1400" dirty="0">
                <a:solidFill>
                  <a:schemeClr val="tx1"/>
                </a:solidFill>
                <a:latin typeface="Calibri" panose="020F0502020204030204" pitchFamily="34" charset="0"/>
                <a:cs typeface="Calibri" panose="020F0502020204030204" pitchFamily="34" charset="0"/>
              </a:rPr>
              <a:t>[], tasks[], months[]</a:t>
            </a:r>
          </a:p>
        </p:txBody>
      </p:sp>
      <p:cxnSp>
        <p:nvCxnSpPr>
          <p:cNvPr id="26" name="Elbow Connector 25">
            <a:extLst>
              <a:ext uri="{FF2B5EF4-FFF2-40B4-BE49-F238E27FC236}">
                <a16:creationId xmlns:a16="http://schemas.microsoft.com/office/drawing/2014/main" id="{ABFD1D15-DA53-5719-C815-E1C773B723AA}"/>
              </a:ext>
            </a:extLst>
          </p:cNvPr>
          <p:cNvCxnSpPr>
            <a:cxnSpLocks/>
            <a:stCxn id="9" idx="5"/>
          </p:cNvCxnSpPr>
          <p:nvPr/>
        </p:nvCxnSpPr>
        <p:spPr>
          <a:xfrm rot="10800000">
            <a:off x="8852590" y="5483218"/>
            <a:ext cx="512129" cy="632604"/>
          </a:xfrm>
          <a:prstGeom prst="bentConnector2">
            <a:avLst/>
          </a:prstGeom>
          <a:ln>
            <a:tailEnd type="arrow"/>
          </a:ln>
        </p:spPr>
        <p:style>
          <a:lnRef idx="2">
            <a:schemeClr val="accent1"/>
          </a:lnRef>
          <a:fillRef idx="0">
            <a:schemeClr val="accent1"/>
          </a:fillRef>
          <a:effectRef idx="1">
            <a:schemeClr val="accent1"/>
          </a:effectRef>
          <a:fontRef idx="minor">
            <a:schemeClr val="tx1"/>
          </a:fontRef>
        </p:style>
      </p:cxnSp>
      <p:sp>
        <p:nvSpPr>
          <p:cNvPr id="93" name="Parallelogram 92">
            <a:extLst>
              <a:ext uri="{FF2B5EF4-FFF2-40B4-BE49-F238E27FC236}">
                <a16:creationId xmlns:a16="http://schemas.microsoft.com/office/drawing/2014/main" id="{7FF36B08-2BD6-3A52-40C1-D8DBE881B265}"/>
              </a:ext>
            </a:extLst>
          </p:cNvPr>
          <p:cNvSpPr/>
          <p:nvPr/>
        </p:nvSpPr>
        <p:spPr>
          <a:xfrm>
            <a:off x="10315477" y="4079723"/>
            <a:ext cx="1221679" cy="574207"/>
          </a:xfrm>
          <a:prstGeom prst="parallelogram">
            <a:avLst/>
          </a:prstGeom>
        </p:spPr>
        <p:style>
          <a:lnRef idx="2">
            <a:schemeClr val="accent2"/>
          </a:lnRef>
          <a:fillRef idx="1">
            <a:schemeClr val="lt1"/>
          </a:fillRef>
          <a:effectRef idx="0">
            <a:schemeClr val="accent2"/>
          </a:effectRef>
          <a:fontRef idx="minor">
            <a:schemeClr val="dk1"/>
          </a:fontRef>
        </p:style>
        <p:txBody>
          <a:bodyPr rtlCol="0" anchor="ctr"/>
          <a:lstStyle/>
          <a:p>
            <a:pPr algn="ctr"/>
            <a:r>
              <a:rPr lang="en-US" sz="1400" dirty="0" err="1">
                <a:latin typeface="Calibri" panose="020F0502020204030204" pitchFamily="34" charset="0"/>
                <a:cs typeface="Calibri" panose="020F0502020204030204" pitchFamily="34" charset="0"/>
              </a:rPr>
              <a:t>ConcludeProject</a:t>
            </a:r>
            <a:endParaRPr lang="en-US" sz="1400" dirty="0">
              <a:latin typeface="Calibri" panose="020F0502020204030204" pitchFamily="34" charset="0"/>
              <a:cs typeface="Calibri" panose="020F0502020204030204" pitchFamily="34" charset="0"/>
            </a:endParaRPr>
          </a:p>
        </p:txBody>
      </p:sp>
      <p:sp>
        <p:nvSpPr>
          <p:cNvPr id="102" name="Oval 101">
            <a:extLst>
              <a:ext uri="{FF2B5EF4-FFF2-40B4-BE49-F238E27FC236}">
                <a16:creationId xmlns:a16="http://schemas.microsoft.com/office/drawing/2014/main" id="{B4E3FC8C-D206-8F3D-36A8-056C5CF85F2A}"/>
              </a:ext>
            </a:extLst>
          </p:cNvPr>
          <p:cNvSpPr/>
          <p:nvPr/>
        </p:nvSpPr>
        <p:spPr>
          <a:xfrm>
            <a:off x="8502518" y="3232736"/>
            <a:ext cx="288032" cy="28803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latin typeface="Calibri" panose="020F0502020204030204" pitchFamily="34" charset="0"/>
              <a:cs typeface="Calibri" panose="020F0502020204030204" pitchFamily="34" charset="0"/>
            </a:endParaRPr>
          </a:p>
        </p:txBody>
      </p:sp>
      <p:sp>
        <p:nvSpPr>
          <p:cNvPr id="103" name="TextBox 102">
            <a:extLst>
              <a:ext uri="{FF2B5EF4-FFF2-40B4-BE49-F238E27FC236}">
                <a16:creationId xmlns:a16="http://schemas.microsoft.com/office/drawing/2014/main" id="{E08E5DFB-DD42-1F7D-A2E0-FB5D05556802}"/>
              </a:ext>
            </a:extLst>
          </p:cNvPr>
          <p:cNvSpPr txBox="1"/>
          <p:nvPr/>
        </p:nvSpPr>
        <p:spPr>
          <a:xfrm>
            <a:off x="8734869" y="3073102"/>
            <a:ext cx="929946" cy="338554"/>
          </a:xfrm>
          <a:prstGeom prst="rect">
            <a:avLst/>
          </a:prstGeom>
          <a:noFill/>
        </p:spPr>
        <p:txBody>
          <a:bodyPr wrap="square" rtlCol="0">
            <a:spAutoFit/>
          </a:bodyPr>
          <a:lstStyle/>
          <a:p>
            <a:r>
              <a:rPr lang="en-US" sz="1600" dirty="0">
                <a:solidFill>
                  <a:prstClr val="black"/>
                </a:solidFill>
                <a:latin typeface="Calibri" panose="020F0502020204030204" pitchFamily="34" charset="0"/>
                <a:cs typeface="Calibri" panose="020F0502020204030204" pitchFamily="34" charset="0"/>
              </a:rPr>
              <a:t>conclude</a:t>
            </a:r>
          </a:p>
        </p:txBody>
      </p:sp>
      <p:cxnSp>
        <p:nvCxnSpPr>
          <p:cNvPr id="105" name="Straight Connector 104">
            <a:extLst>
              <a:ext uri="{FF2B5EF4-FFF2-40B4-BE49-F238E27FC236}">
                <a16:creationId xmlns:a16="http://schemas.microsoft.com/office/drawing/2014/main" id="{648F5F9C-DE19-2C77-B58C-3ABCBAB9C1D4}"/>
              </a:ext>
            </a:extLst>
          </p:cNvPr>
          <p:cNvCxnSpPr>
            <a:cxnSpLocks/>
            <a:stCxn id="93" idx="5"/>
          </p:cNvCxnSpPr>
          <p:nvPr/>
        </p:nvCxnSpPr>
        <p:spPr>
          <a:xfrm flipH="1">
            <a:off x="10012220" y="4366827"/>
            <a:ext cx="375033" cy="928"/>
          </a:xfrm>
          <a:prstGeom prst="line">
            <a:avLst/>
          </a:prstGeom>
          <a:ln>
            <a:headEnd type="none" w="med" len="med"/>
            <a:tailEnd type="arrow" w="med" len="med"/>
          </a:ln>
        </p:spPr>
        <p:style>
          <a:lnRef idx="2">
            <a:schemeClr val="accent1"/>
          </a:lnRef>
          <a:fillRef idx="0">
            <a:schemeClr val="accent1"/>
          </a:fillRef>
          <a:effectRef idx="1">
            <a:schemeClr val="accent1"/>
          </a:effectRef>
          <a:fontRef idx="minor">
            <a:schemeClr val="tx1"/>
          </a:fontRef>
        </p:style>
      </p:cxnSp>
      <p:sp>
        <p:nvSpPr>
          <p:cNvPr id="10" name="Parallelogram 9">
            <a:extLst>
              <a:ext uri="{FF2B5EF4-FFF2-40B4-BE49-F238E27FC236}">
                <a16:creationId xmlns:a16="http://schemas.microsoft.com/office/drawing/2014/main" id="{6450A6EF-B099-9D82-E658-C76275B571C1}"/>
              </a:ext>
            </a:extLst>
          </p:cNvPr>
          <p:cNvSpPr/>
          <p:nvPr/>
        </p:nvSpPr>
        <p:spPr>
          <a:xfrm>
            <a:off x="21694" y="767397"/>
            <a:ext cx="1624675" cy="497149"/>
          </a:xfrm>
          <a:prstGeom prst="parallelogram">
            <a:avLst/>
          </a:prstGeom>
        </p:spPr>
        <p:style>
          <a:lnRef idx="2">
            <a:schemeClr val="accent2"/>
          </a:lnRef>
          <a:fillRef idx="1">
            <a:schemeClr val="lt1"/>
          </a:fillRef>
          <a:effectRef idx="0">
            <a:schemeClr val="accent2"/>
          </a:effectRef>
          <a:fontRef idx="minor">
            <a:schemeClr val="dk1"/>
          </a:fontRef>
        </p:style>
        <p:txBody>
          <a:bodyPr rtlCol="0" anchor="ctr"/>
          <a:lstStyle/>
          <a:p>
            <a:pPr algn="ctr"/>
            <a:r>
              <a:rPr lang="en-US" sz="1400" dirty="0" err="1">
                <a:latin typeface="Calibri" panose="020F0502020204030204" pitchFamily="34" charset="0"/>
                <a:cs typeface="Calibri" panose="020F0502020204030204" pitchFamily="34" charset="0"/>
              </a:rPr>
              <a:t>GetAssignableTasks</a:t>
            </a:r>
            <a:endParaRPr lang="en-US" sz="1400" dirty="0">
              <a:latin typeface="Calibri" panose="020F0502020204030204" pitchFamily="34" charset="0"/>
              <a:cs typeface="Calibri" panose="020F0502020204030204" pitchFamily="34" charset="0"/>
            </a:endParaRPr>
          </a:p>
        </p:txBody>
      </p:sp>
      <p:sp>
        <p:nvSpPr>
          <p:cNvPr id="27" name="Oval 26">
            <a:extLst>
              <a:ext uri="{FF2B5EF4-FFF2-40B4-BE49-F238E27FC236}">
                <a16:creationId xmlns:a16="http://schemas.microsoft.com/office/drawing/2014/main" id="{9ABD67AB-6156-62A5-51A5-8FD8F22E8A9B}"/>
              </a:ext>
            </a:extLst>
          </p:cNvPr>
          <p:cNvSpPr/>
          <p:nvPr/>
        </p:nvSpPr>
        <p:spPr>
          <a:xfrm>
            <a:off x="2150795" y="1212446"/>
            <a:ext cx="288032" cy="288032"/>
          </a:xfrm>
          <a:prstGeom prst="ellipse">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latin typeface="Calibri" panose="020F0502020204030204" pitchFamily="34" charset="0"/>
              <a:cs typeface="Calibri" panose="020F0502020204030204" pitchFamily="34" charset="0"/>
            </a:endParaRPr>
          </a:p>
        </p:txBody>
      </p:sp>
      <p:cxnSp>
        <p:nvCxnSpPr>
          <p:cNvPr id="28" name="Straight Connector 27">
            <a:extLst>
              <a:ext uri="{FF2B5EF4-FFF2-40B4-BE49-F238E27FC236}">
                <a16:creationId xmlns:a16="http://schemas.microsoft.com/office/drawing/2014/main" id="{75177F0A-B18F-A6BB-87EF-768D5EBB21E8}"/>
              </a:ext>
            </a:extLst>
          </p:cNvPr>
          <p:cNvCxnSpPr>
            <a:cxnSpLocks/>
            <a:stCxn id="27" idx="1"/>
            <a:endCxn id="10" idx="2"/>
          </p:cNvCxnSpPr>
          <p:nvPr/>
        </p:nvCxnSpPr>
        <p:spPr>
          <a:xfrm flipH="1" flipV="1">
            <a:off x="1584225" y="1015972"/>
            <a:ext cx="608751" cy="238655"/>
          </a:xfrm>
          <a:prstGeom prst="line">
            <a:avLst/>
          </a:prstGeom>
          <a:ln>
            <a:headEnd type="none" w="med" len="med"/>
            <a:tailEnd type="arrow" w="med" len="med"/>
          </a:ln>
        </p:spPr>
        <p:style>
          <a:lnRef idx="2">
            <a:schemeClr val="accent1"/>
          </a:lnRef>
          <a:fillRef idx="0">
            <a:schemeClr val="accent1"/>
          </a:fillRef>
          <a:effectRef idx="1">
            <a:schemeClr val="accent1"/>
          </a:effectRef>
          <a:fontRef idx="minor">
            <a:schemeClr val="tx1"/>
          </a:fontRef>
        </p:style>
      </p:cxnSp>
      <p:cxnSp>
        <p:nvCxnSpPr>
          <p:cNvPr id="43" name="Straight Connector 42">
            <a:extLst>
              <a:ext uri="{FF2B5EF4-FFF2-40B4-BE49-F238E27FC236}">
                <a16:creationId xmlns:a16="http://schemas.microsoft.com/office/drawing/2014/main" id="{035ABA6D-FF63-FD08-5F6B-ECED51DD7C41}"/>
              </a:ext>
            </a:extLst>
          </p:cNvPr>
          <p:cNvCxnSpPr>
            <a:cxnSpLocks/>
          </p:cNvCxnSpPr>
          <p:nvPr/>
        </p:nvCxnSpPr>
        <p:spPr>
          <a:xfrm flipH="1">
            <a:off x="532667" y="5453620"/>
            <a:ext cx="438770" cy="268870"/>
          </a:xfrm>
          <a:prstGeom prst="line">
            <a:avLst/>
          </a:prstGeom>
        </p:spPr>
        <p:style>
          <a:lnRef idx="2">
            <a:schemeClr val="dk1"/>
          </a:lnRef>
          <a:fillRef idx="0">
            <a:schemeClr val="dk1"/>
          </a:fillRef>
          <a:effectRef idx="1">
            <a:schemeClr val="dk1"/>
          </a:effectRef>
          <a:fontRef idx="minor">
            <a:schemeClr val="tx1"/>
          </a:fontRef>
        </p:style>
      </p:cxnSp>
      <p:cxnSp>
        <p:nvCxnSpPr>
          <p:cNvPr id="48" name="Elbow Connector 47">
            <a:extLst>
              <a:ext uri="{FF2B5EF4-FFF2-40B4-BE49-F238E27FC236}">
                <a16:creationId xmlns:a16="http://schemas.microsoft.com/office/drawing/2014/main" id="{EF67BEF8-FE97-6A47-0D3D-3F51AA178273}"/>
              </a:ext>
            </a:extLst>
          </p:cNvPr>
          <p:cNvCxnSpPr>
            <a:cxnSpLocks/>
            <a:stCxn id="45" idx="2"/>
            <a:endCxn id="11" idx="2"/>
          </p:cNvCxnSpPr>
          <p:nvPr/>
        </p:nvCxnSpPr>
        <p:spPr>
          <a:xfrm rot="10800000" flipV="1">
            <a:off x="1772841" y="2251662"/>
            <a:ext cx="1204058" cy="416070"/>
          </a:xfrm>
          <a:prstGeom prst="bentConnector3">
            <a:avLst>
              <a:gd name="adj1" fmla="val 50000"/>
            </a:avLst>
          </a:prstGeom>
          <a:ln>
            <a:tailEnd type="arrow"/>
          </a:ln>
        </p:spPr>
        <p:style>
          <a:lnRef idx="2">
            <a:schemeClr val="accent1"/>
          </a:lnRef>
          <a:fillRef idx="0">
            <a:schemeClr val="accent1"/>
          </a:fillRef>
          <a:effectRef idx="1">
            <a:schemeClr val="accent1"/>
          </a:effectRef>
          <a:fontRef idx="minor">
            <a:schemeClr val="tx1"/>
          </a:fontRef>
        </p:style>
      </p:cxnSp>
      <p:cxnSp>
        <p:nvCxnSpPr>
          <p:cNvPr id="51" name="Elbow Connector 50">
            <a:extLst>
              <a:ext uri="{FF2B5EF4-FFF2-40B4-BE49-F238E27FC236}">
                <a16:creationId xmlns:a16="http://schemas.microsoft.com/office/drawing/2014/main" id="{1D208CE8-932D-F6AB-F4D4-280E32F6ED63}"/>
              </a:ext>
            </a:extLst>
          </p:cNvPr>
          <p:cNvCxnSpPr>
            <a:cxnSpLocks/>
            <a:stCxn id="10" idx="3"/>
          </p:cNvCxnSpPr>
          <p:nvPr/>
        </p:nvCxnSpPr>
        <p:spPr>
          <a:xfrm rot="16200000" flipH="1">
            <a:off x="1389336" y="647098"/>
            <a:ext cx="322516" cy="1557412"/>
          </a:xfrm>
          <a:prstGeom prst="bentConnector2">
            <a:avLst/>
          </a:prstGeom>
          <a:ln>
            <a:tailEnd type="arrow"/>
          </a:ln>
        </p:spPr>
        <p:style>
          <a:lnRef idx="2">
            <a:schemeClr val="accent1"/>
          </a:lnRef>
          <a:fillRef idx="0">
            <a:schemeClr val="accent1"/>
          </a:fillRef>
          <a:effectRef idx="1">
            <a:schemeClr val="accent1"/>
          </a:effectRef>
          <a:fontRef idx="minor">
            <a:schemeClr val="tx1"/>
          </a:fontRef>
        </p:style>
      </p:cxnSp>
      <p:cxnSp>
        <p:nvCxnSpPr>
          <p:cNvPr id="58" name="Elbow Connector 57">
            <a:extLst>
              <a:ext uri="{FF2B5EF4-FFF2-40B4-BE49-F238E27FC236}">
                <a16:creationId xmlns:a16="http://schemas.microsoft.com/office/drawing/2014/main" id="{4A343977-C6A5-AFB6-3218-84EA70BCD52F}"/>
              </a:ext>
            </a:extLst>
          </p:cNvPr>
          <p:cNvCxnSpPr>
            <a:cxnSpLocks/>
            <a:stCxn id="46" idx="2"/>
            <a:endCxn id="59" idx="0"/>
          </p:cNvCxnSpPr>
          <p:nvPr/>
        </p:nvCxnSpPr>
        <p:spPr>
          <a:xfrm rot="10800000" flipV="1">
            <a:off x="855685" y="4223738"/>
            <a:ext cx="2177509" cy="564113"/>
          </a:xfrm>
          <a:prstGeom prst="bentConnector2">
            <a:avLst/>
          </a:prstGeom>
          <a:ln>
            <a:tailEnd type="arrow"/>
          </a:ln>
        </p:spPr>
        <p:style>
          <a:lnRef idx="2">
            <a:schemeClr val="accent1"/>
          </a:lnRef>
          <a:fillRef idx="0">
            <a:schemeClr val="accent1"/>
          </a:fillRef>
          <a:effectRef idx="1">
            <a:schemeClr val="accent1"/>
          </a:effectRef>
          <a:fontRef idx="minor">
            <a:schemeClr val="tx1"/>
          </a:fontRef>
        </p:style>
      </p:cxnSp>
      <p:sp>
        <p:nvSpPr>
          <p:cNvPr id="67" name="Oval 66">
            <a:extLst>
              <a:ext uri="{FF2B5EF4-FFF2-40B4-BE49-F238E27FC236}">
                <a16:creationId xmlns:a16="http://schemas.microsoft.com/office/drawing/2014/main" id="{8AFA8955-4161-5FCC-3891-B602B9520A39}"/>
              </a:ext>
            </a:extLst>
          </p:cNvPr>
          <p:cNvSpPr/>
          <p:nvPr/>
        </p:nvSpPr>
        <p:spPr>
          <a:xfrm>
            <a:off x="2993145" y="4845108"/>
            <a:ext cx="288032" cy="28803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latin typeface="Calibri" panose="020F0502020204030204" pitchFamily="34" charset="0"/>
              <a:cs typeface="Calibri" panose="020F0502020204030204" pitchFamily="34" charset="0"/>
            </a:endParaRPr>
          </a:p>
        </p:txBody>
      </p:sp>
      <p:sp>
        <p:nvSpPr>
          <p:cNvPr id="68" name="TextBox 67">
            <a:extLst>
              <a:ext uri="{FF2B5EF4-FFF2-40B4-BE49-F238E27FC236}">
                <a16:creationId xmlns:a16="http://schemas.microsoft.com/office/drawing/2014/main" id="{376247B4-DC07-CF8A-30E3-1FF6EBFCA31A}"/>
              </a:ext>
            </a:extLst>
          </p:cNvPr>
          <p:cNvSpPr txBox="1"/>
          <p:nvPr/>
        </p:nvSpPr>
        <p:spPr>
          <a:xfrm>
            <a:off x="3244111" y="4964692"/>
            <a:ext cx="1332288" cy="338554"/>
          </a:xfrm>
          <a:prstGeom prst="rect">
            <a:avLst/>
          </a:prstGeom>
          <a:noFill/>
        </p:spPr>
        <p:txBody>
          <a:bodyPr wrap="none" rtlCol="0">
            <a:spAutoFit/>
          </a:bodyPr>
          <a:lstStyle/>
          <a:p>
            <a:r>
              <a:rPr lang="en-US" sz="1600" dirty="0">
                <a:solidFill>
                  <a:prstClr val="black"/>
                </a:solidFill>
                <a:latin typeface="Calibri" panose="020F0502020204030204" pitchFamily="34" charset="0"/>
                <a:cs typeface="Calibri" panose="020F0502020204030204" pitchFamily="34" charset="0"/>
              </a:rPr>
              <a:t>assign project</a:t>
            </a:r>
          </a:p>
        </p:txBody>
      </p:sp>
      <p:cxnSp>
        <p:nvCxnSpPr>
          <p:cNvPr id="69" name="Elbow Connector 68">
            <a:extLst>
              <a:ext uri="{FF2B5EF4-FFF2-40B4-BE49-F238E27FC236}">
                <a16:creationId xmlns:a16="http://schemas.microsoft.com/office/drawing/2014/main" id="{C78C77BE-0421-1B47-2CF8-786463BD9FDF}"/>
              </a:ext>
            </a:extLst>
          </p:cNvPr>
          <p:cNvCxnSpPr>
            <a:cxnSpLocks/>
            <a:stCxn id="67" idx="4"/>
            <a:endCxn id="71" idx="0"/>
          </p:cNvCxnSpPr>
          <p:nvPr/>
        </p:nvCxnSpPr>
        <p:spPr>
          <a:xfrm rot="16200000" flipH="1">
            <a:off x="3092976" y="5177325"/>
            <a:ext cx="586175" cy="497804"/>
          </a:xfrm>
          <a:prstGeom prst="bentConnector3">
            <a:avLst>
              <a:gd name="adj1" fmla="val 50000"/>
            </a:avLst>
          </a:prstGeom>
          <a:ln>
            <a:tailEnd type="arrow"/>
          </a:ln>
        </p:spPr>
        <p:style>
          <a:lnRef idx="2">
            <a:schemeClr val="accent1"/>
          </a:lnRef>
          <a:fillRef idx="0">
            <a:schemeClr val="accent1"/>
          </a:fillRef>
          <a:effectRef idx="1">
            <a:schemeClr val="accent1"/>
          </a:effectRef>
          <a:fontRef idx="minor">
            <a:schemeClr val="tx1"/>
          </a:fontRef>
        </p:style>
      </p:cxnSp>
      <p:sp>
        <p:nvSpPr>
          <p:cNvPr id="71" name="Parallelogram 70">
            <a:extLst>
              <a:ext uri="{FF2B5EF4-FFF2-40B4-BE49-F238E27FC236}">
                <a16:creationId xmlns:a16="http://schemas.microsoft.com/office/drawing/2014/main" id="{B6C81D1F-EB1A-B946-052E-0AB217F2A113}"/>
              </a:ext>
            </a:extLst>
          </p:cNvPr>
          <p:cNvSpPr/>
          <p:nvPr/>
        </p:nvSpPr>
        <p:spPr>
          <a:xfrm>
            <a:off x="3075688" y="5719315"/>
            <a:ext cx="1118553" cy="516611"/>
          </a:xfrm>
          <a:prstGeom prst="parallelogram">
            <a:avLst/>
          </a:prstGeom>
        </p:spPr>
        <p:style>
          <a:lnRef idx="2">
            <a:schemeClr val="accent2"/>
          </a:lnRef>
          <a:fillRef idx="1">
            <a:schemeClr val="lt1"/>
          </a:fillRef>
          <a:effectRef idx="0">
            <a:schemeClr val="accent2"/>
          </a:effectRef>
          <a:fontRef idx="minor">
            <a:schemeClr val="dk1"/>
          </a:fontRef>
        </p:style>
        <p:txBody>
          <a:bodyPr rtlCol="0" anchor="ctr"/>
          <a:lstStyle/>
          <a:p>
            <a:pPr algn="ctr"/>
            <a:r>
              <a:rPr lang="en-US" sz="1400" dirty="0">
                <a:latin typeface="Calibri" panose="020F0502020204030204" pitchFamily="34" charset="0"/>
                <a:cs typeface="Calibri" panose="020F0502020204030204" pitchFamily="34" charset="0"/>
              </a:rPr>
              <a:t>Assign</a:t>
            </a:r>
          </a:p>
          <a:p>
            <a:pPr algn="ctr"/>
            <a:r>
              <a:rPr lang="en-US" sz="1400" dirty="0">
                <a:latin typeface="Calibri" panose="020F0502020204030204" pitchFamily="34" charset="0"/>
                <a:cs typeface="Calibri" panose="020F0502020204030204" pitchFamily="34" charset="0"/>
              </a:rPr>
              <a:t>Project</a:t>
            </a:r>
          </a:p>
        </p:txBody>
      </p:sp>
      <p:sp>
        <p:nvSpPr>
          <p:cNvPr id="42" name="Google Shape;208;p33">
            <a:extLst>
              <a:ext uri="{FF2B5EF4-FFF2-40B4-BE49-F238E27FC236}">
                <a16:creationId xmlns:a16="http://schemas.microsoft.com/office/drawing/2014/main" id="{5586DD1F-2074-DCAD-ADB0-54646475C802}"/>
              </a:ext>
            </a:extLst>
          </p:cNvPr>
          <p:cNvSpPr txBox="1"/>
          <p:nvPr/>
        </p:nvSpPr>
        <p:spPr>
          <a:xfrm>
            <a:off x="21694" y="5700147"/>
            <a:ext cx="1524932" cy="979259"/>
          </a:xfrm>
          <a:prstGeom prst="rect">
            <a:avLst/>
          </a:prstGeom>
          <a:solidFill>
            <a:schemeClr val="lt1"/>
          </a:solidFill>
          <a:ln w="25400" cap="flat" cmpd="sng">
            <a:solidFill>
              <a:schemeClr val="dk1"/>
            </a:solidFill>
            <a:prstDash val="solid"/>
            <a:round/>
            <a:headEnd type="none" w="sm" len="sm"/>
            <a:tailEnd type="none" w="sm" len="sm"/>
          </a:ln>
        </p:spPr>
        <p:txBody>
          <a:bodyPr spcFirstLastPara="1" wrap="square" lIns="91425" tIns="45700" rIns="91425" bIns="45700" anchor="t" anchorCtr="0">
            <a:noAutofit/>
          </a:bodyPr>
          <a:lstStyle/>
          <a:p>
            <a:pPr algn="ctr"/>
            <a:r>
              <a:rPr lang="es-419" sz="1200" dirty="0">
                <a:solidFill>
                  <a:schemeClr val="dk1"/>
                </a:solidFill>
                <a:latin typeface="Calibri"/>
                <a:ea typeface="Calibri"/>
                <a:cs typeface="Calibri"/>
                <a:sym typeface="Calibri"/>
              </a:rPr>
              <a:t>session user.id</a:t>
            </a:r>
          </a:p>
          <a:p>
            <a:pPr lvl="0" algn="ctr"/>
            <a:r>
              <a:rPr lang="es-419" sz="1200" dirty="0">
                <a:solidFill>
                  <a:schemeClr val="dk1"/>
                </a:solidFill>
                <a:latin typeface="Calibri"/>
                <a:ea typeface="Calibri"/>
                <a:cs typeface="Calibri"/>
                <a:sym typeface="Calibri"/>
              </a:rPr>
              <a:t>task.id</a:t>
            </a:r>
          </a:p>
          <a:p>
            <a:pPr lvl="0" algn="ctr"/>
            <a:r>
              <a:rPr lang="es-419" sz="1200" dirty="0">
                <a:solidFill>
                  <a:schemeClr val="dk1"/>
                </a:solidFill>
                <a:latin typeface="Calibri"/>
                <a:ea typeface="Calibri"/>
                <a:cs typeface="Calibri"/>
                <a:sym typeface="Calibri"/>
              </a:rPr>
              <a:t>collaboratorIds[]</a:t>
            </a:r>
          </a:p>
          <a:p>
            <a:pPr lvl="0" algn="ctr"/>
            <a:r>
              <a:rPr lang="es-419" sz="1200" dirty="0">
                <a:solidFill>
                  <a:schemeClr val="dk1"/>
                </a:solidFill>
                <a:latin typeface="Calibri"/>
                <a:ea typeface="Calibri"/>
                <a:cs typeface="Calibri"/>
                <a:sym typeface="Calibri"/>
              </a:rPr>
              <a:t>expectedHours_M1</a:t>
            </a:r>
          </a:p>
          <a:p>
            <a:pPr lvl="0" algn="ctr"/>
            <a:r>
              <a:rPr lang="es-419" sz="1200" dirty="0">
                <a:solidFill>
                  <a:schemeClr val="dk1"/>
                </a:solidFill>
                <a:latin typeface="Calibri"/>
                <a:ea typeface="Calibri"/>
                <a:cs typeface="Calibri"/>
                <a:sym typeface="Calibri"/>
              </a:rPr>
              <a:t>expectedHours_MN</a:t>
            </a:r>
          </a:p>
        </p:txBody>
      </p:sp>
      <p:sp>
        <p:nvSpPr>
          <p:cNvPr id="76" name="Google Shape;208;p33">
            <a:extLst>
              <a:ext uri="{FF2B5EF4-FFF2-40B4-BE49-F238E27FC236}">
                <a16:creationId xmlns:a16="http://schemas.microsoft.com/office/drawing/2014/main" id="{074155D5-DEDE-ADB5-F065-2132C25B89C6}"/>
              </a:ext>
            </a:extLst>
          </p:cNvPr>
          <p:cNvSpPr txBox="1"/>
          <p:nvPr/>
        </p:nvSpPr>
        <p:spPr>
          <a:xfrm>
            <a:off x="1865734" y="6417187"/>
            <a:ext cx="1333209" cy="383661"/>
          </a:xfrm>
          <a:prstGeom prst="rect">
            <a:avLst/>
          </a:prstGeom>
          <a:solidFill>
            <a:schemeClr val="lt1"/>
          </a:solidFill>
          <a:ln w="25400" cap="flat" cmpd="sng">
            <a:solidFill>
              <a:schemeClr val="dk1"/>
            </a:solidFill>
            <a:prstDash val="solid"/>
            <a:round/>
            <a:headEnd type="none" w="sm" len="sm"/>
            <a:tailEnd type="none" w="sm" len="sm"/>
          </a:ln>
        </p:spPr>
        <p:txBody>
          <a:bodyPr spcFirstLastPara="1" wrap="square" lIns="91425" tIns="45700" rIns="91425" bIns="45700" anchor="ctr" anchorCtr="0">
            <a:noAutofit/>
          </a:bodyPr>
          <a:lstStyle/>
          <a:p>
            <a:pPr algn="ctr"/>
            <a:r>
              <a:rPr lang="es-419" sz="1200" dirty="0">
                <a:solidFill>
                  <a:schemeClr val="dk1"/>
                </a:solidFill>
                <a:latin typeface="Calibri"/>
                <a:ea typeface="Calibri"/>
                <a:cs typeface="Calibri"/>
                <a:sym typeface="Calibri"/>
              </a:rPr>
              <a:t>session user.id</a:t>
            </a:r>
          </a:p>
          <a:p>
            <a:pPr lvl="0" algn="ctr"/>
            <a:r>
              <a:rPr lang="es-419" sz="1200" dirty="0">
                <a:solidFill>
                  <a:schemeClr val="dk1"/>
                </a:solidFill>
                <a:latin typeface="Calibri"/>
                <a:ea typeface="Calibri"/>
                <a:cs typeface="Calibri"/>
                <a:sym typeface="Calibri"/>
              </a:rPr>
              <a:t>project.id</a:t>
            </a:r>
          </a:p>
        </p:txBody>
      </p:sp>
      <p:cxnSp>
        <p:nvCxnSpPr>
          <p:cNvPr id="78" name="Straight Connector 77">
            <a:extLst>
              <a:ext uri="{FF2B5EF4-FFF2-40B4-BE49-F238E27FC236}">
                <a16:creationId xmlns:a16="http://schemas.microsoft.com/office/drawing/2014/main" id="{846662AB-D41A-C0CA-09F9-E69758D01BD1}"/>
              </a:ext>
            </a:extLst>
          </p:cNvPr>
          <p:cNvCxnSpPr>
            <a:cxnSpLocks/>
            <a:endCxn id="76" idx="0"/>
          </p:cNvCxnSpPr>
          <p:nvPr/>
        </p:nvCxnSpPr>
        <p:spPr>
          <a:xfrm flipH="1">
            <a:off x="2532339" y="6212043"/>
            <a:ext cx="557481" cy="205144"/>
          </a:xfrm>
          <a:prstGeom prst="line">
            <a:avLst/>
          </a:prstGeom>
        </p:spPr>
        <p:style>
          <a:lnRef idx="2">
            <a:schemeClr val="dk1"/>
          </a:lnRef>
          <a:fillRef idx="0">
            <a:schemeClr val="dk1"/>
          </a:fillRef>
          <a:effectRef idx="1">
            <a:schemeClr val="dk1"/>
          </a:effectRef>
          <a:fontRef idx="minor">
            <a:schemeClr val="tx1"/>
          </a:fontRef>
        </p:style>
      </p:cxnSp>
      <p:cxnSp>
        <p:nvCxnSpPr>
          <p:cNvPr id="79" name="Elbow Connector 78">
            <a:extLst>
              <a:ext uri="{FF2B5EF4-FFF2-40B4-BE49-F238E27FC236}">
                <a16:creationId xmlns:a16="http://schemas.microsoft.com/office/drawing/2014/main" id="{287E1C9F-A17B-3EA2-A1B9-84AE69B767C4}"/>
              </a:ext>
            </a:extLst>
          </p:cNvPr>
          <p:cNvCxnSpPr>
            <a:cxnSpLocks/>
            <a:stCxn id="71" idx="2"/>
          </p:cNvCxnSpPr>
          <p:nvPr/>
        </p:nvCxnSpPr>
        <p:spPr>
          <a:xfrm flipV="1">
            <a:off x="4129665" y="5483216"/>
            <a:ext cx="387490" cy="494405"/>
          </a:xfrm>
          <a:prstGeom prst="bentConnector2">
            <a:avLst/>
          </a:prstGeom>
          <a:ln>
            <a:tailEnd type="arrow"/>
          </a:ln>
        </p:spPr>
        <p:style>
          <a:lnRef idx="2">
            <a:schemeClr val="accent1"/>
          </a:lnRef>
          <a:fillRef idx="0">
            <a:schemeClr val="accent1"/>
          </a:fillRef>
          <a:effectRef idx="1">
            <a:schemeClr val="accent1"/>
          </a:effectRef>
          <a:fontRef idx="minor">
            <a:schemeClr val="tx1"/>
          </a:fontRef>
        </p:style>
      </p:cxnSp>
      <p:sp>
        <p:nvSpPr>
          <p:cNvPr id="109" name="Oval 108">
            <a:extLst>
              <a:ext uri="{FF2B5EF4-FFF2-40B4-BE49-F238E27FC236}">
                <a16:creationId xmlns:a16="http://schemas.microsoft.com/office/drawing/2014/main" id="{40B82CEF-B824-139F-8B67-80BD3CF90E17}"/>
              </a:ext>
            </a:extLst>
          </p:cNvPr>
          <p:cNvSpPr/>
          <p:nvPr/>
        </p:nvSpPr>
        <p:spPr>
          <a:xfrm>
            <a:off x="9875816" y="1668592"/>
            <a:ext cx="288032" cy="288032"/>
          </a:xfrm>
          <a:prstGeom prst="ellipse">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latin typeface="Calibri" panose="020F0502020204030204" pitchFamily="34" charset="0"/>
              <a:cs typeface="Calibri" panose="020F0502020204030204" pitchFamily="34" charset="0"/>
            </a:endParaRPr>
          </a:p>
        </p:txBody>
      </p:sp>
      <p:cxnSp>
        <p:nvCxnSpPr>
          <p:cNvPr id="120" name="Elbow Connector 119">
            <a:extLst>
              <a:ext uri="{FF2B5EF4-FFF2-40B4-BE49-F238E27FC236}">
                <a16:creationId xmlns:a16="http://schemas.microsoft.com/office/drawing/2014/main" id="{F7019BBB-9D97-2D69-B533-1FC92D16FA0E}"/>
              </a:ext>
            </a:extLst>
          </p:cNvPr>
          <p:cNvCxnSpPr>
            <a:cxnSpLocks/>
            <a:stCxn id="21" idx="3"/>
          </p:cNvCxnSpPr>
          <p:nvPr/>
        </p:nvCxnSpPr>
        <p:spPr>
          <a:xfrm rot="5400000">
            <a:off x="10504029" y="1414908"/>
            <a:ext cx="220643" cy="1204223"/>
          </a:xfrm>
          <a:prstGeom prst="bentConnector2">
            <a:avLst/>
          </a:prstGeom>
          <a:ln>
            <a:tailEnd type="arrow"/>
          </a:ln>
        </p:spPr>
        <p:style>
          <a:lnRef idx="2">
            <a:schemeClr val="accent1"/>
          </a:lnRef>
          <a:fillRef idx="0">
            <a:schemeClr val="accent1"/>
          </a:fillRef>
          <a:effectRef idx="1">
            <a:schemeClr val="accent1"/>
          </a:effectRef>
          <a:fontRef idx="minor">
            <a:schemeClr val="tx1"/>
          </a:fontRef>
        </p:style>
      </p:cxnSp>
      <p:cxnSp>
        <p:nvCxnSpPr>
          <p:cNvPr id="123" name="Straight Connector 122">
            <a:extLst>
              <a:ext uri="{FF2B5EF4-FFF2-40B4-BE49-F238E27FC236}">
                <a16:creationId xmlns:a16="http://schemas.microsoft.com/office/drawing/2014/main" id="{C5C90947-8EAD-D3C7-73CF-5599BF83E1EF}"/>
              </a:ext>
            </a:extLst>
          </p:cNvPr>
          <p:cNvCxnSpPr>
            <a:cxnSpLocks/>
            <a:stCxn id="124" idx="4"/>
          </p:cNvCxnSpPr>
          <p:nvPr/>
        </p:nvCxnSpPr>
        <p:spPr>
          <a:xfrm>
            <a:off x="9795007" y="5633682"/>
            <a:ext cx="6708" cy="229189"/>
          </a:xfrm>
          <a:prstGeom prst="line">
            <a:avLst/>
          </a:prstGeom>
          <a:ln>
            <a:headEnd type="none" w="med" len="med"/>
            <a:tailEnd type="arrow" w="med" len="med"/>
          </a:ln>
        </p:spPr>
        <p:style>
          <a:lnRef idx="2">
            <a:schemeClr val="accent1"/>
          </a:lnRef>
          <a:fillRef idx="0">
            <a:schemeClr val="accent1"/>
          </a:fillRef>
          <a:effectRef idx="1">
            <a:schemeClr val="accent1"/>
          </a:effectRef>
          <a:fontRef idx="minor">
            <a:schemeClr val="tx1"/>
          </a:fontRef>
        </p:style>
      </p:cxnSp>
      <p:sp>
        <p:nvSpPr>
          <p:cNvPr id="124" name="Oval 123">
            <a:extLst>
              <a:ext uri="{FF2B5EF4-FFF2-40B4-BE49-F238E27FC236}">
                <a16:creationId xmlns:a16="http://schemas.microsoft.com/office/drawing/2014/main" id="{09E95531-6BAE-C99C-8D03-FFF16CAE24FA}"/>
              </a:ext>
            </a:extLst>
          </p:cNvPr>
          <p:cNvSpPr/>
          <p:nvPr/>
        </p:nvSpPr>
        <p:spPr>
          <a:xfrm>
            <a:off x="9650991" y="5345650"/>
            <a:ext cx="288032" cy="288032"/>
          </a:xfrm>
          <a:prstGeom prst="ellipse">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latin typeface="Calibri" panose="020F0502020204030204" pitchFamily="34" charset="0"/>
              <a:cs typeface="Calibri" panose="020F0502020204030204" pitchFamily="34" charset="0"/>
            </a:endParaRPr>
          </a:p>
        </p:txBody>
      </p:sp>
      <p:sp>
        <p:nvSpPr>
          <p:cNvPr id="135" name="Oval 134">
            <a:extLst>
              <a:ext uri="{FF2B5EF4-FFF2-40B4-BE49-F238E27FC236}">
                <a16:creationId xmlns:a16="http://schemas.microsoft.com/office/drawing/2014/main" id="{7AD7BFB1-4EE9-CAA4-96F6-500DD17923E9}"/>
              </a:ext>
            </a:extLst>
          </p:cNvPr>
          <p:cNvSpPr/>
          <p:nvPr/>
        </p:nvSpPr>
        <p:spPr>
          <a:xfrm>
            <a:off x="6493560" y="4135475"/>
            <a:ext cx="288032" cy="28803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latin typeface="Calibri" panose="020F0502020204030204" pitchFamily="34" charset="0"/>
              <a:cs typeface="Calibri" panose="020F0502020204030204" pitchFamily="34" charset="0"/>
            </a:endParaRPr>
          </a:p>
        </p:txBody>
      </p:sp>
      <p:sp>
        <p:nvSpPr>
          <p:cNvPr id="136" name="TextBox 135">
            <a:extLst>
              <a:ext uri="{FF2B5EF4-FFF2-40B4-BE49-F238E27FC236}">
                <a16:creationId xmlns:a16="http://schemas.microsoft.com/office/drawing/2014/main" id="{432AA3ED-7192-9FCA-0C59-D1ABCD379D53}"/>
              </a:ext>
            </a:extLst>
          </p:cNvPr>
          <p:cNvSpPr txBox="1"/>
          <p:nvPr/>
        </p:nvSpPr>
        <p:spPr>
          <a:xfrm>
            <a:off x="5897145" y="3985009"/>
            <a:ext cx="1431377" cy="338554"/>
          </a:xfrm>
          <a:prstGeom prst="rect">
            <a:avLst/>
          </a:prstGeom>
          <a:noFill/>
        </p:spPr>
        <p:txBody>
          <a:bodyPr wrap="square" rtlCol="0">
            <a:spAutoFit/>
          </a:bodyPr>
          <a:lstStyle/>
          <a:p>
            <a:r>
              <a:rPr lang="en-US" sz="1600" dirty="0">
                <a:solidFill>
                  <a:prstClr val="black"/>
                </a:solidFill>
                <a:latin typeface="Calibri" panose="020F0502020204030204" pitchFamily="34" charset="0"/>
                <a:cs typeface="Calibri" panose="020F0502020204030204" pitchFamily="34" charset="0"/>
              </a:rPr>
              <a:t>select</a:t>
            </a:r>
          </a:p>
        </p:txBody>
      </p:sp>
      <p:cxnSp>
        <p:nvCxnSpPr>
          <p:cNvPr id="137" name="Elbow Connector 136">
            <a:extLst>
              <a:ext uri="{FF2B5EF4-FFF2-40B4-BE49-F238E27FC236}">
                <a16:creationId xmlns:a16="http://schemas.microsoft.com/office/drawing/2014/main" id="{2A6E38AA-E47A-E02F-3961-537FBB31B2F2}"/>
              </a:ext>
            </a:extLst>
          </p:cNvPr>
          <p:cNvCxnSpPr>
            <a:cxnSpLocks/>
            <a:stCxn id="135" idx="2"/>
          </p:cNvCxnSpPr>
          <p:nvPr/>
        </p:nvCxnSpPr>
        <p:spPr>
          <a:xfrm rot="10800000" flipV="1">
            <a:off x="6279356" y="4279491"/>
            <a:ext cx="214204" cy="1493978"/>
          </a:xfrm>
          <a:prstGeom prst="bentConnector2">
            <a:avLst/>
          </a:prstGeom>
          <a:ln>
            <a:tailEnd type="arrow"/>
          </a:ln>
        </p:spPr>
        <p:style>
          <a:lnRef idx="2">
            <a:schemeClr val="accent1"/>
          </a:lnRef>
          <a:fillRef idx="0">
            <a:schemeClr val="accent1"/>
          </a:fillRef>
          <a:effectRef idx="1">
            <a:schemeClr val="accent1"/>
          </a:effectRef>
          <a:fontRef idx="minor">
            <a:schemeClr val="tx1"/>
          </a:fontRef>
        </p:style>
      </p:cxnSp>
      <p:cxnSp>
        <p:nvCxnSpPr>
          <p:cNvPr id="141" name="Elbow Connector 140">
            <a:extLst>
              <a:ext uri="{FF2B5EF4-FFF2-40B4-BE49-F238E27FC236}">
                <a16:creationId xmlns:a16="http://schemas.microsoft.com/office/drawing/2014/main" id="{A673F850-E1F1-EF71-7CAD-B85292BF54C9}"/>
              </a:ext>
            </a:extLst>
          </p:cNvPr>
          <p:cNvCxnSpPr>
            <a:cxnSpLocks/>
            <a:stCxn id="94" idx="4"/>
            <a:endCxn id="91" idx="0"/>
          </p:cNvCxnSpPr>
          <p:nvPr/>
        </p:nvCxnSpPr>
        <p:spPr>
          <a:xfrm rot="16200000" flipH="1">
            <a:off x="8470636" y="305125"/>
            <a:ext cx="580628" cy="4313915"/>
          </a:xfrm>
          <a:prstGeom prst="bentConnector3">
            <a:avLst>
              <a:gd name="adj1" fmla="val 50000"/>
            </a:avLst>
          </a:prstGeom>
          <a:ln>
            <a:tailEnd type="arrow"/>
          </a:ln>
        </p:spPr>
        <p:style>
          <a:lnRef idx="2">
            <a:schemeClr val="accent1"/>
          </a:lnRef>
          <a:fillRef idx="0">
            <a:schemeClr val="accent1"/>
          </a:fillRef>
          <a:effectRef idx="1">
            <a:schemeClr val="accent1"/>
          </a:effectRef>
          <a:fontRef idx="minor">
            <a:schemeClr val="tx1"/>
          </a:fontRef>
        </p:style>
      </p:cxnSp>
      <p:sp>
        <p:nvSpPr>
          <p:cNvPr id="11" name="Parallelogram 10">
            <a:extLst>
              <a:ext uri="{FF2B5EF4-FFF2-40B4-BE49-F238E27FC236}">
                <a16:creationId xmlns:a16="http://schemas.microsoft.com/office/drawing/2014/main" id="{3642C8B3-FF42-4D01-DC51-B020215C58E2}"/>
              </a:ext>
            </a:extLst>
          </p:cNvPr>
          <p:cNvSpPr/>
          <p:nvPr/>
        </p:nvSpPr>
        <p:spPr>
          <a:xfrm>
            <a:off x="64999" y="2393889"/>
            <a:ext cx="1776303" cy="547686"/>
          </a:xfrm>
          <a:prstGeom prst="parallelogram">
            <a:avLst/>
          </a:prstGeom>
        </p:spPr>
        <p:style>
          <a:lnRef idx="2">
            <a:schemeClr val="accent2"/>
          </a:lnRef>
          <a:fillRef idx="1">
            <a:schemeClr val="lt1"/>
          </a:fillRef>
          <a:effectRef idx="0">
            <a:schemeClr val="accent2"/>
          </a:effectRef>
          <a:fontRef idx="minor">
            <a:schemeClr val="dk1"/>
          </a:fontRef>
        </p:style>
        <p:txBody>
          <a:bodyPr rtlCol="0" anchor="ctr"/>
          <a:lstStyle/>
          <a:p>
            <a:pPr algn="ctr"/>
            <a:r>
              <a:rPr lang="en-US" sz="1400" dirty="0" err="1">
                <a:latin typeface="Calibri" panose="020F0502020204030204" pitchFamily="34" charset="0"/>
                <a:cs typeface="Calibri" panose="020F0502020204030204" pitchFamily="34" charset="0"/>
              </a:rPr>
              <a:t>GetTaskAssignmentDetails</a:t>
            </a:r>
            <a:endParaRPr lang="en-US" sz="1400" dirty="0">
              <a:latin typeface="Calibri" panose="020F0502020204030204" pitchFamily="34" charset="0"/>
              <a:cs typeface="Calibri" panose="020F0502020204030204" pitchFamily="34" charset="0"/>
            </a:endParaRPr>
          </a:p>
        </p:txBody>
      </p:sp>
      <p:cxnSp>
        <p:nvCxnSpPr>
          <p:cNvPr id="12" name="Straight Connector 11">
            <a:extLst>
              <a:ext uri="{FF2B5EF4-FFF2-40B4-BE49-F238E27FC236}">
                <a16:creationId xmlns:a16="http://schemas.microsoft.com/office/drawing/2014/main" id="{F4C0566E-53A0-30CC-A0FA-1A650B837626}"/>
              </a:ext>
            </a:extLst>
          </p:cNvPr>
          <p:cNvCxnSpPr>
            <a:cxnSpLocks/>
            <a:stCxn id="14" idx="2"/>
          </p:cNvCxnSpPr>
          <p:nvPr/>
        </p:nvCxnSpPr>
        <p:spPr>
          <a:xfrm flipH="1">
            <a:off x="330165" y="2283324"/>
            <a:ext cx="328364" cy="98236"/>
          </a:xfrm>
          <a:prstGeom prst="line">
            <a:avLst/>
          </a:prstGeom>
        </p:spPr>
        <p:style>
          <a:lnRef idx="2">
            <a:schemeClr val="dk1"/>
          </a:lnRef>
          <a:fillRef idx="0">
            <a:schemeClr val="dk1"/>
          </a:fillRef>
          <a:effectRef idx="1">
            <a:schemeClr val="dk1"/>
          </a:effectRef>
          <a:fontRef idx="minor">
            <a:schemeClr val="tx1"/>
          </a:fontRef>
        </p:style>
      </p:cxnSp>
      <p:sp>
        <p:nvSpPr>
          <p:cNvPr id="14" name="Google Shape;208;p33">
            <a:extLst>
              <a:ext uri="{FF2B5EF4-FFF2-40B4-BE49-F238E27FC236}">
                <a16:creationId xmlns:a16="http://schemas.microsoft.com/office/drawing/2014/main" id="{8DFCA3FC-5000-65F7-D3FA-21E55AAD3CD1}"/>
              </a:ext>
            </a:extLst>
          </p:cNvPr>
          <p:cNvSpPr txBox="1"/>
          <p:nvPr/>
        </p:nvSpPr>
        <p:spPr>
          <a:xfrm>
            <a:off x="100421" y="1853822"/>
            <a:ext cx="1116216" cy="429502"/>
          </a:xfrm>
          <a:prstGeom prst="rect">
            <a:avLst/>
          </a:prstGeom>
          <a:solidFill>
            <a:schemeClr val="lt1"/>
          </a:solidFill>
          <a:ln w="25400" cap="flat" cmpd="sng">
            <a:solidFill>
              <a:schemeClr val="dk1"/>
            </a:solidFill>
            <a:prstDash val="solid"/>
            <a:round/>
            <a:headEnd type="none" w="sm" len="sm"/>
            <a:tailEnd type="none" w="sm" len="sm"/>
          </a:ln>
        </p:spPr>
        <p:txBody>
          <a:bodyPr spcFirstLastPara="1" wrap="square" lIns="91425" tIns="45700" rIns="91425" bIns="45700" anchor="ctr" anchorCtr="0">
            <a:noAutofit/>
          </a:bodyPr>
          <a:lstStyle/>
          <a:p>
            <a:pPr algn="ctr"/>
            <a:r>
              <a:rPr lang="es-419" sz="1200" dirty="0">
                <a:solidFill>
                  <a:schemeClr val="dk1"/>
                </a:solidFill>
                <a:latin typeface="Calibri"/>
                <a:ea typeface="Calibri"/>
                <a:cs typeface="Calibri"/>
                <a:sym typeface="Calibri"/>
              </a:rPr>
              <a:t>session user.id</a:t>
            </a:r>
          </a:p>
          <a:p>
            <a:pPr marL="0" marR="0" lvl="0" indent="0" algn="ctr" rtl="0">
              <a:spcBef>
                <a:spcPts val="0"/>
              </a:spcBef>
              <a:spcAft>
                <a:spcPts val="0"/>
              </a:spcAft>
              <a:buNone/>
            </a:pPr>
            <a:r>
              <a:rPr lang="es-419" sz="1200" dirty="0">
                <a:solidFill>
                  <a:schemeClr val="dk1"/>
                </a:solidFill>
                <a:latin typeface="Calibri"/>
                <a:ea typeface="Calibri"/>
                <a:cs typeface="Calibri"/>
                <a:sym typeface="Calibri"/>
              </a:rPr>
              <a:t>task.id</a:t>
            </a:r>
            <a:endParaRPr sz="1200" dirty="0">
              <a:solidFill>
                <a:schemeClr val="dk1"/>
              </a:solidFill>
              <a:latin typeface="Calibri"/>
              <a:ea typeface="Calibri"/>
              <a:cs typeface="Calibri"/>
              <a:sym typeface="Calibri"/>
            </a:endParaRPr>
          </a:p>
        </p:txBody>
      </p:sp>
      <p:cxnSp>
        <p:nvCxnSpPr>
          <p:cNvPr id="17" name="Elbow Connector 16">
            <a:extLst>
              <a:ext uri="{FF2B5EF4-FFF2-40B4-BE49-F238E27FC236}">
                <a16:creationId xmlns:a16="http://schemas.microsoft.com/office/drawing/2014/main" id="{54BE61FB-3FD1-B390-221B-45E905C9A134}"/>
              </a:ext>
            </a:extLst>
          </p:cNvPr>
          <p:cNvCxnSpPr>
            <a:cxnSpLocks/>
            <a:stCxn id="11" idx="3"/>
          </p:cNvCxnSpPr>
          <p:nvPr/>
        </p:nvCxnSpPr>
        <p:spPr>
          <a:xfrm rot="16200000" flipH="1">
            <a:off x="1573519" y="2252745"/>
            <a:ext cx="57669" cy="1435327"/>
          </a:xfrm>
          <a:prstGeom prst="bentConnector2">
            <a:avLst/>
          </a:prstGeom>
          <a:ln>
            <a:tailEnd type="arrow"/>
          </a:ln>
        </p:spPr>
        <p:style>
          <a:lnRef idx="2">
            <a:schemeClr val="accent1"/>
          </a:lnRef>
          <a:fillRef idx="0">
            <a:schemeClr val="accent1"/>
          </a:fillRef>
          <a:effectRef idx="1">
            <a:schemeClr val="accent1"/>
          </a:effectRef>
          <a:fontRef idx="minor">
            <a:schemeClr val="tx1"/>
          </a:fontRef>
        </p:style>
      </p:cxnSp>
      <p:sp>
        <p:nvSpPr>
          <p:cNvPr id="44" name="Parallelogram 43">
            <a:extLst>
              <a:ext uri="{FF2B5EF4-FFF2-40B4-BE49-F238E27FC236}">
                <a16:creationId xmlns:a16="http://schemas.microsoft.com/office/drawing/2014/main" id="{03776541-2887-C75A-C0B5-1B271C423CB0}"/>
              </a:ext>
            </a:extLst>
          </p:cNvPr>
          <p:cNvSpPr/>
          <p:nvPr/>
        </p:nvSpPr>
        <p:spPr>
          <a:xfrm>
            <a:off x="5815012" y="5773469"/>
            <a:ext cx="1622109" cy="516611"/>
          </a:xfrm>
          <a:prstGeom prst="parallelogram">
            <a:avLst/>
          </a:prstGeom>
        </p:spPr>
        <p:style>
          <a:lnRef idx="2">
            <a:schemeClr val="accent2"/>
          </a:lnRef>
          <a:fillRef idx="1">
            <a:schemeClr val="lt1"/>
          </a:fillRef>
          <a:effectRef idx="0">
            <a:schemeClr val="accent2"/>
          </a:effectRef>
          <a:fontRef idx="minor">
            <a:schemeClr val="dk1"/>
          </a:fontRef>
        </p:style>
        <p:txBody>
          <a:bodyPr lIns="0" tIns="0" rIns="0" bIns="0" rtlCol="0" anchor="ctr"/>
          <a:lstStyle/>
          <a:p>
            <a:pPr algn="ctr"/>
            <a:r>
              <a:rPr lang="en-US" sz="1400" dirty="0" err="1">
                <a:latin typeface="Calibri" panose="020F0502020204030204" pitchFamily="34" charset="0"/>
                <a:cs typeface="Calibri" panose="020F0502020204030204" pitchFamily="34" charset="0"/>
              </a:rPr>
              <a:t>GetCollaboratorMonitoring</a:t>
            </a:r>
            <a:endParaRPr lang="en-US" sz="1400" dirty="0">
              <a:latin typeface="Calibri" panose="020F0502020204030204" pitchFamily="34" charset="0"/>
              <a:cs typeface="Calibri" panose="020F0502020204030204" pitchFamily="34" charset="0"/>
            </a:endParaRPr>
          </a:p>
        </p:txBody>
      </p:sp>
      <p:cxnSp>
        <p:nvCxnSpPr>
          <p:cNvPr id="47" name="Elbow Connector 46">
            <a:extLst>
              <a:ext uri="{FF2B5EF4-FFF2-40B4-BE49-F238E27FC236}">
                <a16:creationId xmlns:a16="http://schemas.microsoft.com/office/drawing/2014/main" id="{1783DBFA-5ED0-7B00-47AC-6C2DF80F7D26}"/>
              </a:ext>
            </a:extLst>
          </p:cNvPr>
          <p:cNvCxnSpPr>
            <a:cxnSpLocks/>
            <a:stCxn id="44" idx="2"/>
          </p:cNvCxnSpPr>
          <p:nvPr/>
        </p:nvCxnSpPr>
        <p:spPr>
          <a:xfrm flipV="1">
            <a:off x="7372545" y="5483216"/>
            <a:ext cx="375617" cy="548559"/>
          </a:xfrm>
          <a:prstGeom prst="bentConnector2">
            <a:avLst/>
          </a:prstGeom>
          <a:ln>
            <a:tailEnd type="arrow"/>
          </a:ln>
        </p:spPr>
        <p:style>
          <a:lnRef idx="2">
            <a:schemeClr val="accent1"/>
          </a:lnRef>
          <a:fillRef idx="0">
            <a:schemeClr val="accent1"/>
          </a:fillRef>
          <a:effectRef idx="1">
            <a:schemeClr val="accent1"/>
          </a:effectRef>
          <a:fontRef idx="minor">
            <a:schemeClr val="tx1"/>
          </a:fontRef>
        </p:style>
      </p:cxnSp>
      <p:sp>
        <p:nvSpPr>
          <p:cNvPr id="61" name="Google Shape;208;p33">
            <a:extLst>
              <a:ext uri="{FF2B5EF4-FFF2-40B4-BE49-F238E27FC236}">
                <a16:creationId xmlns:a16="http://schemas.microsoft.com/office/drawing/2014/main" id="{486949E0-B70C-FDF2-388A-5717264D7942}"/>
              </a:ext>
            </a:extLst>
          </p:cNvPr>
          <p:cNvSpPr txBox="1"/>
          <p:nvPr/>
        </p:nvSpPr>
        <p:spPr>
          <a:xfrm>
            <a:off x="5574584" y="6403930"/>
            <a:ext cx="1148718" cy="407507"/>
          </a:xfrm>
          <a:prstGeom prst="rect">
            <a:avLst/>
          </a:prstGeom>
          <a:solidFill>
            <a:schemeClr val="lt1"/>
          </a:solidFill>
          <a:ln w="25400" cap="flat" cmpd="sng">
            <a:solidFill>
              <a:schemeClr val="dk1"/>
            </a:solidFill>
            <a:prstDash val="solid"/>
            <a:round/>
            <a:headEnd type="none" w="sm" len="sm"/>
            <a:tailEnd type="none" w="sm" len="sm"/>
          </a:ln>
        </p:spPr>
        <p:txBody>
          <a:bodyPr spcFirstLastPara="1" wrap="square" lIns="91425" tIns="45700" rIns="91425" bIns="45700" anchor="ctr" anchorCtr="0">
            <a:noAutofit/>
          </a:bodyPr>
          <a:lstStyle/>
          <a:p>
            <a:pPr algn="ctr"/>
            <a:r>
              <a:rPr lang="es-419" sz="1200" dirty="0">
                <a:solidFill>
                  <a:schemeClr val="dk1"/>
                </a:solidFill>
                <a:latin typeface="Calibri"/>
                <a:ea typeface="Calibri"/>
                <a:cs typeface="Calibri"/>
                <a:sym typeface="Calibri"/>
              </a:rPr>
              <a:t>session user.id</a:t>
            </a:r>
          </a:p>
          <a:p>
            <a:pPr lvl="0" algn="ctr"/>
            <a:r>
              <a:rPr lang="es-419" sz="1200" dirty="0">
                <a:solidFill>
                  <a:schemeClr val="dk1"/>
                </a:solidFill>
                <a:latin typeface="Calibri"/>
                <a:ea typeface="Calibri"/>
                <a:cs typeface="Calibri"/>
                <a:sym typeface="Calibri"/>
              </a:rPr>
              <a:t>collaborator.id</a:t>
            </a:r>
          </a:p>
        </p:txBody>
      </p:sp>
      <p:cxnSp>
        <p:nvCxnSpPr>
          <p:cNvPr id="77" name="Elbow Connector 76">
            <a:extLst>
              <a:ext uri="{FF2B5EF4-FFF2-40B4-BE49-F238E27FC236}">
                <a16:creationId xmlns:a16="http://schemas.microsoft.com/office/drawing/2014/main" id="{BFD9BAFD-8969-BA5D-9E0B-4A7641B02F67}"/>
              </a:ext>
            </a:extLst>
          </p:cNvPr>
          <p:cNvCxnSpPr>
            <a:cxnSpLocks/>
            <a:stCxn id="102" idx="6"/>
            <a:endCxn id="93" idx="0"/>
          </p:cNvCxnSpPr>
          <p:nvPr/>
        </p:nvCxnSpPr>
        <p:spPr>
          <a:xfrm>
            <a:off x="8790550" y="3376752"/>
            <a:ext cx="2135767" cy="702971"/>
          </a:xfrm>
          <a:prstGeom prst="bentConnector2">
            <a:avLst/>
          </a:prstGeom>
          <a:ln>
            <a:tailEnd type="arrow"/>
          </a:ln>
        </p:spPr>
        <p:style>
          <a:lnRef idx="2">
            <a:schemeClr val="accent1"/>
          </a:lnRef>
          <a:fillRef idx="0">
            <a:schemeClr val="accent1"/>
          </a:fillRef>
          <a:effectRef idx="1">
            <a:schemeClr val="accent1"/>
          </a:effectRef>
          <a:fontRef idx="minor">
            <a:schemeClr val="tx1"/>
          </a:fontRef>
        </p:style>
      </p:cxnSp>
      <p:sp>
        <p:nvSpPr>
          <p:cNvPr id="91" name="Parallelogram 90">
            <a:extLst>
              <a:ext uri="{FF2B5EF4-FFF2-40B4-BE49-F238E27FC236}">
                <a16:creationId xmlns:a16="http://schemas.microsoft.com/office/drawing/2014/main" id="{00C8CEC1-C1AB-F3A5-99F7-AB617FBBC697}"/>
              </a:ext>
            </a:extLst>
          </p:cNvPr>
          <p:cNvSpPr/>
          <p:nvPr/>
        </p:nvSpPr>
        <p:spPr>
          <a:xfrm>
            <a:off x="10298659" y="2752397"/>
            <a:ext cx="1238497" cy="543273"/>
          </a:xfrm>
          <a:prstGeom prst="parallelogram">
            <a:avLst/>
          </a:prstGeom>
        </p:spPr>
        <p:style>
          <a:lnRef idx="2">
            <a:schemeClr val="accent2"/>
          </a:lnRef>
          <a:fillRef idx="1">
            <a:schemeClr val="lt1"/>
          </a:fillRef>
          <a:effectRef idx="0">
            <a:schemeClr val="accent2"/>
          </a:effectRef>
          <a:fontRef idx="minor">
            <a:schemeClr val="dk1"/>
          </a:fontRef>
        </p:style>
        <p:txBody>
          <a:bodyPr lIns="0" rIns="0" rtlCol="0" anchor="ctr"/>
          <a:lstStyle/>
          <a:p>
            <a:pPr algn="ctr"/>
            <a:r>
              <a:rPr lang="en-US" sz="1400" dirty="0" err="1">
                <a:latin typeface="Calibri" panose="020F0502020204030204" pitchFamily="34" charset="0"/>
                <a:cs typeface="Calibri" panose="020F0502020204030204" pitchFamily="34" charset="0"/>
              </a:rPr>
              <a:t>GetProjectMonitoring</a:t>
            </a:r>
            <a:endParaRPr lang="en-US" sz="1400" dirty="0">
              <a:latin typeface="Calibri" panose="020F0502020204030204" pitchFamily="34" charset="0"/>
              <a:cs typeface="Calibri" panose="020F0502020204030204" pitchFamily="34" charset="0"/>
            </a:endParaRPr>
          </a:p>
        </p:txBody>
      </p:sp>
      <p:sp>
        <p:nvSpPr>
          <p:cNvPr id="151" name="Parallelogram 150">
            <a:extLst>
              <a:ext uri="{FF2B5EF4-FFF2-40B4-BE49-F238E27FC236}">
                <a16:creationId xmlns:a16="http://schemas.microsoft.com/office/drawing/2014/main" id="{251F004D-47DF-4CAA-0F3F-80EC281F1918}"/>
              </a:ext>
            </a:extLst>
          </p:cNvPr>
          <p:cNvSpPr/>
          <p:nvPr/>
        </p:nvSpPr>
        <p:spPr>
          <a:xfrm>
            <a:off x="-14513" y="3315840"/>
            <a:ext cx="2176792" cy="547686"/>
          </a:xfrm>
          <a:prstGeom prst="parallelogram">
            <a:avLst/>
          </a:prstGeom>
        </p:spPr>
        <p:style>
          <a:lnRef idx="2">
            <a:schemeClr val="accent2"/>
          </a:lnRef>
          <a:fillRef idx="1">
            <a:schemeClr val="lt1"/>
          </a:fillRef>
          <a:effectRef idx="0">
            <a:schemeClr val="accent2"/>
          </a:effectRef>
          <a:fontRef idx="minor">
            <a:schemeClr val="dk1"/>
          </a:fontRef>
        </p:style>
        <p:txBody>
          <a:bodyPr rtlCol="0" anchor="ctr"/>
          <a:lstStyle/>
          <a:p>
            <a:pPr algn="ctr"/>
            <a:r>
              <a:rPr lang="en-US" sz="1400" dirty="0" err="1">
                <a:latin typeface="Calibri" panose="020F0502020204030204" pitchFamily="34" charset="0"/>
                <a:cs typeface="Calibri" panose="020F0502020204030204" pitchFamily="34" charset="0"/>
              </a:rPr>
              <a:t>GetTechnicalUsers</a:t>
            </a:r>
            <a:endParaRPr lang="en-US" sz="1400" dirty="0">
              <a:latin typeface="Calibri" panose="020F0502020204030204" pitchFamily="34" charset="0"/>
              <a:cs typeface="Calibri" panose="020F0502020204030204" pitchFamily="34" charset="0"/>
            </a:endParaRPr>
          </a:p>
          <a:p>
            <a:pPr algn="ctr"/>
            <a:r>
              <a:rPr lang="en-US" sz="1400" dirty="0" err="1">
                <a:latin typeface="Calibri" panose="020F0502020204030204" pitchFamily="34" charset="0"/>
                <a:cs typeface="Calibri" panose="020F0502020204030204" pitchFamily="34" charset="0"/>
              </a:rPr>
              <a:t>ExceptManager</a:t>
            </a:r>
            <a:endParaRPr lang="en-US" sz="1400" dirty="0">
              <a:latin typeface="Calibri" panose="020F0502020204030204" pitchFamily="34" charset="0"/>
              <a:cs typeface="Calibri" panose="020F0502020204030204" pitchFamily="34" charset="0"/>
            </a:endParaRPr>
          </a:p>
        </p:txBody>
      </p:sp>
      <p:cxnSp>
        <p:nvCxnSpPr>
          <p:cNvPr id="154" name="Elbow Connector 153">
            <a:extLst>
              <a:ext uri="{FF2B5EF4-FFF2-40B4-BE49-F238E27FC236}">
                <a16:creationId xmlns:a16="http://schemas.microsoft.com/office/drawing/2014/main" id="{562C0A55-9C14-7398-EAF7-97CE4B35FF08}"/>
              </a:ext>
            </a:extLst>
          </p:cNvPr>
          <p:cNvCxnSpPr>
            <a:cxnSpLocks/>
            <a:stCxn id="151" idx="3"/>
          </p:cNvCxnSpPr>
          <p:nvPr/>
        </p:nvCxnSpPr>
        <p:spPr>
          <a:xfrm rot="16200000" flipH="1">
            <a:off x="1594129" y="3274819"/>
            <a:ext cx="57668" cy="1235082"/>
          </a:xfrm>
          <a:prstGeom prst="bentConnector2">
            <a:avLst/>
          </a:prstGeom>
          <a:ln>
            <a:tailEnd type="arrow"/>
          </a:ln>
        </p:spPr>
        <p:style>
          <a:lnRef idx="2">
            <a:schemeClr val="accent1"/>
          </a:lnRef>
          <a:fillRef idx="0">
            <a:schemeClr val="accent1"/>
          </a:fillRef>
          <a:effectRef idx="1">
            <a:schemeClr val="accent1"/>
          </a:effectRef>
          <a:fontRef idx="minor">
            <a:schemeClr val="tx1"/>
          </a:fontRef>
        </p:style>
      </p:cxnSp>
      <p:cxnSp>
        <p:nvCxnSpPr>
          <p:cNvPr id="155" name="Elbow Connector 154">
            <a:extLst>
              <a:ext uri="{FF2B5EF4-FFF2-40B4-BE49-F238E27FC236}">
                <a16:creationId xmlns:a16="http://schemas.microsoft.com/office/drawing/2014/main" id="{B80405DC-A24F-3894-816A-E8CA1AF432C3}"/>
              </a:ext>
            </a:extLst>
          </p:cNvPr>
          <p:cNvCxnSpPr>
            <a:cxnSpLocks/>
            <a:stCxn id="45" idx="2"/>
            <a:endCxn id="151" idx="2"/>
          </p:cNvCxnSpPr>
          <p:nvPr/>
        </p:nvCxnSpPr>
        <p:spPr>
          <a:xfrm rot="10800000" flipV="1">
            <a:off x="2093819" y="2251661"/>
            <a:ext cx="883081" cy="1338021"/>
          </a:xfrm>
          <a:prstGeom prst="bentConnector3">
            <a:avLst>
              <a:gd name="adj1" fmla="val 50000"/>
            </a:avLst>
          </a:prstGeom>
          <a:ln>
            <a:tailEnd type="arrow"/>
          </a:ln>
        </p:spPr>
        <p:style>
          <a:lnRef idx="2">
            <a:schemeClr val="accent1"/>
          </a:lnRef>
          <a:fillRef idx="0">
            <a:schemeClr val="accent1"/>
          </a:fillRef>
          <a:effectRef idx="1">
            <a:schemeClr val="accent1"/>
          </a:effectRef>
          <a:fontRef idx="minor">
            <a:schemeClr val="tx1"/>
          </a:fontRef>
        </p:style>
      </p:cxnSp>
      <p:sp>
        <p:nvSpPr>
          <p:cNvPr id="130" name="Google Shape;208;p33">
            <a:extLst>
              <a:ext uri="{FF2B5EF4-FFF2-40B4-BE49-F238E27FC236}">
                <a16:creationId xmlns:a16="http://schemas.microsoft.com/office/drawing/2014/main" id="{F2E58BA9-56DF-584D-46B3-16D469858108}"/>
              </a:ext>
            </a:extLst>
          </p:cNvPr>
          <p:cNvSpPr txBox="1"/>
          <p:nvPr/>
        </p:nvSpPr>
        <p:spPr>
          <a:xfrm>
            <a:off x="793539" y="453639"/>
            <a:ext cx="1076919" cy="255657"/>
          </a:xfrm>
          <a:prstGeom prst="rect">
            <a:avLst/>
          </a:prstGeom>
          <a:solidFill>
            <a:schemeClr val="lt1"/>
          </a:solidFill>
          <a:ln w="25400" cap="flat" cmpd="sng">
            <a:solidFill>
              <a:schemeClr val="dk1"/>
            </a:solidFill>
            <a:prstDash val="solid"/>
            <a:round/>
            <a:headEnd type="none" w="sm" len="sm"/>
            <a:tailEnd type="none" w="sm" len="sm"/>
          </a:ln>
        </p:spPr>
        <p:txBody>
          <a:bodyPr spcFirstLastPara="1" wrap="square" lIns="91425" tIns="45700" rIns="91425" bIns="45700" anchor="t" anchorCtr="0">
            <a:noAutofit/>
          </a:bodyPr>
          <a:lstStyle/>
          <a:p>
            <a:pPr lvl="0" algn="ctr"/>
            <a:r>
              <a:rPr lang="es-419" sz="1200" dirty="0">
                <a:solidFill>
                  <a:schemeClr val="dk1"/>
                </a:solidFill>
                <a:latin typeface="Calibri"/>
                <a:ea typeface="Calibri"/>
                <a:cs typeface="Calibri"/>
                <a:sym typeface="Calibri"/>
              </a:rPr>
              <a:t>session user.id</a:t>
            </a:r>
            <a:endParaRPr sz="1200" dirty="0">
              <a:solidFill>
                <a:schemeClr val="dk1"/>
              </a:solidFill>
              <a:latin typeface="Calibri"/>
              <a:ea typeface="Calibri"/>
              <a:cs typeface="Calibri"/>
              <a:sym typeface="Calibri"/>
            </a:endParaRPr>
          </a:p>
        </p:txBody>
      </p:sp>
      <p:cxnSp>
        <p:nvCxnSpPr>
          <p:cNvPr id="131" name="Straight Connector 130">
            <a:extLst>
              <a:ext uri="{FF2B5EF4-FFF2-40B4-BE49-F238E27FC236}">
                <a16:creationId xmlns:a16="http://schemas.microsoft.com/office/drawing/2014/main" id="{075C06D7-BF0C-EB3B-2DDC-27A381945D13}"/>
              </a:ext>
            </a:extLst>
          </p:cNvPr>
          <p:cNvCxnSpPr>
            <a:cxnSpLocks/>
          </p:cNvCxnSpPr>
          <p:nvPr/>
        </p:nvCxnSpPr>
        <p:spPr>
          <a:xfrm flipH="1">
            <a:off x="424381" y="610045"/>
            <a:ext cx="365194" cy="155464"/>
          </a:xfrm>
          <a:prstGeom prst="line">
            <a:avLst/>
          </a:prstGeom>
        </p:spPr>
        <p:style>
          <a:lnRef idx="2">
            <a:schemeClr val="dk1"/>
          </a:lnRef>
          <a:fillRef idx="0">
            <a:schemeClr val="dk1"/>
          </a:fillRef>
          <a:effectRef idx="1">
            <a:schemeClr val="dk1"/>
          </a:effectRef>
          <a:fontRef idx="minor">
            <a:schemeClr val="tx1"/>
          </a:fontRef>
        </p:style>
      </p:cxnSp>
      <p:sp>
        <p:nvSpPr>
          <p:cNvPr id="134" name="Google Shape;208;p33">
            <a:extLst>
              <a:ext uri="{FF2B5EF4-FFF2-40B4-BE49-F238E27FC236}">
                <a16:creationId xmlns:a16="http://schemas.microsoft.com/office/drawing/2014/main" id="{4A153B77-1BCA-9107-95C6-B90CA0DB9AF6}"/>
              </a:ext>
            </a:extLst>
          </p:cNvPr>
          <p:cNvSpPr txBox="1"/>
          <p:nvPr/>
        </p:nvSpPr>
        <p:spPr>
          <a:xfrm>
            <a:off x="11024265" y="1002010"/>
            <a:ext cx="1094987" cy="255657"/>
          </a:xfrm>
          <a:prstGeom prst="rect">
            <a:avLst/>
          </a:prstGeom>
          <a:solidFill>
            <a:schemeClr val="lt1"/>
          </a:solidFill>
          <a:ln w="25400" cap="flat" cmpd="sng">
            <a:solidFill>
              <a:schemeClr val="dk1"/>
            </a:solidFill>
            <a:prstDash val="solid"/>
            <a:round/>
            <a:headEnd type="none" w="sm" len="sm"/>
            <a:tailEnd type="none" w="sm" len="sm"/>
          </a:ln>
        </p:spPr>
        <p:txBody>
          <a:bodyPr spcFirstLastPara="1" wrap="square" lIns="91425" tIns="45700" rIns="91425" bIns="45700" anchor="t" anchorCtr="0">
            <a:noAutofit/>
          </a:bodyPr>
          <a:lstStyle/>
          <a:p>
            <a:pPr lvl="0" algn="ctr"/>
            <a:r>
              <a:rPr lang="es-419" sz="1200" dirty="0">
                <a:solidFill>
                  <a:schemeClr val="dk1"/>
                </a:solidFill>
                <a:latin typeface="Calibri"/>
                <a:ea typeface="Calibri"/>
                <a:cs typeface="Calibri"/>
                <a:sym typeface="Calibri"/>
              </a:rPr>
              <a:t>session user.id</a:t>
            </a:r>
            <a:endParaRPr sz="1200" dirty="0">
              <a:solidFill>
                <a:schemeClr val="dk1"/>
              </a:solidFill>
              <a:latin typeface="Calibri"/>
              <a:ea typeface="Calibri"/>
              <a:cs typeface="Calibri"/>
              <a:sym typeface="Calibri"/>
            </a:endParaRPr>
          </a:p>
        </p:txBody>
      </p:sp>
      <p:cxnSp>
        <p:nvCxnSpPr>
          <p:cNvPr id="138" name="Straight Connector 137">
            <a:extLst>
              <a:ext uri="{FF2B5EF4-FFF2-40B4-BE49-F238E27FC236}">
                <a16:creationId xmlns:a16="http://schemas.microsoft.com/office/drawing/2014/main" id="{4C1474D5-E2F3-C7D4-5C9F-9E2CB314A666}"/>
              </a:ext>
            </a:extLst>
          </p:cNvPr>
          <p:cNvCxnSpPr>
            <a:cxnSpLocks/>
          </p:cNvCxnSpPr>
          <p:nvPr/>
        </p:nvCxnSpPr>
        <p:spPr>
          <a:xfrm flipH="1">
            <a:off x="11418209" y="1254627"/>
            <a:ext cx="264733" cy="105747"/>
          </a:xfrm>
          <a:prstGeom prst="line">
            <a:avLst/>
          </a:prstGeom>
        </p:spPr>
        <p:style>
          <a:lnRef idx="2">
            <a:schemeClr val="dk1"/>
          </a:lnRef>
          <a:fillRef idx="0">
            <a:schemeClr val="dk1"/>
          </a:fillRef>
          <a:effectRef idx="1">
            <a:schemeClr val="dk1"/>
          </a:effectRef>
          <a:fontRef idx="minor">
            <a:schemeClr val="tx1"/>
          </a:fontRef>
        </p:style>
      </p:cxnSp>
      <p:sp>
        <p:nvSpPr>
          <p:cNvPr id="140" name="Google Shape;208;p33">
            <a:extLst>
              <a:ext uri="{FF2B5EF4-FFF2-40B4-BE49-F238E27FC236}">
                <a16:creationId xmlns:a16="http://schemas.microsoft.com/office/drawing/2014/main" id="{03264027-7152-7506-D85F-448FC2D9BE0C}"/>
              </a:ext>
            </a:extLst>
          </p:cNvPr>
          <p:cNvSpPr txBox="1"/>
          <p:nvPr/>
        </p:nvSpPr>
        <p:spPr>
          <a:xfrm>
            <a:off x="9499278" y="6479804"/>
            <a:ext cx="1094987" cy="255657"/>
          </a:xfrm>
          <a:prstGeom prst="rect">
            <a:avLst/>
          </a:prstGeom>
          <a:solidFill>
            <a:schemeClr val="lt1"/>
          </a:solidFill>
          <a:ln w="25400" cap="flat" cmpd="sng">
            <a:solidFill>
              <a:schemeClr val="dk1"/>
            </a:solidFill>
            <a:prstDash val="solid"/>
            <a:round/>
            <a:headEnd type="none" w="sm" len="sm"/>
            <a:tailEnd type="none" w="sm" len="sm"/>
          </a:ln>
        </p:spPr>
        <p:txBody>
          <a:bodyPr spcFirstLastPara="1" wrap="square" lIns="91425" tIns="45700" rIns="91425" bIns="45700" anchor="t" anchorCtr="0">
            <a:noAutofit/>
          </a:bodyPr>
          <a:lstStyle/>
          <a:p>
            <a:pPr lvl="0" algn="ctr"/>
            <a:r>
              <a:rPr lang="es-419" sz="1200" dirty="0">
                <a:solidFill>
                  <a:schemeClr val="dk1"/>
                </a:solidFill>
                <a:latin typeface="Calibri"/>
                <a:ea typeface="Calibri"/>
                <a:cs typeface="Calibri"/>
                <a:sym typeface="Calibri"/>
              </a:rPr>
              <a:t>session user.id</a:t>
            </a:r>
            <a:endParaRPr sz="1200" dirty="0">
              <a:solidFill>
                <a:schemeClr val="dk1"/>
              </a:solidFill>
              <a:latin typeface="Calibri"/>
              <a:ea typeface="Calibri"/>
              <a:cs typeface="Calibri"/>
              <a:sym typeface="Calibri"/>
            </a:endParaRPr>
          </a:p>
        </p:txBody>
      </p:sp>
      <p:cxnSp>
        <p:nvCxnSpPr>
          <p:cNvPr id="142" name="Straight Connector 141">
            <a:extLst>
              <a:ext uri="{FF2B5EF4-FFF2-40B4-BE49-F238E27FC236}">
                <a16:creationId xmlns:a16="http://schemas.microsoft.com/office/drawing/2014/main" id="{AD773471-3985-F0DE-B9E8-8273741E1BA4}"/>
              </a:ext>
            </a:extLst>
          </p:cNvPr>
          <p:cNvCxnSpPr>
            <a:cxnSpLocks/>
          </p:cNvCxnSpPr>
          <p:nvPr/>
        </p:nvCxnSpPr>
        <p:spPr>
          <a:xfrm flipH="1">
            <a:off x="9893222" y="6368210"/>
            <a:ext cx="264733" cy="105747"/>
          </a:xfrm>
          <a:prstGeom prst="line">
            <a:avLst/>
          </a:prstGeom>
        </p:spPr>
        <p:style>
          <a:lnRef idx="2">
            <a:schemeClr val="dk1"/>
          </a:lnRef>
          <a:fillRef idx="0">
            <a:schemeClr val="dk1"/>
          </a:fillRef>
          <a:effectRef idx="1">
            <a:schemeClr val="dk1"/>
          </a:effectRef>
          <a:fontRef idx="minor">
            <a:schemeClr val="tx1"/>
          </a:fontRef>
        </p:style>
      </p:cxnSp>
    </p:spTree>
    <p:extLst>
      <p:ext uri="{BB962C8B-B14F-4D97-AF65-F5344CB8AC3E}">
        <p14:creationId xmlns:p14="http://schemas.microsoft.com/office/powerpoint/2010/main" val="925412126"/>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A87DA04-B738-40EB-335A-03053426EB7E}"/>
            </a:ext>
          </a:extLst>
        </p:cNvPr>
        <p:cNvGrpSpPr/>
        <p:nvPr/>
      </p:nvGrpSpPr>
      <p:grpSpPr>
        <a:xfrm>
          <a:off x="0" y="0"/>
          <a:ext cx="0" cy="0"/>
          <a:chOff x="0" y="0"/>
          <a:chExt cx="0" cy="0"/>
        </a:xfrm>
      </p:grpSpPr>
      <p:sp>
        <p:nvSpPr>
          <p:cNvPr id="4" name="Google Shape;135;p26">
            <a:extLst>
              <a:ext uri="{FF2B5EF4-FFF2-40B4-BE49-F238E27FC236}">
                <a16:creationId xmlns:a16="http://schemas.microsoft.com/office/drawing/2014/main" id="{6634CCE4-F17D-3B50-7B5A-A55B997E5555}"/>
              </a:ext>
            </a:extLst>
          </p:cNvPr>
          <p:cNvSpPr txBox="1">
            <a:spLocks/>
          </p:cNvSpPr>
          <p:nvPr/>
        </p:nvSpPr>
        <p:spPr>
          <a:xfrm>
            <a:off x="426631" y="258833"/>
            <a:ext cx="11338737" cy="1143000"/>
          </a:xfrm>
          <a:prstGeom prst="rect">
            <a:avLst/>
          </a:prstGeom>
          <a:noFill/>
          <a:ln>
            <a:noFill/>
          </a:ln>
        </p:spPr>
        <p:txBody>
          <a:bodyPr spcFirstLastPara="1" wrap="square" lIns="107269" tIns="53620" rIns="107269" bIns="53620" anchor="ctr" anchorCtr="0">
            <a:noAutofit/>
          </a:bodyPr>
          <a:lstStyle>
            <a:defPPr marR="0" lvl="0" algn="l" rtl="0">
              <a:lnSpc>
                <a:spcPct val="100000"/>
              </a:lnSpc>
              <a:spcBef>
                <a:spcPts val="0"/>
              </a:spcBef>
              <a:spcAft>
                <a:spcPts val="0"/>
              </a:spcAft>
            </a:defPPr>
            <a:lvl1pPr marR="0" lvl="0" algn="ctr" rtl="0">
              <a:lnSpc>
                <a:spcPct val="100000"/>
              </a:lnSpc>
              <a:spcBef>
                <a:spcPts val="0"/>
              </a:spcBef>
              <a:spcAft>
                <a:spcPts val="0"/>
              </a:spcAft>
              <a:buClr>
                <a:schemeClr val="dk1"/>
              </a:buClr>
              <a:buSzPts val="1800"/>
              <a:buFont typeface="Calibri"/>
              <a:buNone/>
              <a:defRPr sz="44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9pPr>
          </a:lstStyle>
          <a:p>
            <a:r>
              <a:rPr lang="en-US" noProof="1">
                <a:latin typeface="Calibri" panose="020F0502020204030204" pitchFamily="34" charset="0"/>
                <a:cs typeface="Calibri" panose="020F0502020204030204" pitchFamily="34" charset="0"/>
              </a:rPr>
              <a:t>Application design (</a:t>
            </a:r>
            <a:r>
              <a:rPr lang="en-US" noProof="1"/>
              <a:t>collaborator</a:t>
            </a:r>
            <a:r>
              <a:rPr lang="en-US" noProof="1">
                <a:latin typeface="Calibri" panose="020F0502020204030204" pitchFamily="34" charset="0"/>
                <a:cs typeface="Calibri" panose="020F0502020204030204" pitchFamily="34" charset="0"/>
              </a:rPr>
              <a:t>)</a:t>
            </a:r>
          </a:p>
        </p:txBody>
      </p:sp>
      <p:sp>
        <p:nvSpPr>
          <p:cNvPr id="2" name="Rectangle 1">
            <a:extLst>
              <a:ext uri="{FF2B5EF4-FFF2-40B4-BE49-F238E27FC236}">
                <a16:creationId xmlns:a16="http://schemas.microsoft.com/office/drawing/2014/main" id="{3946A559-A6EA-F254-F913-051445C7E24E}"/>
              </a:ext>
            </a:extLst>
          </p:cNvPr>
          <p:cNvSpPr/>
          <p:nvPr/>
        </p:nvSpPr>
        <p:spPr>
          <a:xfrm>
            <a:off x="1486968" y="1613117"/>
            <a:ext cx="5548031" cy="4898778"/>
          </a:xfrm>
          <a:prstGeom prst="rect">
            <a:avLst/>
          </a:prstGeom>
        </p:spPr>
        <p:style>
          <a:lnRef idx="2">
            <a:schemeClr val="dk1"/>
          </a:lnRef>
          <a:fillRef idx="1">
            <a:schemeClr val="lt1"/>
          </a:fillRef>
          <a:effectRef idx="0">
            <a:schemeClr val="dk1"/>
          </a:effectRef>
          <a:fontRef idx="minor">
            <a:schemeClr val="dk1"/>
          </a:fontRef>
        </p:style>
        <p:txBody>
          <a:bodyPr rtlCol="0" anchor="t" anchorCtr="0"/>
          <a:lstStyle/>
          <a:p>
            <a:r>
              <a:rPr lang="en-US" dirty="0">
                <a:latin typeface="Calibri" panose="020F0502020204030204" pitchFamily="34" charset="0"/>
                <a:cs typeface="Calibri" panose="020F0502020204030204" pitchFamily="34" charset="0"/>
              </a:rPr>
              <a:t>Home Page</a:t>
            </a:r>
          </a:p>
        </p:txBody>
      </p:sp>
      <p:sp>
        <p:nvSpPr>
          <p:cNvPr id="3" name="Rounded Rectangle 2">
            <a:extLst>
              <a:ext uri="{FF2B5EF4-FFF2-40B4-BE49-F238E27FC236}">
                <a16:creationId xmlns:a16="http://schemas.microsoft.com/office/drawing/2014/main" id="{88971D17-E615-A226-7352-EE745D283FDE}"/>
              </a:ext>
            </a:extLst>
          </p:cNvPr>
          <p:cNvSpPr/>
          <p:nvPr/>
        </p:nvSpPr>
        <p:spPr>
          <a:xfrm>
            <a:off x="2205418" y="2415724"/>
            <a:ext cx="3629990" cy="559196"/>
          </a:xfrm>
          <a:prstGeom prst="roundRect">
            <a:avLst/>
          </a:prstGeom>
        </p:spPr>
        <p:style>
          <a:lnRef idx="2">
            <a:schemeClr val="accent3"/>
          </a:lnRef>
          <a:fillRef idx="1">
            <a:schemeClr val="lt1"/>
          </a:fillRef>
          <a:effectRef idx="0">
            <a:schemeClr val="accent3"/>
          </a:effectRef>
          <a:fontRef idx="minor">
            <a:schemeClr val="dk1"/>
          </a:fontRef>
        </p:style>
        <p:txBody>
          <a:bodyPr rtlCol="0" anchor="ctr"/>
          <a:lstStyle/>
          <a:p>
            <a:pPr algn="ctr"/>
            <a:r>
              <a:rPr lang="en-US" sz="1400" dirty="0">
                <a:solidFill>
                  <a:schemeClr val="tx1"/>
                </a:solidFill>
                <a:latin typeface="Calibri" panose="020F0502020204030204" pitchFamily="34" charset="0"/>
                <a:cs typeface="Calibri" panose="020F0502020204030204" pitchFamily="34" charset="0"/>
              </a:rPr>
              <a:t>Assigned Projects List</a:t>
            </a:r>
          </a:p>
          <a:p>
            <a:pPr algn="ctr"/>
            <a:r>
              <a:rPr lang="en-US" sz="1400" dirty="0">
                <a:solidFill>
                  <a:schemeClr val="tx1"/>
                </a:solidFill>
                <a:latin typeface="Calibri" panose="020F0502020204030204" pitchFamily="34" charset="0"/>
                <a:cs typeface="Calibri" panose="020F0502020204030204" pitchFamily="34" charset="0"/>
              </a:rPr>
              <a:t>[</a:t>
            </a:r>
            <a:r>
              <a:rPr lang="en-US" sz="1400" dirty="0" err="1">
                <a:solidFill>
                  <a:schemeClr val="tx1"/>
                </a:solidFill>
                <a:latin typeface="Calibri" panose="020F0502020204030204" pitchFamily="34" charset="0"/>
                <a:cs typeface="Calibri" panose="020F0502020204030204" pitchFamily="34" charset="0"/>
              </a:rPr>
              <a:t>project.id</a:t>
            </a:r>
            <a:r>
              <a:rPr lang="en-US" sz="1400" dirty="0">
                <a:solidFill>
                  <a:schemeClr val="tx1"/>
                </a:solidFill>
                <a:latin typeface="Calibri" panose="020F0502020204030204" pitchFamily="34" charset="0"/>
                <a:cs typeface="Calibri" panose="020F0502020204030204" pitchFamily="34" charset="0"/>
              </a:rPr>
              <a:t>, </a:t>
            </a:r>
            <a:r>
              <a:rPr lang="en-US" sz="1400" dirty="0" err="1">
                <a:solidFill>
                  <a:schemeClr val="tx1"/>
                </a:solidFill>
                <a:latin typeface="Calibri" panose="020F0502020204030204" pitchFamily="34" charset="0"/>
                <a:cs typeface="Calibri" panose="020F0502020204030204" pitchFamily="34" charset="0"/>
              </a:rPr>
              <a:t>project.title</a:t>
            </a:r>
            <a:r>
              <a:rPr lang="en-US" sz="1400" dirty="0">
                <a:solidFill>
                  <a:schemeClr val="tx1"/>
                </a:solidFill>
                <a:latin typeface="Calibri" panose="020F0502020204030204" pitchFamily="34" charset="0"/>
                <a:cs typeface="Calibri" panose="020F0502020204030204" pitchFamily="34" charset="0"/>
              </a:rPr>
              <a:t>]</a:t>
            </a:r>
          </a:p>
        </p:txBody>
      </p:sp>
      <p:sp>
        <p:nvSpPr>
          <p:cNvPr id="45" name="Oval 44">
            <a:extLst>
              <a:ext uri="{FF2B5EF4-FFF2-40B4-BE49-F238E27FC236}">
                <a16:creationId xmlns:a16="http://schemas.microsoft.com/office/drawing/2014/main" id="{1EAD0873-2602-77FF-F0D2-4626F499C3AF}"/>
              </a:ext>
            </a:extLst>
          </p:cNvPr>
          <p:cNvSpPr/>
          <p:nvPr/>
        </p:nvSpPr>
        <p:spPr>
          <a:xfrm>
            <a:off x="2078354" y="2263064"/>
            <a:ext cx="288032" cy="28803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latin typeface="Calibri" panose="020F0502020204030204" pitchFamily="34" charset="0"/>
              <a:cs typeface="Calibri" panose="020F0502020204030204" pitchFamily="34" charset="0"/>
            </a:endParaRPr>
          </a:p>
        </p:txBody>
      </p:sp>
      <p:sp>
        <p:nvSpPr>
          <p:cNvPr id="65" name="TextBox 64">
            <a:extLst>
              <a:ext uri="{FF2B5EF4-FFF2-40B4-BE49-F238E27FC236}">
                <a16:creationId xmlns:a16="http://schemas.microsoft.com/office/drawing/2014/main" id="{D80A1097-9A12-3DA1-2807-4977F169D115}"/>
              </a:ext>
            </a:extLst>
          </p:cNvPr>
          <p:cNvSpPr txBox="1"/>
          <p:nvPr/>
        </p:nvSpPr>
        <p:spPr>
          <a:xfrm>
            <a:off x="2333843" y="2114973"/>
            <a:ext cx="671979" cy="338554"/>
          </a:xfrm>
          <a:prstGeom prst="rect">
            <a:avLst/>
          </a:prstGeom>
          <a:noFill/>
        </p:spPr>
        <p:txBody>
          <a:bodyPr wrap="none" rtlCol="0">
            <a:spAutoFit/>
          </a:bodyPr>
          <a:lstStyle/>
          <a:p>
            <a:r>
              <a:rPr lang="en-US" sz="1600" dirty="0">
                <a:solidFill>
                  <a:prstClr val="black"/>
                </a:solidFill>
                <a:latin typeface="Calibri" panose="020F0502020204030204" pitchFamily="34" charset="0"/>
                <a:cs typeface="Calibri" panose="020F0502020204030204" pitchFamily="34" charset="0"/>
              </a:rPr>
              <a:t>select</a:t>
            </a:r>
          </a:p>
        </p:txBody>
      </p:sp>
      <p:sp>
        <p:nvSpPr>
          <p:cNvPr id="18" name="TextBox 17">
            <a:extLst>
              <a:ext uri="{FF2B5EF4-FFF2-40B4-BE49-F238E27FC236}">
                <a16:creationId xmlns:a16="http://schemas.microsoft.com/office/drawing/2014/main" id="{E832E99A-C4EB-2C61-5073-B991F8AAFCDC}"/>
              </a:ext>
            </a:extLst>
          </p:cNvPr>
          <p:cNvSpPr txBox="1"/>
          <p:nvPr/>
        </p:nvSpPr>
        <p:spPr>
          <a:xfrm>
            <a:off x="642084" y="6267297"/>
            <a:ext cx="1431377" cy="338554"/>
          </a:xfrm>
          <a:prstGeom prst="rect">
            <a:avLst/>
          </a:prstGeom>
          <a:noFill/>
        </p:spPr>
        <p:txBody>
          <a:bodyPr wrap="square" rtlCol="0">
            <a:spAutoFit/>
          </a:bodyPr>
          <a:lstStyle/>
          <a:p>
            <a:r>
              <a:rPr lang="en-US" sz="1600" dirty="0">
                <a:solidFill>
                  <a:prstClr val="black"/>
                </a:solidFill>
                <a:latin typeface="Calibri" panose="020F0502020204030204" pitchFamily="34" charset="0"/>
                <a:cs typeface="Calibri" panose="020F0502020204030204" pitchFamily="34" charset="0"/>
              </a:rPr>
              <a:t>logout</a:t>
            </a:r>
          </a:p>
        </p:txBody>
      </p:sp>
      <p:sp>
        <p:nvSpPr>
          <p:cNvPr id="17" name="Oval 16">
            <a:extLst>
              <a:ext uri="{FF2B5EF4-FFF2-40B4-BE49-F238E27FC236}">
                <a16:creationId xmlns:a16="http://schemas.microsoft.com/office/drawing/2014/main" id="{8FE9A81A-E06E-5967-F73D-903432240E71}"/>
              </a:ext>
            </a:extLst>
          </p:cNvPr>
          <p:cNvSpPr/>
          <p:nvPr/>
        </p:nvSpPr>
        <p:spPr>
          <a:xfrm>
            <a:off x="1342953" y="6311135"/>
            <a:ext cx="288032" cy="28803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latin typeface="Calibri" panose="020F0502020204030204" pitchFamily="34" charset="0"/>
              <a:cs typeface="Calibri" panose="020F0502020204030204" pitchFamily="34" charset="0"/>
            </a:endParaRPr>
          </a:p>
        </p:txBody>
      </p:sp>
      <p:sp>
        <p:nvSpPr>
          <p:cNvPr id="19" name="Rounded Rectangle 18">
            <a:extLst>
              <a:ext uri="{FF2B5EF4-FFF2-40B4-BE49-F238E27FC236}">
                <a16:creationId xmlns:a16="http://schemas.microsoft.com/office/drawing/2014/main" id="{37CFECB2-C0F8-192E-B5B1-9CD30D3FEC35}"/>
              </a:ext>
            </a:extLst>
          </p:cNvPr>
          <p:cNvSpPr/>
          <p:nvPr/>
        </p:nvSpPr>
        <p:spPr>
          <a:xfrm>
            <a:off x="2486024" y="5139871"/>
            <a:ext cx="3349383" cy="953748"/>
          </a:xfrm>
          <a:prstGeom prst="roundRect">
            <a:avLst/>
          </a:prstGeom>
        </p:spPr>
        <p:style>
          <a:lnRef idx="2">
            <a:schemeClr val="accent3"/>
          </a:lnRef>
          <a:fillRef idx="1">
            <a:schemeClr val="lt1"/>
          </a:fillRef>
          <a:effectRef idx="0">
            <a:schemeClr val="accent3"/>
          </a:effectRef>
          <a:fontRef idx="minor">
            <a:schemeClr val="dk1"/>
          </a:fontRef>
        </p:style>
        <p:txBody>
          <a:bodyPr rtlCol="0" anchor="ctr"/>
          <a:lstStyle/>
          <a:p>
            <a:pPr algn="ctr"/>
            <a:r>
              <a:rPr lang="en-US" sz="1400" dirty="0">
                <a:latin typeface="Calibri" panose="020F0502020204030204" pitchFamily="34" charset="0"/>
                <a:cs typeface="Calibri" panose="020F0502020204030204" pitchFamily="34" charset="0"/>
              </a:rPr>
              <a:t>Collaborator Timesheet </a:t>
            </a:r>
            <a:r>
              <a:rPr lang="en-US" sz="1400" dirty="0">
                <a:solidFill>
                  <a:schemeClr val="tx1"/>
                </a:solidFill>
                <a:latin typeface="Calibri" panose="020F0502020204030204" pitchFamily="34" charset="0"/>
                <a:cs typeface="Calibri" panose="020F0502020204030204" pitchFamily="34" charset="0"/>
              </a:rPr>
              <a:t>[project, wp[], tasks[], months[], </a:t>
            </a:r>
            <a:r>
              <a:rPr lang="en-US" sz="1400" dirty="0" err="1">
                <a:solidFill>
                  <a:schemeClr val="tx1"/>
                </a:solidFill>
                <a:latin typeface="Calibri" panose="020F0502020204030204" pitchFamily="34" charset="0"/>
                <a:cs typeface="Calibri" panose="020F0502020204030204" pitchFamily="34" charset="0"/>
              </a:rPr>
              <a:t>taskExpectedHours</a:t>
            </a:r>
            <a:r>
              <a:rPr lang="en-US" sz="1400" dirty="0">
                <a:solidFill>
                  <a:schemeClr val="tx1"/>
                </a:solidFill>
                <a:latin typeface="Calibri" panose="020F0502020204030204" pitchFamily="34" charset="0"/>
                <a:cs typeface="Calibri" panose="020F0502020204030204" pitchFamily="34" charset="0"/>
              </a:rPr>
              <a:t>, </a:t>
            </a:r>
            <a:r>
              <a:rPr lang="en-US" sz="1400" dirty="0" err="1">
                <a:solidFill>
                  <a:schemeClr val="tx1"/>
                </a:solidFill>
                <a:latin typeface="Calibri" panose="020F0502020204030204" pitchFamily="34" charset="0"/>
                <a:cs typeface="Calibri" panose="020F0502020204030204" pitchFamily="34" charset="0"/>
              </a:rPr>
              <a:t>collaboratorWorkedHours</a:t>
            </a:r>
            <a:r>
              <a:rPr lang="en-US" sz="1400" dirty="0">
                <a:solidFill>
                  <a:schemeClr val="tx1"/>
                </a:solidFill>
                <a:latin typeface="Calibri" panose="020F0502020204030204" pitchFamily="34" charset="0"/>
                <a:cs typeface="Calibri" panose="020F0502020204030204" pitchFamily="34" charset="0"/>
              </a:rPr>
              <a:t>]</a:t>
            </a:r>
          </a:p>
        </p:txBody>
      </p:sp>
      <p:sp>
        <p:nvSpPr>
          <p:cNvPr id="27" name="TextBox 26">
            <a:extLst>
              <a:ext uri="{FF2B5EF4-FFF2-40B4-BE49-F238E27FC236}">
                <a16:creationId xmlns:a16="http://schemas.microsoft.com/office/drawing/2014/main" id="{1F22420E-66FC-B22E-AB4C-D1409660319B}"/>
              </a:ext>
            </a:extLst>
          </p:cNvPr>
          <p:cNvSpPr txBox="1"/>
          <p:nvPr/>
        </p:nvSpPr>
        <p:spPr>
          <a:xfrm>
            <a:off x="4637376" y="4846532"/>
            <a:ext cx="1079142" cy="338554"/>
          </a:xfrm>
          <a:prstGeom prst="rect">
            <a:avLst/>
          </a:prstGeom>
          <a:noFill/>
        </p:spPr>
        <p:txBody>
          <a:bodyPr wrap="none" rtlCol="0">
            <a:spAutoFit/>
          </a:bodyPr>
          <a:lstStyle/>
          <a:p>
            <a:r>
              <a:rPr lang="en-US" sz="1600" dirty="0">
                <a:solidFill>
                  <a:prstClr val="black"/>
                </a:solidFill>
                <a:latin typeface="Calibri" panose="020F0502020204030204" pitchFamily="34" charset="0"/>
                <a:cs typeface="Calibri" panose="020F0502020204030204" pitchFamily="34" charset="0"/>
              </a:rPr>
              <a:t>mouse out</a:t>
            </a:r>
          </a:p>
        </p:txBody>
      </p:sp>
      <p:cxnSp>
        <p:nvCxnSpPr>
          <p:cNvPr id="6" name="Straight Connector 5">
            <a:extLst>
              <a:ext uri="{FF2B5EF4-FFF2-40B4-BE49-F238E27FC236}">
                <a16:creationId xmlns:a16="http://schemas.microsoft.com/office/drawing/2014/main" id="{EB72A284-D5E9-5349-209D-9426368B55C9}"/>
              </a:ext>
            </a:extLst>
          </p:cNvPr>
          <p:cNvCxnSpPr>
            <a:cxnSpLocks/>
            <a:stCxn id="7" idx="6"/>
            <a:endCxn id="21" idx="5"/>
          </p:cNvCxnSpPr>
          <p:nvPr/>
        </p:nvCxnSpPr>
        <p:spPr>
          <a:xfrm flipV="1">
            <a:off x="7186627" y="2180418"/>
            <a:ext cx="715055" cy="52141"/>
          </a:xfrm>
          <a:prstGeom prst="line">
            <a:avLst/>
          </a:prstGeom>
          <a:ln>
            <a:headEnd type="none" w="med" len="med"/>
            <a:tailEnd type="arrow" w="med" len="med"/>
          </a:ln>
        </p:spPr>
        <p:style>
          <a:lnRef idx="2">
            <a:schemeClr val="accent1"/>
          </a:lnRef>
          <a:fillRef idx="0">
            <a:schemeClr val="accent1"/>
          </a:fillRef>
          <a:effectRef idx="1">
            <a:schemeClr val="accent1"/>
          </a:effectRef>
          <a:fontRef idx="minor">
            <a:schemeClr val="tx1"/>
          </a:fontRef>
        </p:style>
      </p:cxnSp>
      <p:sp>
        <p:nvSpPr>
          <p:cNvPr id="7" name="Oval 6">
            <a:extLst>
              <a:ext uri="{FF2B5EF4-FFF2-40B4-BE49-F238E27FC236}">
                <a16:creationId xmlns:a16="http://schemas.microsoft.com/office/drawing/2014/main" id="{8C3201CA-045E-AC60-5C86-41EDBE286527}"/>
              </a:ext>
            </a:extLst>
          </p:cNvPr>
          <p:cNvSpPr/>
          <p:nvPr/>
        </p:nvSpPr>
        <p:spPr>
          <a:xfrm>
            <a:off x="6898595" y="2088543"/>
            <a:ext cx="288032" cy="288032"/>
          </a:xfrm>
          <a:prstGeom prst="ellipse">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latin typeface="Calibri" panose="020F0502020204030204" pitchFamily="34" charset="0"/>
              <a:cs typeface="Calibri" panose="020F0502020204030204" pitchFamily="34" charset="0"/>
            </a:endParaRPr>
          </a:p>
        </p:txBody>
      </p:sp>
      <p:cxnSp>
        <p:nvCxnSpPr>
          <p:cNvPr id="8" name="Straight Connector 7">
            <a:extLst>
              <a:ext uri="{FF2B5EF4-FFF2-40B4-BE49-F238E27FC236}">
                <a16:creationId xmlns:a16="http://schemas.microsoft.com/office/drawing/2014/main" id="{58256338-801D-D575-D0E8-AD3D194FF24A}"/>
              </a:ext>
            </a:extLst>
          </p:cNvPr>
          <p:cNvCxnSpPr>
            <a:cxnSpLocks/>
          </p:cNvCxnSpPr>
          <p:nvPr/>
        </p:nvCxnSpPr>
        <p:spPr>
          <a:xfrm flipH="1">
            <a:off x="8424504" y="1751240"/>
            <a:ext cx="365194" cy="155464"/>
          </a:xfrm>
          <a:prstGeom prst="line">
            <a:avLst/>
          </a:prstGeom>
        </p:spPr>
        <p:style>
          <a:lnRef idx="2">
            <a:schemeClr val="dk1"/>
          </a:lnRef>
          <a:fillRef idx="0">
            <a:schemeClr val="dk1"/>
          </a:fillRef>
          <a:effectRef idx="1">
            <a:schemeClr val="dk1"/>
          </a:effectRef>
          <a:fontRef idx="minor">
            <a:schemeClr val="tx1"/>
          </a:fontRef>
        </p:style>
      </p:cxnSp>
      <p:sp>
        <p:nvSpPr>
          <p:cNvPr id="9" name="Google Shape;208;p33">
            <a:extLst>
              <a:ext uri="{FF2B5EF4-FFF2-40B4-BE49-F238E27FC236}">
                <a16:creationId xmlns:a16="http://schemas.microsoft.com/office/drawing/2014/main" id="{AF440D25-700A-32C6-336C-EC427E220648}"/>
              </a:ext>
            </a:extLst>
          </p:cNvPr>
          <p:cNvSpPr txBox="1"/>
          <p:nvPr/>
        </p:nvSpPr>
        <p:spPr>
          <a:xfrm>
            <a:off x="8329604" y="1502802"/>
            <a:ext cx="1079642" cy="255657"/>
          </a:xfrm>
          <a:prstGeom prst="rect">
            <a:avLst/>
          </a:prstGeom>
          <a:solidFill>
            <a:schemeClr val="lt1"/>
          </a:solidFill>
          <a:ln w="25400" cap="flat" cmpd="sng">
            <a:solidFill>
              <a:schemeClr val="dk1"/>
            </a:solidFill>
            <a:prstDash val="solid"/>
            <a:round/>
            <a:headEnd type="none" w="sm" len="sm"/>
            <a:tailEnd type="none" w="sm" len="sm"/>
          </a:ln>
        </p:spPr>
        <p:txBody>
          <a:bodyPr spcFirstLastPara="1" wrap="square" lIns="91425" tIns="45700" rIns="91425" bIns="45700" anchor="t" anchorCtr="0">
            <a:noAutofit/>
          </a:bodyPr>
          <a:lstStyle/>
          <a:p>
            <a:pPr lvl="0" algn="ctr"/>
            <a:r>
              <a:rPr lang="es-419" sz="1200" dirty="0">
                <a:solidFill>
                  <a:schemeClr val="dk1"/>
                </a:solidFill>
                <a:latin typeface="Calibri"/>
                <a:ea typeface="Calibri"/>
                <a:cs typeface="Calibri"/>
                <a:sym typeface="Calibri"/>
              </a:rPr>
              <a:t>session user.id</a:t>
            </a:r>
            <a:endParaRPr sz="1200" dirty="0">
              <a:solidFill>
                <a:schemeClr val="dk1"/>
              </a:solidFill>
              <a:latin typeface="Calibri"/>
              <a:ea typeface="Calibri"/>
              <a:cs typeface="Calibri"/>
              <a:sym typeface="Calibri"/>
            </a:endParaRPr>
          </a:p>
        </p:txBody>
      </p:sp>
      <p:cxnSp>
        <p:nvCxnSpPr>
          <p:cNvPr id="10" name="Elbow Connector 9">
            <a:extLst>
              <a:ext uri="{FF2B5EF4-FFF2-40B4-BE49-F238E27FC236}">
                <a16:creationId xmlns:a16="http://schemas.microsoft.com/office/drawing/2014/main" id="{00E04DA6-1BE3-241C-83DB-CB4A8543288E}"/>
              </a:ext>
            </a:extLst>
          </p:cNvPr>
          <p:cNvCxnSpPr>
            <a:cxnSpLocks/>
          </p:cNvCxnSpPr>
          <p:nvPr/>
        </p:nvCxnSpPr>
        <p:spPr>
          <a:xfrm rot="5400000">
            <a:off x="7679249" y="1797904"/>
            <a:ext cx="105139" cy="1393637"/>
          </a:xfrm>
          <a:prstGeom prst="bentConnector2">
            <a:avLst/>
          </a:prstGeom>
          <a:ln>
            <a:tailEnd type="arrow"/>
          </a:ln>
        </p:spPr>
        <p:style>
          <a:lnRef idx="2">
            <a:schemeClr val="accent1"/>
          </a:lnRef>
          <a:fillRef idx="0">
            <a:schemeClr val="accent1"/>
          </a:fillRef>
          <a:effectRef idx="1">
            <a:schemeClr val="accent1"/>
          </a:effectRef>
          <a:fontRef idx="minor">
            <a:schemeClr val="tx1"/>
          </a:fontRef>
        </p:style>
      </p:cxnSp>
      <p:cxnSp>
        <p:nvCxnSpPr>
          <p:cNvPr id="12" name="Elbow Connector 11">
            <a:extLst>
              <a:ext uri="{FF2B5EF4-FFF2-40B4-BE49-F238E27FC236}">
                <a16:creationId xmlns:a16="http://schemas.microsoft.com/office/drawing/2014/main" id="{67062AB4-BB5A-75B9-38FA-ACF396A24112}"/>
              </a:ext>
            </a:extLst>
          </p:cNvPr>
          <p:cNvCxnSpPr>
            <a:cxnSpLocks/>
            <a:stCxn id="45" idx="2"/>
            <a:endCxn id="19" idx="0"/>
          </p:cNvCxnSpPr>
          <p:nvPr/>
        </p:nvCxnSpPr>
        <p:spPr>
          <a:xfrm rot="10800000" flipH="1" flipV="1">
            <a:off x="2078354" y="2407079"/>
            <a:ext cx="2082362" cy="2732791"/>
          </a:xfrm>
          <a:prstGeom prst="bentConnector4">
            <a:avLst>
              <a:gd name="adj1" fmla="val -10978"/>
              <a:gd name="adj2" fmla="val 52635"/>
            </a:avLst>
          </a:prstGeom>
          <a:ln>
            <a:tailEnd type="arrow"/>
          </a:ln>
        </p:spPr>
        <p:style>
          <a:lnRef idx="2">
            <a:schemeClr val="accent1"/>
          </a:lnRef>
          <a:fillRef idx="0">
            <a:schemeClr val="accent1"/>
          </a:fillRef>
          <a:effectRef idx="1">
            <a:schemeClr val="accent1"/>
          </a:effectRef>
          <a:fontRef idx="minor">
            <a:schemeClr val="tx1"/>
          </a:fontRef>
        </p:style>
      </p:cxnSp>
      <p:cxnSp>
        <p:nvCxnSpPr>
          <p:cNvPr id="53" name="Straight Connector 52">
            <a:extLst>
              <a:ext uri="{FF2B5EF4-FFF2-40B4-BE49-F238E27FC236}">
                <a16:creationId xmlns:a16="http://schemas.microsoft.com/office/drawing/2014/main" id="{69BAD65C-7747-1349-E2AF-D1591CE3A353}"/>
              </a:ext>
            </a:extLst>
          </p:cNvPr>
          <p:cNvCxnSpPr>
            <a:cxnSpLocks/>
            <a:stCxn id="61" idx="6"/>
            <a:endCxn id="52" idx="5"/>
          </p:cNvCxnSpPr>
          <p:nvPr/>
        </p:nvCxnSpPr>
        <p:spPr>
          <a:xfrm>
            <a:off x="5974042" y="5123709"/>
            <a:ext cx="1916495" cy="472550"/>
          </a:xfrm>
          <a:prstGeom prst="line">
            <a:avLst/>
          </a:prstGeom>
          <a:ln>
            <a:headEnd type="none" w="med" len="med"/>
            <a:tailEnd type="arrow" w="med" len="med"/>
          </a:ln>
        </p:spPr>
        <p:style>
          <a:lnRef idx="2">
            <a:schemeClr val="accent1"/>
          </a:lnRef>
          <a:fillRef idx="0">
            <a:schemeClr val="accent1"/>
          </a:fillRef>
          <a:effectRef idx="1">
            <a:schemeClr val="accent1"/>
          </a:effectRef>
          <a:fontRef idx="minor">
            <a:schemeClr val="tx1"/>
          </a:fontRef>
        </p:style>
      </p:cxnSp>
      <p:cxnSp>
        <p:nvCxnSpPr>
          <p:cNvPr id="54" name="Straight Connector 53">
            <a:extLst>
              <a:ext uri="{FF2B5EF4-FFF2-40B4-BE49-F238E27FC236}">
                <a16:creationId xmlns:a16="http://schemas.microsoft.com/office/drawing/2014/main" id="{103D53CE-730E-8AC2-172F-3733641CF959}"/>
              </a:ext>
            </a:extLst>
          </p:cNvPr>
          <p:cNvCxnSpPr>
            <a:cxnSpLocks/>
          </p:cNvCxnSpPr>
          <p:nvPr/>
        </p:nvCxnSpPr>
        <p:spPr>
          <a:xfrm flipH="1">
            <a:off x="8417360" y="5226006"/>
            <a:ext cx="365194" cy="155464"/>
          </a:xfrm>
          <a:prstGeom prst="line">
            <a:avLst/>
          </a:prstGeom>
        </p:spPr>
        <p:style>
          <a:lnRef idx="2">
            <a:schemeClr val="dk1"/>
          </a:lnRef>
          <a:fillRef idx="0">
            <a:schemeClr val="dk1"/>
          </a:fillRef>
          <a:effectRef idx="1">
            <a:schemeClr val="dk1"/>
          </a:effectRef>
          <a:fontRef idx="minor">
            <a:schemeClr val="tx1"/>
          </a:fontRef>
        </p:style>
      </p:cxnSp>
      <p:sp>
        <p:nvSpPr>
          <p:cNvPr id="55" name="Google Shape;208;p33">
            <a:extLst>
              <a:ext uri="{FF2B5EF4-FFF2-40B4-BE49-F238E27FC236}">
                <a16:creationId xmlns:a16="http://schemas.microsoft.com/office/drawing/2014/main" id="{6F9F57B5-02CD-A8FF-C2F2-1961B8D39C2F}"/>
              </a:ext>
            </a:extLst>
          </p:cNvPr>
          <p:cNvSpPr txBox="1"/>
          <p:nvPr/>
        </p:nvSpPr>
        <p:spPr>
          <a:xfrm>
            <a:off x="8322460" y="4428010"/>
            <a:ext cx="1120401" cy="805215"/>
          </a:xfrm>
          <a:prstGeom prst="rect">
            <a:avLst/>
          </a:prstGeom>
          <a:solidFill>
            <a:schemeClr val="lt1"/>
          </a:solidFill>
          <a:ln w="25400" cap="flat" cmpd="sng">
            <a:solidFill>
              <a:schemeClr val="dk1"/>
            </a:solidFill>
            <a:prstDash val="solid"/>
            <a:round/>
            <a:headEnd type="none" w="sm" len="sm"/>
            <a:tailEnd type="none" w="sm" len="sm"/>
          </a:ln>
        </p:spPr>
        <p:txBody>
          <a:bodyPr spcFirstLastPara="1" wrap="square" lIns="91425" tIns="45700" rIns="91425" bIns="45700" anchor="t" anchorCtr="0">
            <a:noAutofit/>
          </a:bodyPr>
          <a:lstStyle/>
          <a:p>
            <a:pPr lvl="0" algn="ctr"/>
            <a:r>
              <a:rPr lang="es-419" sz="1200" dirty="0">
                <a:solidFill>
                  <a:schemeClr val="dk1"/>
                </a:solidFill>
                <a:latin typeface="Calibri"/>
                <a:ea typeface="Calibri"/>
                <a:cs typeface="Calibri"/>
                <a:sym typeface="Calibri"/>
              </a:rPr>
              <a:t>session user.id</a:t>
            </a:r>
          </a:p>
          <a:p>
            <a:pPr lvl="0" algn="ctr"/>
            <a:r>
              <a:rPr lang="es-419" sz="1200" dirty="0">
                <a:solidFill>
                  <a:schemeClr val="dk1"/>
                </a:solidFill>
                <a:latin typeface="Calibri"/>
                <a:ea typeface="Calibri"/>
                <a:cs typeface="Calibri"/>
                <a:sym typeface="Calibri"/>
              </a:rPr>
              <a:t>task.id</a:t>
            </a:r>
          </a:p>
          <a:p>
            <a:pPr lvl="0" algn="ctr"/>
            <a:r>
              <a:rPr lang="es-419" sz="1200" dirty="0">
                <a:solidFill>
                  <a:schemeClr val="dk1"/>
                </a:solidFill>
                <a:latin typeface="Calibri"/>
                <a:ea typeface="Calibri"/>
                <a:cs typeface="Calibri"/>
                <a:sym typeface="Calibri"/>
              </a:rPr>
              <a:t>month</a:t>
            </a:r>
          </a:p>
          <a:p>
            <a:pPr lvl="0" algn="ctr"/>
            <a:r>
              <a:rPr lang="es-419" sz="1200" dirty="0">
                <a:solidFill>
                  <a:schemeClr val="dk1"/>
                </a:solidFill>
                <a:latin typeface="Calibri"/>
                <a:ea typeface="Calibri"/>
                <a:cs typeface="Calibri"/>
                <a:sym typeface="Calibri"/>
              </a:rPr>
              <a:t>workedHours</a:t>
            </a:r>
            <a:endParaRPr sz="1200" dirty="0">
              <a:solidFill>
                <a:schemeClr val="dk1"/>
              </a:solidFill>
              <a:latin typeface="Calibri"/>
              <a:ea typeface="Calibri"/>
              <a:cs typeface="Calibri"/>
              <a:sym typeface="Calibri"/>
            </a:endParaRPr>
          </a:p>
        </p:txBody>
      </p:sp>
      <p:cxnSp>
        <p:nvCxnSpPr>
          <p:cNvPr id="56" name="Elbow Connector 55">
            <a:extLst>
              <a:ext uri="{FF2B5EF4-FFF2-40B4-BE49-F238E27FC236}">
                <a16:creationId xmlns:a16="http://schemas.microsoft.com/office/drawing/2014/main" id="{8F99DBE7-34BF-012B-E132-23AB4F74A444}"/>
              </a:ext>
            </a:extLst>
          </p:cNvPr>
          <p:cNvCxnSpPr>
            <a:cxnSpLocks/>
          </p:cNvCxnSpPr>
          <p:nvPr/>
        </p:nvCxnSpPr>
        <p:spPr>
          <a:xfrm rot="5400000">
            <a:off x="7679249" y="5153519"/>
            <a:ext cx="105139" cy="1393637"/>
          </a:xfrm>
          <a:prstGeom prst="bentConnector2">
            <a:avLst/>
          </a:prstGeom>
          <a:ln>
            <a:tailEnd type="arrow"/>
          </a:ln>
        </p:spPr>
        <p:style>
          <a:lnRef idx="2">
            <a:schemeClr val="accent1"/>
          </a:lnRef>
          <a:fillRef idx="0">
            <a:schemeClr val="accent1"/>
          </a:fillRef>
          <a:effectRef idx="1">
            <a:schemeClr val="accent1"/>
          </a:effectRef>
          <a:fontRef idx="minor">
            <a:schemeClr val="tx1"/>
          </a:fontRef>
        </p:style>
      </p:cxnSp>
      <p:sp>
        <p:nvSpPr>
          <p:cNvPr id="61" name="Oval 60">
            <a:extLst>
              <a:ext uri="{FF2B5EF4-FFF2-40B4-BE49-F238E27FC236}">
                <a16:creationId xmlns:a16="http://schemas.microsoft.com/office/drawing/2014/main" id="{5BB90FE6-786A-28EC-1BAC-9E9477836FB1}"/>
              </a:ext>
            </a:extLst>
          </p:cNvPr>
          <p:cNvSpPr/>
          <p:nvPr/>
        </p:nvSpPr>
        <p:spPr>
          <a:xfrm>
            <a:off x="5686010" y="4979693"/>
            <a:ext cx="288032" cy="288032"/>
          </a:xfrm>
          <a:prstGeom prst="ellipse">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latin typeface="Calibri" panose="020F0502020204030204" pitchFamily="34" charset="0"/>
              <a:cs typeface="Calibri" panose="020F0502020204030204" pitchFamily="34" charset="0"/>
            </a:endParaRPr>
          </a:p>
        </p:txBody>
      </p:sp>
      <p:sp>
        <p:nvSpPr>
          <p:cNvPr id="21" name="Parallelogram 20">
            <a:extLst>
              <a:ext uri="{FF2B5EF4-FFF2-40B4-BE49-F238E27FC236}">
                <a16:creationId xmlns:a16="http://schemas.microsoft.com/office/drawing/2014/main" id="{E2F149F0-FBF5-76D1-206F-D18334D1BD34}"/>
              </a:ext>
            </a:extLst>
          </p:cNvPr>
          <p:cNvSpPr/>
          <p:nvPr/>
        </p:nvSpPr>
        <p:spPr>
          <a:xfrm>
            <a:off x="7832102" y="1902098"/>
            <a:ext cx="1790529" cy="556639"/>
          </a:xfrm>
          <a:prstGeom prst="parallelogram">
            <a:avLst/>
          </a:prstGeom>
        </p:spPr>
        <p:style>
          <a:lnRef idx="2">
            <a:schemeClr val="accent2"/>
          </a:lnRef>
          <a:fillRef idx="1">
            <a:schemeClr val="lt1"/>
          </a:fillRef>
          <a:effectRef idx="0">
            <a:schemeClr val="accent2"/>
          </a:effectRef>
          <a:fontRef idx="minor">
            <a:schemeClr val="dk1"/>
          </a:fontRef>
        </p:style>
        <p:txBody>
          <a:bodyPr rtlCol="0" anchor="ctr"/>
          <a:lstStyle/>
          <a:p>
            <a:pPr algn="ctr"/>
            <a:r>
              <a:rPr lang="en-US" sz="1400" dirty="0" err="1">
                <a:latin typeface="Calibri" panose="020F0502020204030204" pitchFamily="34" charset="0"/>
                <a:cs typeface="Calibri" panose="020F0502020204030204" pitchFamily="34" charset="0"/>
              </a:rPr>
              <a:t>GetCollaboratorTimesheet</a:t>
            </a:r>
            <a:endParaRPr lang="en-US" sz="1400" dirty="0">
              <a:latin typeface="Calibri" panose="020F0502020204030204" pitchFamily="34" charset="0"/>
              <a:cs typeface="Calibri" panose="020F0502020204030204" pitchFamily="34" charset="0"/>
            </a:endParaRPr>
          </a:p>
        </p:txBody>
      </p:sp>
      <p:sp>
        <p:nvSpPr>
          <p:cNvPr id="52" name="Parallelogram 51">
            <a:extLst>
              <a:ext uri="{FF2B5EF4-FFF2-40B4-BE49-F238E27FC236}">
                <a16:creationId xmlns:a16="http://schemas.microsoft.com/office/drawing/2014/main" id="{6E0F1611-4F1F-1FB0-62DD-BA7D123CFFA7}"/>
              </a:ext>
            </a:extLst>
          </p:cNvPr>
          <p:cNvSpPr/>
          <p:nvPr/>
        </p:nvSpPr>
        <p:spPr>
          <a:xfrm>
            <a:off x="7832101" y="5362514"/>
            <a:ext cx="2083423" cy="467489"/>
          </a:xfrm>
          <a:prstGeom prst="parallelogram">
            <a:avLst/>
          </a:prstGeom>
        </p:spPr>
        <p:style>
          <a:lnRef idx="2">
            <a:schemeClr val="accent2"/>
          </a:lnRef>
          <a:fillRef idx="1">
            <a:schemeClr val="lt1"/>
          </a:fillRef>
          <a:effectRef idx="0">
            <a:schemeClr val="accent2"/>
          </a:effectRef>
          <a:fontRef idx="minor">
            <a:schemeClr val="dk1"/>
          </a:fontRef>
        </p:style>
        <p:txBody>
          <a:bodyPr rtlCol="0" anchor="ctr"/>
          <a:lstStyle/>
          <a:p>
            <a:pPr algn="ctr"/>
            <a:r>
              <a:rPr lang="en-US" sz="1400" dirty="0" err="1">
                <a:latin typeface="Calibri" panose="020F0502020204030204" pitchFamily="34" charset="0"/>
                <a:cs typeface="Calibri" panose="020F0502020204030204" pitchFamily="34" charset="0"/>
              </a:rPr>
              <a:t>UpdateCollaboratorWorkedHours</a:t>
            </a:r>
            <a:endParaRPr lang="en-US" sz="1400" dirty="0">
              <a:latin typeface="Calibri" panose="020F0502020204030204" pitchFamily="34" charset="0"/>
              <a:cs typeface="Calibri" panose="020F0502020204030204" pitchFamily="34" charset="0"/>
            </a:endParaRPr>
          </a:p>
        </p:txBody>
      </p:sp>
    </p:spTree>
    <p:extLst>
      <p:ext uri="{BB962C8B-B14F-4D97-AF65-F5344CB8AC3E}">
        <p14:creationId xmlns:p14="http://schemas.microsoft.com/office/powerpoint/2010/main" val="381961403"/>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1DCBDA2-BF81-0A00-6416-4980B6FA8BD6}"/>
            </a:ext>
          </a:extLst>
        </p:cNvPr>
        <p:cNvGrpSpPr/>
        <p:nvPr/>
      </p:nvGrpSpPr>
      <p:grpSpPr>
        <a:xfrm>
          <a:off x="0" y="0"/>
          <a:ext cx="0" cy="0"/>
          <a:chOff x="0" y="0"/>
          <a:chExt cx="0" cy="0"/>
        </a:xfrm>
      </p:grpSpPr>
      <p:pic>
        <p:nvPicPr>
          <p:cNvPr id="12" name="Picture 11">
            <a:extLst>
              <a:ext uri="{FF2B5EF4-FFF2-40B4-BE49-F238E27FC236}">
                <a16:creationId xmlns:a16="http://schemas.microsoft.com/office/drawing/2014/main" id="{DC235FDC-04A3-C7B5-4B3F-B12239CAA77D}"/>
              </a:ext>
            </a:extLst>
          </p:cNvPr>
          <p:cNvPicPr>
            <a:picLocks noChangeAspect="1"/>
          </p:cNvPicPr>
          <p:nvPr/>
        </p:nvPicPr>
        <p:blipFill>
          <a:blip r:embed="rId2"/>
          <a:stretch>
            <a:fillRect/>
          </a:stretch>
        </p:blipFill>
        <p:spPr>
          <a:xfrm>
            <a:off x="1446520" y="2711318"/>
            <a:ext cx="9298958" cy="2646489"/>
          </a:xfrm>
          <a:prstGeom prst="rect">
            <a:avLst/>
          </a:prstGeom>
        </p:spPr>
      </p:pic>
      <p:sp>
        <p:nvSpPr>
          <p:cNvPr id="13" name="Google Shape;135;p26">
            <a:extLst>
              <a:ext uri="{FF2B5EF4-FFF2-40B4-BE49-F238E27FC236}">
                <a16:creationId xmlns:a16="http://schemas.microsoft.com/office/drawing/2014/main" id="{0938E14F-346A-3745-151B-ABE3263D7C6C}"/>
              </a:ext>
            </a:extLst>
          </p:cNvPr>
          <p:cNvSpPr txBox="1">
            <a:spLocks/>
          </p:cNvSpPr>
          <p:nvPr/>
        </p:nvSpPr>
        <p:spPr>
          <a:xfrm>
            <a:off x="426631" y="258833"/>
            <a:ext cx="11338737" cy="1143000"/>
          </a:xfrm>
          <a:prstGeom prst="rect">
            <a:avLst/>
          </a:prstGeom>
          <a:noFill/>
          <a:ln>
            <a:noFill/>
          </a:ln>
        </p:spPr>
        <p:txBody>
          <a:bodyPr spcFirstLastPara="1" wrap="square" lIns="107269" tIns="53620" rIns="107269" bIns="53620" anchor="ctr" anchorCtr="0">
            <a:noAutofit/>
          </a:bodyPr>
          <a:lstStyle>
            <a:defPPr marR="0" lvl="0" algn="l" rtl="0">
              <a:lnSpc>
                <a:spcPct val="100000"/>
              </a:lnSpc>
              <a:spcBef>
                <a:spcPts val="0"/>
              </a:spcBef>
              <a:spcAft>
                <a:spcPts val="0"/>
              </a:spcAft>
            </a:defPPr>
            <a:lvl1pPr marR="0" lvl="0" algn="ctr" rtl="0">
              <a:lnSpc>
                <a:spcPct val="100000"/>
              </a:lnSpc>
              <a:spcBef>
                <a:spcPts val="0"/>
              </a:spcBef>
              <a:spcAft>
                <a:spcPts val="0"/>
              </a:spcAft>
              <a:buClr>
                <a:schemeClr val="dk1"/>
              </a:buClr>
              <a:buSzPts val="1800"/>
              <a:buFont typeface="Calibri"/>
              <a:buNone/>
              <a:defRPr sz="44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9pPr>
          </a:lstStyle>
          <a:p>
            <a:r>
              <a:rPr lang="en-US" noProof="1">
                <a:latin typeface="Calibri" panose="020F0502020204030204" pitchFamily="34" charset="0"/>
                <a:cs typeface="Calibri" panose="020F0502020204030204" pitchFamily="34" charset="0"/>
              </a:rPr>
              <a:t>Statechart (</a:t>
            </a:r>
            <a:r>
              <a:rPr lang="en-US" noProof="1"/>
              <a:t>login</a:t>
            </a:r>
            <a:r>
              <a:rPr lang="en-US" noProof="1">
                <a:latin typeface="Calibri" panose="020F0502020204030204" pitchFamily="34" charset="0"/>
                <a:cs typeface="Calibri" panose="020F0502020204030204" pitchFamily="34" charset="0"/>
              </a:rPr>
              <a:t>)</a:t>
            </a:r>
          </a:p>
        </p:txBody>
      </p:sp>
    </p:spTree>
    <p:extLst>
      <p:ext uri="{BB962C8B-B14F-4D97-AF65-F5344CB8AC3E}">
        <p14:creationId xmlns:p14="http://schemas.microsoft.com/office/powerpoint/2010/main" val="2759670519"/>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706609B-363E-5750-C3A6-FCFA8CE146D9}"/>
            </a:ext>
          </a:extLst>
        </p:cNvPr>
        <p:cNvGrpSpPr/>
        <p:nvPr/>
      </p:nvGrpSpPr>
      <p:grpSpPr>
        <a:xfrm>
          <a:off x="0" y="0"/>
          <a:ext cx="0" cy="0"/>
          <a:chOff x="0" y="0"/>
          <a:chExt cx="0" cy="0"/>
        </a:xfrm>
      </p:grpSpPr>
      <p:sp>
        <p:nvSpPr>
          <p:cNvPr id="13" name="Google Shape;135;p26">
            <a:extLst>
              <a:ext uri="{FF2B5EF4-FFF2-40B4-BE49-F238E27FC236}">
                <a16:creationId xmlns:a16="http://schemas.microsoft.com/office/drawing/2014/main" id="{A6C76EA8-8E13-1928-EF0E-2529D4719F01}"/>
              </a:ext>
            </a:extLst>
          </p:cNvPr>
          <p:cNvSpPr txBox="1">
            <a:spLocks/>
          </p:cNvSpPr>
          <p:nvPr/>
        </p:nvSpPr>
        <p:spPr>
          <a:xfrm>
            <a:off x="426631" y="258833"/>
            <a:ext cx="11338737" cy="1143000"/>
          </a:xfrm>
          <a:prstGeom prst="rect">
            <a:avLst/>
          </a:prstGeom>
          <a:noFill/>
          <a:ln>
            <a:noFill/>
          </a:ln>
        </p:spPr>
        <p:txBody>
          <a:bodyPr spcFirstLastPara="1" wrap="square" lIns="107269" tIns="53620" rIns="107269" bIns="53620" anchor="ctr" anchorCtr="0">
            <a:noAutofit/>
          </a:bodyPr>
          <a:lstStyle>
            <a:defPPr marR="0" lvl="0" algn="l" rtl="0">
              <a:lnSpc>
                <a:spcPct val="100000"/>
              </a:lnSpc>
              <a:spcBef>
                <a:spcPts val="0"/>
              </a:spcBef>
              <a:spcAft>
                <a:spcPts val="0"/>
              </a:spcAft>
            </a:defPPr>
            <a:lvl1pPr marR="0" lvl="0" algn="ctr" rtl="0">
              <a:lnSpc>
                <a:spcPct val="100000"/>
              </a:lnSpc>
              <a:spcBef>
                <a:spcPts val="0"/>
              </a:spcBef>
              <a:spcAft>
                <a:spcPts val="0"/>
              </a:spcAft>
              <a:buClr>
                <a:schemeClr val="dk1"/>
              </a:buClr>
              <a:buSzPts val="1800"/>
              <a:buFont typeface="Calibri"/>
              <a:buNone/>
              <a:defRPr sz="44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9pPr>
          </a:lstStyle>
          <a:p>
            <a:r>
              <a:rPr lang="en-US" noProof="1">
                <a:latin typeface="Calibri" panose="020F0502020204030204" pitchFamily="34" charset="0"/>
                <a:cs typeface="Calibri" panose="020F0502020204030204" pitchFamily="34" charset="0"/>
              </a:rPr>
              <a:t>Statechart (admin)</a:t>
            </a:r>
          </a:p>
        </p:txBody>
      </p:sp>
      <p:pic>
        <p:nvPicPr>
          <p:cNvPr id="5" name="Picture 4">
            <a:extLst>
              <a:ext uri="{FF2B5EF4-FFF2-40B4-BE49-F238E27FC236}">
                <a16:creationId xmlns:a16="http://schemas.microsoft.com/office/drawing/2014/main" id="{53201C59-50D2-EE0C-B9CF-B9C8A59A5FFB}"/>
              </a:ext>
            </a:extLst>
          </p:cNvPr>
          <p:cNvPicPr>
            <a:picLocks noChangeAspect="1"/>
          </p:cNvPicPr>
          <p:nvPr/>
        </p:nvPicPr>
        <p:blipFill>
          <a:blip r:embed="rId2"/>
          <a:srcRect b="17305"/>
          <a:stretch>
            <a:fillRect/>
          </a:stretch>
        </p:blipFill>
        <p:spPr>
          <a:xfrm>
            <a:off x="2850548" y="1186774"/>
            <a:ext cx="6490902" cy="5671226"/>
          </a:xfrm>
          <a:prstGeom prst="rect">
            <a:avLst/>
          </a:prstGeom>
        </p:spPr>
      </p:pic>
    </p:spTree>
    <p:extLst>
      <p:ext uri="{BB962C8B-B14F-4D97-AF65-F5344CB8AC3E}">
        <p14:creationId xmlns:p14="http://schemas.microsoft.com/office/powerpoint/2010/main" val="2905393410"/>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C345768-E023-B6EE-5A34-E4019A6EA311}"/>
            </a:ext>
          </a:extLst>
        </p:cNvPr>
        <p:cNvGrpSpPr/>
        <p:nvPr/>
      </p:nvGrpSpPr>
      <p:grpSpPr>
        <a:xfrm>
          <a:off x="0" y="0"/>
          <a:ext cx="0" cy="0"/>
          <a:chOff x="0" y="0"/>
          <a:chExt cx="0" cy="0"/>
        </a:xfrm>
      </p:grpSpPr>
      <p:sp>
        <p:nvSpPr>
          <p:cNvPr id="13" name="Google Shape;135;p26">
            <a:extLst>
              <a:ext uri="{FF2B5EF4-FFF2-40B4-BE49-F238E27FC236}">
                <a16:creationId xmlns:a16="http://schemas.microsoft.com/office/drawing/2014/main" id="{902F86C8-41CB-392B-4567-E2A7106E20D1}"/>
              </a:ext>
            </a:extLst>
          </p:cNvPr>
          <p:cNvSpPr txBox="1">
            <a:spLocks/>
          </p:cNvSpPr>
          <p:nvPr/>
        </p:nvSpPr>
        <p:spPr>
          <a:xfrm>
            <a:off x="426631" y="258833"/>
            <a:ext cx="11338737" cy="1143000"/>
          </a:xfrm>
          <a:prstGeom prst="rect">
            <a:avLst/>
          </a:prstGeom>
          <a:noFill/>
          <a:ln>
            <a:noFill/>
          </a:ln>
        </p:spPr>
        <p:txBody>
          <a:bodyPr spcFirstLastPara="1" wrap="square" lIns="107269" tIns="53620" rIns="107269" bIns="53620" anchor="ctr" anchorCtr="0">
            <a:noAutofit/>
          </a:bodyPr>
          <a:lstStyle>
            <a:defPPr marR="0" lvl="0" algn="l" rtl="0">
              <a:lnSpc>
                <a:spcPct val="100000"/>
              </a:lnSpc>
              <a:spcBef>
                <a:spcPts val="0"/>
              </a:spcBef>
              <a:spcAft>
                <a:spcPts val="0"/>
              </a:spcAft>
            </a:defPPr>
            <a:lvl1pPr marR="0" lvl="0" algn="ctr" rtl="0">
              <a:lnSpc>
                <a:spcPct val="100000"/>
              </a:lnSpc>
              <a:spcBef>
                <a:spcPts val="0"/>
              </a:spcBef>
              <a:spcAft>
                <a:spcPts val="0"/>
              </a:spcAft>
              <a:buClr>
                <a:schemeClr val="dk1"/>
              </a:buClr>
              <a:buSzPts val="1800"/>
              <a:buFont typeface="Calibri"/>
              <a:buNone/>
              <a:defRPr sz="44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9pPr>
          </a:lstStyle>
          <a:p>
            <a:r>
              <a:rPr lang="en-US" noProof="1">
                <a:latin typeface="Calibri" panose="020F0502020204030204" pitchFamily="34" charset="0"/>
                <a:cs typeface="Calibri" panose="020F0502020204030204" pitchFamily="34" charset="0"/>
              </a:rPr>
              <a:t>Statechart (manager)</a:t>
            </a:r>
          </a:p>
        </p:txBody>
      </p:sp>
      <p:pic>
        <p:nvPicPr>
          <p:cNvPr id="3" name="Picture 2">
            <a:extLst>
              <a:ext uri="{FF2B5EF4-FFF2-40B4-BE49-F238E27FC236}">
                <a16:creationId xmlns:a16="http://schemas.microsoft.com/office/drawing/2014/main" id="{4AD814ED-F4FE-79EE-D59C-53927447FAEF}"/>
              </a:ext>
            </a:extLst>
          </p:cNvPr>
          <p:cNvPicPr>
            <a:picLocks noChangeAspect="1"/>
          </p:cNvPicPr>
          <p:nvPr/>
        </p:nvPicPr>
        <p:blipFill>
          <a:blip r:embed="rId2"/>
          <a:srcRect b="19382"/>
          <a:stretch>
            <a:fillRect/>
          </a:stretch>
        </p:blipFill>
        <p:spPr>
          <a:xfrm>
            <a:off x="2551580" y="1329211"/>
            <a:ext cx="7088837" cy="5528789"/>
          </a:xfrm>
          <a:prstGeom prst="rect">
            <a:avLst/>
          </a:prstGeom>
        </p:spPr>
      </p:pic>
    </p:spTree>
    <p:extLst>
      <p:ext uri="{BB962C8B-B14F-4D97-AF65-F5344CB8AC3E}">
        <p14:creationId xmlns:p14="http://schemas.microsoft.com/office/powerpoint/2010/main" val="1085254969"/>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48E7BAD-2EF4-B922-0D57-5901359FEF7A}"/>
            </a:ext>
          </a:extLst>
        </p:cNvPr>
        <p:cNvGrpSpPr/>
        <p:nvPr/>
      </p:nvGrpSpPr>
      <p:grpSpPr>
        <a:xfrm>
          <a:off x="0" y="0"/>
          <a:ext cx="0" cy="0"/>
          <a:chOff x="0" y="0"/>
          <a:chExt cx="0" cy="0"/>
        </a:xfrm>
      </p:grpSpPr>
      <p:sp>
        <p:nvSpPr>
          <p:cNvPr id="13" name="Google Shape;135;p26">
            <a:extLst>
              <a:ext uri="{FF2B5EF4-FFF2-40B4-BE49-F238E27FC236}">
                <a16:creationId xmlns:a16="http://schemas.microsoft.com/office/drawing/2014/main" id="{BC782560-9959-825F-64E3-C3F9D87B08B2}"/>
              </a:ext>
            </a:extLst>
          </p:cNvPr>
          <p:cNvSpPr txBox="1">
            <a:spLocks/>
          </p:cNvSpPr>
          <p:nvPr/>
        </p:nvSpPr>
        <p:spPr>
          <a:xfrm>
            <a:off x="426631" y="258833"/>
            <a:ext cx="11338737" cy="1143000"/>
          </a:xfrm>
          <a:prstGeom prst="rect">
            <a:avLst/>
          </a:prstGeom>
          <a:noFill/>
          <a:ln>
            <a:noFill/>
          </a:ln>
        </p:spPr>
        <p:txBody>
          <a:bodyPr spcFirstLastPara="1" wrap="square" lIns="107269" tIns="53620" rIns="107269" bIns="53620" anchor="ctr" anchorCtr="0">
            <a:noAutofit/>
          </a:bodyPr>
          <a:lstStyle>
            <a:defPPr marR="0" lvl="0" algn="l" rtl="0">
              <a:lnSpc>
                <a:spcPct val="100000"/>
              </a:lnSpc>
              <a:spcBef>
                <a:spcPts val="0"/>
              </a:spcBef>
              <a:spcAft>
                <a:spcPts val="0"/>
              </a:spcAft>
            </a:defPPr>
            <a:lvl1pPr marR="0" lvl="0" algn="ctr" rtl="0">
              <a:lnSpc>
                <a:spcPct val="100000"/>
              </a:lnSpc>
              <a:spcBef>
                <a:spcPts val="0"/>
              </a:spcBef>
              <a:spcAft>
                <a:spcPts val="0"/>
              </a:spcAft>
              <a:buClr>
                <a:schemeClr val="dk1"/>
              </a:buClr>
              <a:buSzPts val="1800"/>
              <a:buFont typeface="Calibri"/>
              <a:buNone/>
              <a:defRPr sz="44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9pPr>
          </a:lstStyle>
          <a:p>
            <a:r>
              <a:rPr lang="en-US" noProof="1">
                <a:latin typeface="Calibri" panose="020F0502020204030204" pitchFamily="34" charset="0"/>
                <a:cs typeface="Calibri" panose="020F0502020204030204" pitchFamily="34" charset="0"/>
              </a:rPr>
              <a:t>Statechart (</a:t>
            </a:r>
            <a:r>
              <a:rPr lang="en-US" noProof="1"/>
              <a:t>collaborator</a:t>
            </a:r>
            <a:r>
              <a:rPr lang="en-US" noProof="1">
                <a:latin typeface="Calibri" panose="020F0502020204030204" pitchFamily="34" charset="0"/>
                <a:cs typeface="Calibri" panose="020F0502020204030204" pitchFamily="34" charset="0"/>
              </a:rPr>
              <a:t>)</a:t>
            </a:r>
          </a:p>
        </p:txBody>
      </p:sp>
      <p:pic>
        <p:nvPicPr>
          <p:cNvPr id="3" name="Picture 2">
            <a:extLst>
              <a:ext uri="{FF2B5EF4-FFF2-40B4-BE49-F238E27FC236}">
                <a16:creationId xmlns:a16="http://schemas.microsoft.com/office/drawing/2014/main" id="{7C4311FF-FD8F-3E0C-B2A2-E5CF2B66A866}"/>
              </a:ext>
            </a:extLst>
          </p:cNvPr>
          <p:cNvPicPr>
            <a:picLocks noChangeAspect="1"/>
          </p:cNvPicPr>
          <p:nvPr/>
        </p:nvPicPr>
        <p:blipFill>
          <a:blip r:embed="rId2"/>
          <a:srcRect b="15711"/>
          <a:stretch>
            <a:fillRect/>
          </a:stretch>
        </p:blipFill>
        <p:spPr>
          <a:xfrm>
            <a:off x="2615779" y="2781335"/>
            <a:ext cx="6960440" cy="2226669"/>
          </a:xfrm>
          <a:prstGeom prst="rect">
            <a:avLst/>
          </a:prstGeom>
        </p:spPr>
      </p:pic>
    </p:spTree>
    <p:extLst>
      <p:ext uri="{BB962C8B-B14F-4D97-AF65-F5344CB8AC3E}">
        <p14:creationId xmlns:p14="http://schemas.microsoft.com/office/powerpoint/2010/main" val="2935306149"/>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3394EE2-E6C0-5439-83D8-95C39C3F043F}"/>
            </a:ext>
          </a:extLst>
        </p:cNvPr>
        <p:cNvGrpSpPr/>
        <p:nvPr/>
      </p:nvGrpSpPr>
      <p:grpSpPr>
        <a:xfrm>
          <a:off x="0" y="0"/>
          <a:ext cx="0" cy="0"/>
          <a:chOff x="0" y="0"/>
          <a:chExt cx="0" cy="0"/>
        </a:xfrm>
      </p:grpSpPr>
      <p:sp>
        <p:nvSpPr>
          <p:cNvPr id="4" name="Google Shape;135;p26">
            <a:extLst>
              <a:ext uri="{FF2B5EF4-FFF2-40B4-BE49-F238E27FC236}">
                <a16:creationId xmlns:a16="http://schemas.microsoft.com/office/drawing/2014/main" id="{773A6F21-8976-6869-B87A-FCA20A821E08}"/>
              </a:ext>
            </a:extLst>
          </p:cNvPr>
          <p:cNvSpPr txBox="1">
            <a:spLocks/>
          </p:cNvSpPr>
          <p:nvPr/>
        </p:nvSpPr>
        <p:spPr>
          <a:xfrm>
            <a:off x="426631" y="258833"/>
            <a:ext cx="11338737" cy="1143000"/>
          </a:xfrm>
          <a:prstGeom prst="rect">
            <a:avLst/>
          </a:prstGeom>
          <a:noFill/>
          <a:ln>
            <a:noFill/>
          </a:ln>
        </p:spPr>
        <p:txBody>
          <a:bodyPr spcFirstLastPara="1" wrap="square" lIns="107269" tIns="53620" rIns="107269" bIns="53620" anchor="ctr" anchorCtr="0">
            <a:noAutofit/>
          </a:bodyPr>
          <a:lstStyle>
            <a:defPPr marR="0" lvl="0" algn="l" rtl="0">
              <a:lnSpc>
                <a:spcPct val="100000"/>
              </a:lnSpc>
              <a:spcBef>
                <a:spcPts val="0"/>
              </a:spcBef>
              <a:spcAft>
                <a:spcPts val="0"/>
              </a:spcAft>
            </a:defPPr>
            <a:lvl1pPr marR="0" lvl="0" algn="ctr" rtl="0">
              <a:lnSpc>
                <a:spcPct val="100000"/>
              </a:lnSpc>
              <a:spcBef>
                <a:spcPts val="0"/>
              </a:spcBef>
              <a:spcAft>
                <a:spcPts val="0"/>
              </a:spcAft>
              <a:buClr>
                <a:schemeClr val="dk1"/>
              </a:buClr>
              <a:buSzPts val="1800"/>
              <a:buFont typeface="Calibri"/>
              <a:buNone/>
              <a:defRPr sz="44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9pPr>
          </a:lstStyle>
          <a:p>
            <a:r>
              <a:rPr lang="en-US" noProof="1"/>
              <a:t>Server Side</a:t>
            </a:r>
          </a:p>
        </p:txBody>
      </p:sp>
      <p:sp>
        <p:nvSpPr>
          <p:cNvPr id="5" name="Google Shape;136;p26">
            <a:extLst>
              <a:ext uri="{FF2B5EF4-FFF2-40B4-BE49-F238E27FC236}">
                <a16:creationId xmlns:a16="http://schemas.microsoft.com/office/drawing/2014/main" id="{0BB68F61-E945-D60F-2411-503B766A7321}"/>
              </a:ext>
            </a:extLst>
          </p:cNvPr>
          <p:cNvSpPr txBox="1">
            <a:spLocks/>
          </p:cNvSpPr>
          <p:nvPr/>
        </p:nvSpPr>
        <p:spPr>
          <a:xfrm>
            <a:off x="426630" y="1381170"/>
            <a:ext cx="11338736" cy="5331476"/>
          </a:xfrm>
          <a:prstGeom prst="rect">
            <a:avLst/>
          </a:prstGeom>
          <a:noFill/>
          <a:ln>
            <a:noFill/>
          </a:ln>
        </p:spPr>
        <p:txBody>
          <a:bodyPr spcFirstLastPara="1" wrap="square" lIns="107269" tIns="53620" rIns="107269" bIns="53620" anchor="t" anchorCtr="0">
            <a:noAutofit/>
          </a:bodyPr>
          <a:lstStyle>
            <a:defPPr marR="0" lvl="0" algn="l" rtl="0">
              <a:lnSpc>
                <a:spcPct val="100000"/>
              </a:lnSpc>
              <a:spcBef>
                <a:spcPts val="0"/>
              </a:spcBef>
              <a:spcAft>
                <a:spcPts val="0"/>
              </a:spcAft>
            </a:defPPr>
            <a:lvl1pPr marL="536433" marR="0" lvl="0" indent="-402325" algn="l" rtl="0">
              <a:lnSpc>
                <a:spcPct val="100000"/>
              </a:lnSpc>
              <a:spcBef>
                <a:spcPts val="422"/>
              </a:spcBef>
              <a:spcAft>
                <a:spcPts val="0"/>
              </a:spcAft>
              <a:buClr>
                <a:schemeClr val="dk1"/>
              </a:buClr>
              <a:buSzPts val="1800"/>
              <a:buFont typeface="Arial"/>
              <a:buChar char="•"/>
              <a:defRPr sz="3200" b="0" i="0" u="none" strike="noStrike" cap="none">
                <a:solidFill>
                  <a:schemeClr val="dk1"/>
                </a:solidFill>
                <a:latin typeface="Calibri"/>
                <a:ea typeface="Calibri"/>
                <a:cs typeface="Calibri"/>
                <a:sym typeface="Calibri"/>
              </a:defRPr>
            </a:lvl1pPr>
            <a:lvl2pPr marL="1072866" marR="0" lvl="1" indent="-402325" algn="l" rtl="0">
              <a:lnSpc>
                <a:spcPct val="100000"/>
              </a:lnSpc>
              <a:spcBef>
                <a:spcPts val="422"/>
              </a:spcBef>
              <a:spcAft>
                <a:spcPts val="0"/>
              </a:spcAft>
              <a:buClr>
                <a:schemeClr val="dk1"/>
              </a:buClr>
              <a:buSzPts val="1800"/>
              <a:buFont typeface="Arial"/>
              <a:buChar char="–"/>
              <a:defRPr sz="2800" b="0" i="0" u="none" strike="noStrike" cap="none">
                <a:solidFill>
                  <a:schemeClr val="dk1"/>
                </a:solidFill>
                <a:latin typeface="Calibri"/>
                <a:ea typeface="Calibri"/>
                <a:cs typeface="Calibri"/>
                <a:sym typeface="Calibri"/>
              </a:defRPr>
            </a:lvl2pPr>
            <a:lvl3pPr marL="1609298" marR="0" lvl="2" indent="-402325" algn="l" rtl="0">
              <a:lnSpc>
                <a:spcPct val="100000"/>
              </a:lnSpc>
              <a:spcBef>
                <a:spcPts val="422"/>
              </a:spcBef>
              <a:spcAft>
                <a:spcPts val="0"/>
              </a:spcAft>
              <a:buClr>
                <a:schemeClr val="dk1"/>
              </a:buClr>
              <a:buSzPts val="1800"/>
              <a:buFont typeface="Arial"/>
              <a:buChar char="•"/>
              <a:defRPr sz="2400" b="0" i="0" u="none" strike="noStrike" cap="none">
                <a:solidFill>
                  <a:schemeClr val="dk1"/>
                </a:solidFill>
                <a:latin typeface="Calibri"/>
                <a:ea typeface="Calibri"/>
                <a:cs typeface="Calibri"/>
                <a:sym typeface="Calibri"/>
              </a:defRPr>
            </a:lvl3pPr>
            <a:lvl4pPr marL="2145731" marR="0" lvl="3"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4pPr>
            <a:lvl5pPr marL="2682164" marR="0" lvl="4"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5pPr>
            <a:lvl6pPr marL="3218597" marR="0" lvl="5"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6pPr>
            <a:lvl7pPr marL="3755029" marR="0" lvl="6"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7pPr>
            <a:lvl8pPr marL="4291462" marR="0" lvl="7"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8pPr>
            <a:lvl9pPr marL="4827895" marR="0" lvl="8"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9pPr>
          </a:lstStyle>
          <a:p>
            <a:pPr marL="0" indent="0">
              <a:spcBef>
                <a:spcPts val="0"/>
              </a:spcBef>
              <a:buClr>
                <a:srgbClr val="000000"/>
              </a:buClr>
              <a:buSzPts val="1100"/>
              <a:buNone/>
            </a:pPr>
            <a:r>
              <a:rPr lang="en-US" sz="1400" kern="0" noProof="1">
                <a:solidFill>
                  <a:schemeClr val="tx1"/>
                </a:solidFill>
              </a:rPr>
              <a:t>Nella versione JavaScript sono stati introdotti JavaBean specifici per modellare il contratto JSON tra client e server. I bean non rappresentano nuove entità del dominio, ma strutture di richiesta e risposta pensate per restituire al frontend dati già organizzati secondo le viste dell’applicazione.</a:t>
            </a:r>
          </a:p>
          <a:p>
            <a:pPr marL="0" indent="0">
              <a:spcBef>
                <a:spcPts val="1200"/>
              </a:spcBef>
              <a:buClr>
                <a:srgbClr val="000000"/>
              </a:buClr>
              <a:buSzPts val="1100"/>
              <a:buNone/>
            </a:pPr>
            <a:r>
              <a:rPr lang="en-US" sz="1400" kern="0" noProof="1">
                <a:solidFill>
                  <a:schemeClr val="tx1"/>
                </a:solidFill>
              </a:rPr>
              <a:t>Entity / Domain Beans</a:t>
            </a:r>
          </a:p>
          <a:p>
            <a:pPr marL="0" indent="0">
              <a:spcBef>
                <a:spcPts val="0"/>
              </a:spcBef>
              <a:buClr>
                <a:srgbClr val="000000"/>
              </a:buClr>
              <a:buSzPts val="1100"/>
              <a:buNone/>
            </a:pPr>
            <a:r>
              <a:rPr lang="en-US" sz="1400" kern="0" noProof="1">
                <a:solidFill>
                  <a:schemeClr val="tx1"/>
                </a:solidFill>
              </a:rPr>
              <a:t>     Project, WP, Task, User, ManagedTask, TaskWithHours</a:t>
            </a:r>
          </a:p>
          <a:p>
            <a:pPr marL="0" indent="0">
              <a:spcBef>
                <a:spcPts val="1200"/>
              </a:spcBef>
              <a:buClr>
                <a:srgbClr val="000000"/>
              </a:buClr>
              <a:buSzPts val="1100"/>
              <a:buNone/>
            </a:pPr>
            <a:r>
              <a:rPr lang="en-US" sz="1400" kern="0" noProof="1">
                <a:solidFill>
                  <a:schemeClr val="tx1"/>
                </a:solidFill>
              </a:rPr>
              <a:t>Enum e Login Bean</a:t>
            </a:r>
          </a:p>
          <a:p>
            <a:pPr marL="0" indent="0">
              <a:spcBef>
                <a:spcPts val="0"/>
              </a:spcBef>
              <a:buClr>
                <a:srgbClr val="000000"/>
              </a:buClr>
              <a:buSzPts val="1100"/>
              <a:buNone/>
            </a:pPr>
            <a:r>
              <a:rPr lang="en-US" sz="1400" kern="0" noProof="1">
                <a:solidFill>
                  <a:schemeClr val="tx1"/>
                </a:solidFill>
              </a:rPr>
              <a:t>     ProjectStatus, UserRole, UserLogin</a:t>
            </a:r>
          </a:p>
          <a:p>
            <a:pPr marL="0" indent="0">
              <a:spcBef>
                <a:spcPts val="1200"/>
              </a:spcBef>
              <a:buClr>
                <a:srgbClr val="000000"/>
              </a:buClr>
              <a:buSzPts val="1100"/>
              <a:buNone/>
            </a:pPr>
            <a:r>
              <a:rPr lang="en-US" sz="1400" kern="0" noProof="1">
                <a:solidFill>
                  <a:schemeClr val="tx1"/>
                </a:solidFill>
              </a:rPr>
              <a:t>Admin Request Bean</a:t>
            </a:r>
          </a:p>
          <a:p>
            <a:pPr marL="0" indent="0">
              <a:spcBef>
                <a:spcPts val="0"/>
              </a:spcBef>
              <a:buClr>
                <a:srgbClr val="000000"/>
              </a:buClr>
              <a:buSzPts val="1100"/>
              <a:buNone/>
            </a:pPr>
            <a:r>
              <a:rPr lang="en-US" sz="1400" kern="0" noProof="1">
                <a:solidFill>
                  <a:schemeClr val="tx1"/>
                </a:solidFill>
              </a:rPr>
              <a:t>     ProjectStructureBlueprint, WPBlueprint, TaskBlueprint</a:t>
            </a:r>
          </a:p>
          <a:p>
            <a:pPr marL="0" indent="0">
              <a:spcBef>
                <a:spcPts val="1200"/>
              </a:spcBef>
              <a:buClr>
                <a:srgbClr val="000000"/>
              </a:buClr>
              <a:buSzPts val="1100"/>
              <a:buNone/>
            </a:pPr>
            <a:r>
              <a:rPr lang="en-US" sz="1400" kern="0" noProof="1">
                <a:solidFill>
                  <a:schemeClr val="tx1"/>
                </a:solidFill>
              </a:rPr>
              <a:t>Admin Response Bean</a:t>
            </a:r>
          </a:p>
          <a:p>
            <a:pPr marL="0" indent="0">
              <a:spcBef>
                <a:spcPts val="0"/>
              </a:spcBef>
              <a:buClr>
                <a:srgbClr val="000000"/>
              </a:buClr>
              <a:buSzPts val="1100"/>
              <a:buNone/>
            </a:pPr>
            <a:r>
              <a:rPr lang="en-US" sz="1400" kern="0" noProof="1">
                <a:solidFill>
                  <a:schemeClr val="tx1"/>
                </a:solidFill>
              </a:rPr>
              <a:t>     AdminProjectStructureResponse, AdminWPStructureResponse</a:t>
            </a:r>
          </a:p>
          <a:p>
            <a:pPr marL="0" indent="0">
              <a:spcBef>
                <a:spcPts val="1200"/>
              </a:spcBef>
              <a:buClr>
                <a:srgbClr val="000000"/>
              </a:buClr>
              <a:buSzPts val="1100"/>
              <a:buNone/>
            </a:pPr>
            <a:r>
              <a:rPr lang="en-US" sz="1400" kern="0" noProof="1">
                <a:solidFill>
                  <a:schemeClr val="tx1"/>
                </a:solidFill>
              </a:rPr>
              <a:t>Manager Response Bean</a:t>
            </a:r>
          </a:p>
          <a:p>
            <a:pPr marL="0" indent="0">
              <a:spcBef>
                <a:spcPts val="0"/>
              </a:spcBef>
              <a:buClr>
                <a:srgbClr val="000000"/>
              </a:buClr>
              <a:buSzPts val="1100"/>
              <a:buNone/>
            </a:pPr>
            <a:r>
              <a:rPr lang="en-US" sz="1400" kern="0" noProof="1">
                <a:solidFill>
                  <a:schemeClr val="tx1"/>
                </a:solidFill>
              </a:rPr>
              <a:t>     ManagerTaskAssignmentResponse, ManagerProjectMonitoringResponse, ManagerWPMonitoringResponse, ManagerTaskMonitoringResponse,</a:t>
            </a:r>
          </a:p>
          <a:p>
            <a:pPr marL="0" indent="0">
              <a:spcBef>
                <a:spcPts val="0"/>
              </a:spcBef>
              <a:buClr>
                <a:srgbClr val="000000"/>
              </a:buClr>
              <a:buSzPts val="1100"/>
              <a:buNone/>
            </a:pPr>
            <a:r>
              <a:rPr lang="en-US" sz="1400" kern="0" noProof="1">
                <a:solidFill>
                  <a:schemeClr val="tx1"/>
                </a:solidFill>
              </a:rPr>
              <a:t>     ManagerCollaboratorReportResponse, ManagerCollaboratorProjectResponse, ManagerCollaboratorWPResponse, ManagerCollaboratorTaskResponse</a:t>
            </a:r>
          </a:p>
          <a:p>
            <a:pPr marL="0" indent="0">
              <a:spcBef>
                <a:spcPts val="1200"/>
              </a:spcBef>
              <a:buClr>
                <a:srgbClr val="000000"/>
              </a:buClr>
              <a:buSzPts val="1100"/>
              <a:buNone/>
            </a:pPr>
            <a:r>
              <a:rPr lang="en-US" sz="1400" kern="0" noProof="1">
                <a:solidFill>
                  <a:schemeClr val="tx1"/>
                </a:solidFill>
              </a:rPr>
              <a:t>Monthly Bean</a:t>
            </a:r>
          </a:p>
          <a:p>
            <a:pPr marL="0" indent="0">
              <a:spcBef>
                <a:spcPts val="0"/>
              </a:spcBef>
              <a:buClr>
                <a:srgbClr val="000000"/>
              </a:buClr>
              <a:buSzPts val="1100"/>
              <a:buNone/>
            </a:pPr>
            <a:r>
              <a:rPr lang="en-US" sz="1400" kern="0" noProof="1">
                <a:solidFill>
                  <a:schemeClr val="tx1"/>
                </a:solidFill>
              </a:rPr>
              <a:t>     ExpectedHoursMonth, TaskHoursMonth, WPHoursMonth, TaskWorkedHoursMonth, WPWorkedHoursMonth</a:t>
            </a:r>
          </a:p>
          <a:p>
            <a:pPr marL="0" indent="0">
              <a:spcBef>
                <a:spcPts val="1200"/>
              </a:spcBef>
              <a:buClr>
                <a:srgbClr val="000000"/>
              </a:buClr>
              <a:buSzPts val="1100"/>
              <a:buNone/>
            </a:pPr>
            <a:r>
              <a:rPr lang="en-US" sz="1400" kern="0" noProof="1">
                <a:solidFill>
                  <a:schemeClr val="tx1"/>
                </a:solidFill>
              </a:rPr>
              <a:t>Collaborator Response Bean</a:t>
            </a:r>
          </a:p>
          <a:p>
            <a:pPr marL="0" indent="0">
              <a:spcBef>
                <a:spcPts val="0"/>
              </a:spcBef>
              <a:buClr>
                <a:srgbClr val="000000"/>
              </a:buClr>
              <a:buSzPts val="1100"/>
              <a:buNone/>
            </a:pPr>
            <a:r>
              <a:rPr lang="en-US" sz="1400" kern="0" noProof="1">
                <a:solidFill>
                  <a:schemeClr val="tx1"/>
                </a:solidFill>
              </a:rPr>
              <a:t>     CollaboratorHomeResponse, CollaboratorProjectResponse, CollaboratorWPResponse, CollaboratorTaskResponse, CollaboratorTaskMonthResponse</a:t>
            </a:r>
          </a:p>
          <a:p>
            <a:pPr marL="0" indent="0">
              <a:spcBef>
                <a:spcPts val="0"/>
              </a:spcBef>
              <a:buClr>
                <a:srgbClr val="000000"/>
              </a:buClr>
              <a:buSzPts val="1100"/>
              <a:buNone/>
            </a:pPr>
            <a:endParaRPr lang="en-US" sz="1400" kern="0" noProof="1">
              <a:solidFill>
                <a:schemeClr val="tx1"/>
              </a:solidFill>
            </a:endParaRPr>
          </a:p>
          <a:p>
            <a:pPr marL="0" indent="0">
              <a:spcBef>
                <a:spcPts val="0"/>
              </a:spcBef>
              <a:buClr>
                <a:srgbClr val="000000"/>
              </a:buClr>
              <a:buSzPts val="1100"/>
              <a:buNone/>
            </a:pPr>
            <a:r>
              <a:rPr lang="en-US" sz="1400" kern="0" noProof="1">
                <a:solidFill>
                  <a:schemeClr val="tx1"/>
                </a:solidFill>
              </a:rPr>
              <a:t>Le liste mensili permettono di mantenere l’ordine dei mesi e di rappresentare tutte le colonne attese dal frontend. I valori null vengono mantenuti solo dove distinguono un dato non ancora definito da un valore esplicito pari a zero.</a:t>
            </a:r>
          </a:p>
        </p:txBody>
      </p:sp>
    </p:spTree>
    <p:extLst>
      <p:ext uri="{BB962C8B-B14F-4D97-AF65-F5344CB8AC3E}">
        <p14:creationId xmlns:p14="http://schemas.microsoft.com/office/powerpoint/2010/main" val="1041299725"/>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34CAD31-DF1B-FE06-0D8A-0D145127C8A9}"/>
            </a:ext>
          </a:extLst>
        </p:cNvPr>
        <p:cNvGrpSpPr/>
        <p:nvPr/>
      </p:nvGrpSpPr>
      <p:grpSpPr>
        <a:xfrm>
          <a:off x="0" y="0"/>
          <a:ext cx="0" cy="0"/>
          <a:chOff x="0" y="0"/>
          <a:chExt cx="0" cy="0"/>
        </a:xfrm>
      </p:grpSpPr>
      <p:sp>
        <p:nvSpPr>
          <p:cNvPr id="4" name="Google Shape;135;p26">
            <a:extLst>
              <a:ext uri="{FF2B5EF4-FFF2-40B4-BE49-F238E27FC236}">
                <a16:creationId xmlns:a16="http://schemas.microsoft.com/office/drawing/2014/main" id="{BFF9D52D-5AF8-2A34-44D6-F5185967CD89}"/>
              </a:ext>
            </a:extLst>
          </p:cNvPr>
          <p:cNvSpPr txBox="1">
            <a:spLocks/>
          </p:cNvSpPr>
          <p:nvPr/>
        </p:nvSpPr>
        <p:spPr>
          <a:xfrm>
            <a:off x="426631" y="258833"/>
            <a:ext cx="11338737" cy="1143000"/>
          </a:xfrm>
          <a:prstGeom prst="rect">
            <a:avLst/>
          </a:prstGeom>
          <a:noFill/>
          <a:ln>
            <a:noFill/>
          </a:ln>
        </p:spPr>
        <p:txBody>
          <a:bodyPr spcFirstLastPara="1" wrap="square" lIns="107269" tIns="53620" rIns="107269" bIns="53620" anchor="ctr" anchorCtr="0">
            <a:noAutofit/>
          </a:bodyPr>
          <a:lstStyle>
            <a:defPPr marR="0" lvl="0" algn="l" rtl="0">
              <a:lnSpc>
                <a:spcPct val="100000"/>
              </a:lnSpc>
              <a:spcBef>
                <a:spcPts val="0"/>
              </a:spcBef>
              <a:spcAft>
                <a:spcPts val="0"/>
              </a:spcAft>
            </a:defPPr>
            <a:lvl1pPr marR="0" lvl="0" algn="ctr" rtl="0">
              <a:lnSpc>
                <a:spcPct val="100000"/>
              </a:lnSpc>
              <a:spcBef>
                <a:spcPts val="0"/>
              </a:spcBef>
              <a:spcAft>
                <a:spcPts val="0"/>
              </a:spcAft>
              <a:buClr>
                <a:schemeClr val="dk1"/>
              </a:buClr>
              <a:buSzPts val="1800"/>
              <a:buFont typeface="Calibri"/>
              <a:buNone/>
              <a:defRPr sz="44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9pPr>
          </a:lstStyle>
          <a:p>
            <a:r>
              <a:rPr lang="en-US" noProof="1"/>
              <a:t>Server Side</a:t>
            </a:r>
          </a:p>
        </p:txBody>
      </p:sp>
      <p:sp>
        <p:nvSpPr>
          <p:cNvPr id="3" name="Google Shape;136;p26">
            <a:extLst>
              <a:ext uri="{FF2B5EF4-FFF2-40B4-BE49-F238E27FC236}">
                <a16:creationId xmlns:a16="http://schemas.microsoft.com/office/drawing/2014/main" id="{5D792E57-D044-396E-5360-785D28BA294F}"/>
              </a:ext>
            </a:extLst>
          </p:cNvPr>
          <p:cNvSpPr txBox="1">
            <a:spLocks/>
          </p:cNvSpPr>
          <p:nvPr/>
        </p:nvSpPr>
        <p:spPr>
          <a:xfrm>
            <a:off x="6095999" y="2450032"/>
            <a:ext cx="5986645" cy="1081926"/>
          </a:xfrm>
          <a:prstGeom prst="rect">
            <a:avLst/>
          </a:prstGeom>
          <a:noFill/>
          <a:ln>
            <a:noFill/>
          </a:ln>
        </p:spPr>
        <p:txBody>
          <a:bodyPr spcFirstLastPara="1" wrap="square" lIns="107269" tIns="53620" rIns="107269" bIns="53620" anchor="t" anchorCtr="0">
            <a:noAutofit/>
          </a:bodyPr>
          <a:lstStyle>
            <a:defPPr marR="0" lvl="0" algn="l" rtl="0">
              <a:lnSpc>
                <a:spcPct val="100000"/>
              </a:lnSpc>
              <a:spcBef>
                <a:spcPts val="0"/>
              </a:spcBef>
              <a:spcAft>
                <a:spcPts val="0"/>
              </a:spcAft>
            </a:defPPr>
            <a:lvl1pPr marL="536433" marR="0" lvl="0" indent="-402325" algn="l" rtl="0">
              <a:lnSpc>
                <a:spcPct val="100000"/>
              </a:lnSpc>
              <a:spcBef>
                <a:spcPts val="422"/>
              </a:spcBef>
              <a:spcAft>
                <a:spcPts val="0"/>
              </a:spcAft>
              <a:buClr>
                <a:schemeClr val="dk1"/>
              </a:buClr>
              <a:buSzPts val="1800"/>
              <a:buFont typeface="Arial"/>
              <a:buChar char="•"/>
              <a:defRPr sz="3200" b="0" i="0" u="none" strike="noStrike" cap="none">
                <a:solidFill>
                  <a:schemeClr val="dk1"/>
                </a:solidFill>
                <a:latin typeface="Calibri"/>
                <a:ea typeface="Calibri"/>
                <a:cs typeface="Calibri"/>
                <a:sym typeface="Calibri"/>
              </a:defRPr>
            </a:lvl1pPr>
            <a:lvl2pPr marL="1072866" marR="0" lvl="1" indent="-402325" algn="l" rtl="0">
              <a:lnSpc>
                <a:spcPct val="100000"/>
              </a:lnSpc>
              <a:spcBef>
                <a:spcPts val="422"/>
              </a:spcBef>
              <a:spcAft>
                <a:spcPts val="0"/>
              </a:spcAft>
              <a:buClr>
                <a:schemeClr val="dk1"/>
              </a:buClr>
              <a:buSzPts val="1800"/>
              <a:buFont typeface="Arial"/>
              <a:buChar char="–"/>
              <a:defRPr sz="2800" b="0" i="0" u="none" strike="noStrike" cap="none">
                <a:solidFill>
                  <a:schemeClr val="dk1"/>
                </a:solidFill>
                <a:latin typeface="Calibri"/>
                <a:ea typeface="Calibri"/>
                <a:cs typeface="Calibri"/>
                <a:sym typeface="Calibri"/>
              </a:defRPr>
            </a:lvl2pPr>
            <a:lvl3pPr marL="1609298" marR="0" lvl="2" indent="-402325" algn="l" rtl="0">
              <a:lnSpc>
                <a:spcPct val="100000"/>
              </a:lnSpc>
              <a:spcBef>
                <a:spcPts val="422"/>
              </a:spcBef>
              <a:spcAft>
                <a:spcPts val="0"/>
              </a:spcAft>
              <a:buClr>
                <a:schemeClr val="dk1"/>
              </a:buClr>
              <a:buSzPts val="1800"/>
              <a:buFont typeface="Arial"/>
              <a:buChar char="•"/>
              <a:defRPr sz="2400" b="0" i="0" u="none" strike="noStrike" cap="none">
                <a:solidFill>
                  <a:schemeClr val="dk1"/>
                </a:solidFill>
                <a:latin typeface="Calibri"/>
                <a:ea typeface="Calibri"/>
                <a:cs typeface="Calibri"/>
                <a:sym typeface="Calibri"/>
              </a:defRPr>
            </a:lvl3pPr>
            <a:lvl4pPr marL="2145731" marR="0" lvl="3"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4pPr>
            <a:lvl5pPr marL="2682164" marR="0" lvl="4"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5pPr>
            <a:lvl6pPr marL="3218597" marR="0" lvl="5"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6pPr>
            <a:lvl7pPr marL="3755029" marR="0" lvl="6"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7pPr>
            <a:lvl8pPr marL="4291462" marR="0" lvl="7"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8pPr>
            <a:lvl9pPr marL="4827895" marR="0" lvl="8"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9pPr>
          </a:lstStyle>
          <a:p>
            <a:pPr marL="285750" indent="-285750">
              <a:spcBef>
                <a:spcPts val="100"/>
              </a:spcBef>
              <a:buClr>
                <a:srgbClr val="000000"/>
              </a:buClr>
              <a:buSzPts val="1100"/>
            </a:pPr>
            <a:r>
              <a:rPr lang="en-US" sz="1400" kern="0" noProof="1">
                <a:solidFill>
                  <a:schemeClr val="tx1"/>
                </a:solidFill>
              </a:rPr>
              <a:t>Collaborator</a:t>
            </a:r>
          </a:p>
          <a:p>
            <a:pPr marL="536433" lvl="1" indent="0">
              <a:spcBef>
                <a:spcPts val="100"/>
              </a:spcBef>
              <a:buClr>
                <a:srgbClr val="000000"/>
              </a:buClr>
              <a:buSzPts val="1100"/>
              <a:buNone/>
            </a:pPr>
            <a:r>
              <a:rPr lang="en-US" sz="1400" kern="0" noProof="1">
                <a:solidFill>
                  <a:schemeClr val="tx1"/>
                </a:solidFill>
              </a:rPr>
              <a:t>GetCollaboratorTimesheet		Caricamento timesheet</a:t>
            </a:r>
          </a:p>
          <a:p>
            <a:pPr marL="536433" lvl="1" indent="0">
              <a:spcBef>
                <a:spcPts val="100"/>
              </a:spcBef>
              <a:buClr>
                <a:srgbClr val="000000"/>
              </a:buClr>
              <a:buSzPts val="1100"/>
              <a:buNone/>
            </a:pPr>
            <a:r>
              <a:rPr lang="en-US" sz="1400" kern="0" noProof="1">
                <a:solidFill>
                  <a:schemeClr val="tx1"/>
                </a:solidFill>
              </a:rPr>
              <a:t>UpdateCollaboratorWorkedHours	Aggiornamento ore lavorate</a:t>
            </a:r>
          </a:p>
        </p:txBody>
      </p:sp>
      <p:sp>
        <p:nvSpPr>
          <p:cNvPr id="5" name="Google Shape;136;p26">
            <a:extLst>
              <a:ext uri="{FF2B5EF4-FFF2-40B4-BE49-F238E27FC236}">
                <a16:creationId xmlns:a16="http://schemas.microsoft.com/office/drawing/2014/main" id="{2B2CE031-7B88-E111-9E20-2DC75D412676}"/>
              </a:ext>
            </a:extLst>
          </p:cNvPr>
          <p:cNvSpPr txBox="1">
            <a:spLocks/>
          </p:cNvSpPr>
          <p:nvPr/>
        </p:nvSpPr>
        <p:spPr>
          <a:xfrm>
            <a:off x="426631" y="1284348"/>
            <a:ext cx="6043972" cy="5428298"/>
          </a:xfrm>
          <a:prstGeom prst="rect">
            <a:avLst/>
          </a:prstGeom>
          <a:noFill/>
          <a:ln>
            <a:noFill/>
          </a:ln>
        </p:spPr>
        <p:txBody>
          <a:bodyPr spcFirstLastPara="1" wrap="square" lIns="107269" tIns="53620" rIns="107269" bIns="53620" anchor="t" anchorCtr="0">
            <a:noAutofit/>
          </a:bodyPr>
          <a:lstStyle>
            <a:defPPr marR="0" lvl="0" algn="l" rtl="0">
              <a:lnSpc>
                <a:spcPct val="100000"/>
              </a:lnSpc>
              <a:spcBef>
                <a:spcPts val="0"/>
              </a:spcBef>
              <a:spcAft>
                <a:spcPts val="0"/>
              </a:spcAft>
            </a:defPPr>
            <a:lvl1pPr marL="536433" marR="0" lvl="0" indent="-402325" algn="l" rtl="0">
              <a:lnSpc>
                <a:spcPct val="100000"/>
              </a:lnSpc>
              <a:spcBef>
                <a:spcPts val="422"/>
              </a:spcBef>
              <a:spcAft>
                <a:spcPts val="0"/>
              </a:spcAft>
              <a:buClr>
                <a:schemeClr val="dk1"/>
              </a:buClr>
              <a:buSzPts val="1800"/>
              <a:buFont typeface="Arial"/>
              <a:buChar char="•"/>
              <a:defRPr sz="3200" b="0" i="0" u="none" strike="noStrike" cap="none">
                <a:solidFill>
                  <a:schemeClr val="dk1"/>
                </a:solidFill>
                <a:latin typeface="Calibri"/>
                <a:ea typeface="Calibri"/>
                <a:cs typeface="Calibri"/>
                <a:sym typeface="Calibri"/>
              </a:defRPr>
            </a:lvl1pPr>
            <a:lvl2pPr marL="1072866" marR="0" lvl="1" indent="-402325" algn="l" rtl="0">
              <a:lnSpc>
                <a:spcPct val="100000"/>
              </a:lnSpc>
              <a:spcBef>
                <a:spcPts val="422"/>
              </a:spcBef>
              <a:spcAft>
                <a:spcPts val="0"/>
              </a:spcAft>
              <a:buClr>
                <a:schemeClr val="dk1"/>
              </a:buClr>
              <a:buSzPts val="1800"/>
              <a:buFont typeface="Arial"/>
              <a:buChar char="–"/>
              <a:defRPr sz="2800" b="0" i="0" u="none" strike="noStrike" cap="none">
                <a:solidFill>
                  <a:schemeClr val="dk1"/>
                </a:solidFill>
                <a:latin typeface="Calibri"/>
                <a:ea typeface="Calibri"/>
                <a:cs typeface="Calibri"/>
                <a:sym typeface="Calibri"/>
              </a:defRPr>
            </a:lvl2pPr>
            <a:lvl3pPr marL="1609298" marR="0" lvl="2" indent="-402325" algn="l" rtl="0">
              <a:lnSpc>
                <a:spcPct val="100000"/>
              </a:lnSpc>
              <a:spcBef>
                <a:spcPts val="422"/>
              </a:spcBef>
              <a:spcAft>
                <a:spcPts val="0"/>
              </a:spcAft>
              <a:buClr>
                <a:schemeClr val="dk1"/>
              </a:buClr>
              <a:buSzPts val="1800"/>
              <a:buFont typeface="Arial"/>
              <a:buChar char="•"/>
              <a:defRPr sz="2400" b="0" i="0" u="none" strike="noStrike" cap="none">
                <a:solidFill>
                  <a:schemeClr val="dk1"/>
                </a:solidFill>
                <a:latin typeface="Calibri"/>
                <a:ea typeface="Calibri"/>
                <a:cs typeface="Calibri"/>
                <a:sym typeface="Calibri"/>
              </a:defRPr>
            </a:lvl3pPr>
            <a:lvl4pPr marL="2145731" marR="0" lvl="3"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4pPr>
            <a:lvl5pPr marL="2682164" marR="0" lvl="4"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5pPr>
            <a:lvl6pPr marL="3218597" marR="0" lvl="5"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6pPr>
            <a:lvl7pPr marL="3755029" marR="0" lvl="6"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7pPr>
            <a:lvl8pPr marL="4291462" marR="0" lvl="7"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8pPr>
            <a:lvl9pPr marL="4827895" marR="0" lvl="8"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9pPr>
          </a:lstStyle>
          <a:p>
            <a:pPr marL="0" indent="0">
              <a:spcBef>
                <a:spcPts val="100"/>
              </a:spcBef>
              <a:buClr>
                <a:srgbClr val="000000"/>
              </a:buClr>
              <a:buSzPts val="1100"/>
              <a:buNone/>
            </a:pPr>
            <a:r>
              <a:rPr lang="en-US" sz="1600" kern="0" noProof="1">
                <a:solidFill>
                  <a:schemeClr val="tx1"/>
                </a:solidFill>
              </a:rPr>
              <a:t>Servlets:</a:t>
            </a:r>
          </a:p>
          <a:p>
            <a:pPr marL="285750" indent="-285750">
              <a:spcBef>
                <a:spcPts val="1000"/>
              </a:spcBef>
              <a:buClr>
                <a:srgbClr val="000000"/>
              </a:buClr>
              <a:buSzPts val="1100"/>
            </a:pPr>
            <a:r>
              <a:rPr lang="en-US" sz="1400" kern="0" noProof="1">
                <a:solidFill>
                  <a:schemeClr val="tx1"/>
                </a:solidFill>
              </a:rPr>
              <a:t>Auth:</a:t>
            </a:r>
          </a:p>
          <a:p>
            <a:pPr marL="536433" lvl="1" indent="0">
              <a:spcBef>
                <a:spcPts val="100"/>
              </a:spcBef>
              <a:buClr>
                <a:srgbClr val="000000"/>
              </a:buClr>
              <a:buSzPts val="1100"/>
              <a:buNone/>
            </a:pPr>
            <a:r>
              <a:rPr lang="en-US" sz="1400" kern="0" noProof="1">
                <a:solidFill>
                  <a:schemeClr val="tx1"/>
                </a:solidFill>
              </a:rPr>
              <a:t>Login	Autenticazione utente</a:t>
            </a:r>
          </a:p>
          <a:p>
            <a:pPr marL="536433" lvl="1" indent="0">
              <a:spcBef>
                <a:spcPts val="100"/>
              </a:spcBef>
              <a:buClr>
                <a:srgbClr val="000000"/>
              </a:buClr>
              <a:buSzPts val="1100"/>
              <a:buNone/>
            </a:pPr>
            <a:r>
              <a:rPr lang="en-US" sz="1400" kern="0" noProof="1">
                <a:solidFill>
                  <a:schemeClr val="tx1"/>
                </a:solidFill>
              </a:rPr>
              <a:t>Logout	Chiusura sessione</a:t>
            </a:r>
          </a:p>
          <a:p>
            <a:pPr marL="285750" indent="-285750">
              <a:spcBef>
                <a:spcPts val="1000"/>
              </a:spcBef>
              <a:buClr>
                <a:srgbClr val="000000"/>
              </a:buClr>
              <a:buSzPts val="1100"/>
            </a:pPr>
            <a:r>
              <a:rPr lang="en-US" sz="1400" kern="0" noProof="1">
                <a:solidFill>
                  <a:schemeClr val="tx1"/>
                </a:solidFill>
              </a:rPr>
              <a:t>Admin</a:t>
            </a:r>
          </a:p>
          <a:p>
            <a:pPr marL="536433" lvl="1" indent="0">
              <a:spcBef>
                <a:spcPts val="100"/>
              </a:spcBef>
              <a:buClr>
                <a:srgbClr val="000000"/>
              </a:buClr>
              <a:buSzPts val="1100"/>
              <a:buNone/>
            </a:pPr>
            <a:r>
              <a:rPr lang="en-US" sz="1400" kern="0" noProof="1">
                <a:solidFill>
                  <a:schemeClr val="tx1"/>
                </a:solidFill>
              </a:rPr>
              <a:t>GetTechnicalUsers	Recupero utenti tecnici</a:t>
            </a:r>
          </a:p>
          <a:p>
            <a:pPr marL="536433" lvl="1" indent="0">
              <a:spcBef>
                <a:spcPts val="100"/>
              </a:spcBef>
              <a:buClr>
                <a:srgbClr val="000000"/>
              </a:buClr>
              <a:buSzPts val="1100"/>
              <a:buNone/>
            </a:pPr>
            <a:r>
              <a:rPr lang="en-US" sz="1400" kern="0" noProof="1">
                <a:solidFill>
                  <a:schemeClr val="tx1"/>
                </a:solidFill>
              </a:rPr>
              <a:t>GetProjects		Recupero progetti admin</a:t>
            </a:r>
          </a:p>
          <a:p>
            <a:pPr marL="536433" lvl="1" indent="0">
              <a:spcBef>
                <a:spcPts val="100"/>
              </a:spcBef>
              <a:buClr>
                <a:srgbClr val="000000"/>
              </a:buClr>
              <a:buSzPts val="1100"/>
              <a:buNone/>
            </a:pPr>
            <a:r>
              <a:rPr lang="en-US" sz="1400" kern="0" noProof="1">
                <a:solidFill>
                  <a:schemeClr val="tx1"/>
                </a:solidFill>
              </a:rPr>
              <a:t>GetProjectStructure	Dettaglio struttura Progetto</a:t>
            </a:r>
          </a:p>
          <a:p>
            <a:pPr marL="536433" lvl="1" indent="0">
              <a:spcBef>
                <a:spcPts val="100"/>
              </a:spcBef>
              <a:buClr>
                <a:srgbClr val="000000"/>
              </a:buClr>
              <a:buSzPts val="1100"/>
              <a:buNone/>
            </a:pPr>
            <a:r>
              <a:rPr lang="en-US" sz="1400" kern="0" noProof="1">
                <a:solidFill>
                  <a:schemeClr val="tx1"/>
                </a:solidFill>
              </a:rPr>
              <a:t>CreateProjectStructure	Salvataggio progetto completo</a:t>
            </a:r>
          </a:p>
          <a:p>
            <a:pPr marL="285750" indent="-285750">
              <a:spcBef>
                <a:spcPts val="1000"/>
              </a:spcBef>
              <a:buClr>
                <a:srgbClr val="000000"/>
              </a:buClr>
              <a:buSzPts val="1100"/>
            </a:pPr>
            <a:r>
              <a:rPr lang="en-US" sz="1400" kern="0" noProof="1">
                <a:solidFill>
                  <a:schemeClr val="tx1"/>
                </a:solidFill>
              </a:rPr>
              <a:t>Manager</a:t>
            </a:r>
          </a:p>
          <a:p>
            <a:pPr marL="536433" lvl="1" indent="0">
              <a:spcBef>
                <a:spcPts val="100"/>
              </a:spcBef>
              <a:buClr>
                <a:srgbClr val="000000"/>
              </a:buClr>
              <a:buSzPts val="1100"/>
              <a:buNone/>
            </a:pPr>
            <a:r>
              <a:rPr lang="en-US" sz="1400" kern="0" noProof="1">
                <a:solidFill>
                  <a:schemeClr val="tx1"/>
                </a:solidFill>
              </a:rPr>
              <a:t>GetAssignableTasks	               Task ancora assegnabili</a:t>
            </a:r>
          </a:p>
          <a:p>
            <a:pPr marL="536433" lvl="1" indent="0">
              <a:spcBef>
                <a:spcPts val="100"/>
              </a:spcBef>
              <a:buClr>
                <a:srgbClr val="000000"/>
              </a:buClr>
              <a:buSzPts val="1100"/>
              <a:buNone/>
            </a:pPr>
            <a:r>
              <a:rPr lang="en-US" sz="1400" kern="0" noProof="1">
                <a:solidFill>
                  <a:schemeClr val="tx1"/>
                </a:solidFill>
              </a:rPr>
              <a:t>GetTaskAssignmentDetails	               Dettagli assegnamento task</a:t>
            </a:r>
          </a:p>
          <a:p>
            <a:pPr marL="536433" lvl="1" indent="0">
              <a:spcBef>
                <a:spcPts val="100"/>
              </a:spcBef>
              <a:buClr>
                <a:srgbClr val="000000"/>
              </a:buClr>
              <a:buSzPts val="1100"/>
              <a:buNone/>
            </a:pPr>
            <a:r>
              <a:rPr lang="en-US" sz="1400" kern="0" noProof="1">
                <a:solidFill>
                  <a:schemeClr val="tx1"/>
                </a:solidFill>
              </a:rPr>
              <a:t>SaveTaskAssignment	               Salvataggio ore e collaborator</a:t>
            </a:r>
          </a:p>
          <a:p>
            <a:pPr marL="536433" lvl="1" indent="0">
              <a:spcBef>
                <a:spcPts val="100"/>
              </a:spcBef>
              <a:buClr>
                <a:srgbClr val="000000"/>
              </a:buClr>
              <a:buSzPts val="1100"/>
              <a:buNone/>
            </a:pPr>
            <a:r>
              <a:rPr lang="en-US" sz="1400" kern="0" noProof="1">
                <a:solidFill>
                  <a:schemeClr val="tx1"/>
                </a:solidFill>
              </a:rPr>
              <a:t>AssignProject		               Passaggio a stato assegnato</a:t>
            </a:r>
          </a:p>
          <a:p>
            <a:pPr marL="536433" lvl="1" indent="0">
              <a:spcBef>
                <a:spcPts val="100"/>
              </a:spcBef>
              <a:buClr>
                <a:srgbClr val="000000"/>
              </a:buClr>
              <a:buSzPts val="1100"/>
              <a:buNone/>
            </a:pPr>
            <a:r>
              <a:rPr lang="en-US" sz="1400" kern="0" noProof="1">
                <a:solidFill>
                  <a:schemeClr val="tx1"/>
                </a:solidFill>
              </a:rPr>
              <a:t>GetTechnicalUsersExceptManager        Collaboratori disponibili</a:t>
            </a:r>
          </a:p>
          <a:p>
            <a:pPr marL="536433" lvl="1" indent="0">
              <a:spcBef>
                <a:spcPts val="100"/>
              </a:spcBef>
              <a:buClr>
                <a:srgbClr val="000000"/>
              </a:buClr>
              <a:buSzPts val="1100"/>
              <a:buNone/>
            </a:pPr>
            <a:r>
              <a:rPr lang="en-US" sz="1400" kern="0" noProof="1">
                <a:solidFill>
                  <a:schemeClr val="tx1"/>
                </a:solidFill>
              </a:rPr>
              <a:t>GetMonitorableProjects	               Progetti monitorabili</a:t>
            </a:r>
          </a:p>
          <a:p>
            <a:pPr marL="536433" lvl="1" indent="0">
              <a:spcBef>
                <a:spcPts val="100"/>
              </a:spcBef>
              <a:buClr>
                <a:srgbClr val="000000"/>
              </a:buClr>
              <a:buSzPts val="1100"/>
              <a:buNone/>
            </a:pPr>
            <a:r>
              <a:rPr lang="en-US" sz="1400" kern="0" noProof="1">
                <a:solidFill>
                  <a:schemeClr val="tx1"/>
                </a:solidFill>
              </a:rPr>
              <a:t>GetProjectMonitoring	               Report mensile Progetto</a:t>
            </a:r>
          </a:p>
          <a:p>
            <a:pPr marL="536433" lvl="1" indent="0">
              <a:spcBef>
                <a:spcPts val="100"/>
              </a:spcBef>
              <a:buClr>
                <a:srgbClr val="000000"/>
              </a:buClr>
              <a:buSzPts val="1100"/>
              <a:buNone/>
            </a:pPr>
            <a:r>
              <a:rPr lang="en-US" sz="1400" kern="0" noProof="1">
                <a:solidFill>
                  <a:schemeClr val="tx1"/>
                </a:solidFill>
              </a:rPr>
              <a:t>GetManagedCollaborators	               Collaboratori gestiti</a:t>
            </a:r>
          </a:p>
          <a:p>
            <a:pPr marL="536433" lvl="1" indent="0">
              <a:spcBef>
                <a:spcPts val="100"/>
              </a:spcBef>
              <a:buClr>
                <a:srgbClr val="000000"/>
              </a:buClr>
              <a:buSzPts val="1100"/>
              <a:buNone/>
            </a:pPr>
            <a:r>
              <a:rPr lang="en-US" sz="1400" kern="0" noProof="1">
                <a:solidFill>
                  <a:schemeClr val="tx1"/>
                </a:solidFill>
              </a:rPr>
              <a:t>GetCollaboratorMonitoring	               Report ore collaborator</a:t>
            </a:r>
          </a:p>
          <a:p>
            <a:pPr marL="536433" lvl="1" indent="0">
              <a:spcBef>
                <a:spcPts val="100"/>
              </a:spcBef>
              <a:buClr>
                <a:srgbClr val="000000"/>
              </a:buClr>
              <a:buSzPts val="1100"/>
              <a:buNone/>
            </a:pPr>
            <a:r>
              <a:rPr lang="en-US" sz="1400" kern="0" noProof="1">
                <a:solidFill>
                  <a:schemeClr val="tx1"/>
                </a:solidFill>
              </a:rPr>
              <a:t>ConcludeProject		               Chiusura Progetto</a:t>
            </a:r>
          </a:p>
        </p:txBody>
      </p:sp>
    </p:spTree>
    <p:extLst>
      <p:ext uri="{BB962C8B-B14F-4D97-AF65-F5344CB8AC3E}">
        <p14:creationId xmlns:p14="http://schemas.microsoft.com/office/powerpoint/2010/main" val="4170387106"/>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E1749F1-F709-B31C-5CD0-CDCD03A70195}"/>
            </a:ext>
          </a:extLst>
        </p:cNvPr>
        <p:cNvGrpSpPr/>
        <p:nvPr/>
      </p:nvGrpSpPr>
      <p:grpSpPr>
        <a:xfrm>
          <a:off x="0" y="0"/>
          <a:ext cx="0" cy="0"/>
          <a:chOff x="0" y="0"/>
          <a:chExt cx="0" cy="0"/>
        </a:xfrm>
      </p:grpSpPr>
      <p:sp>
        <p:nvSpPr>
          <p:cNvPr id="4" name="Google Shape;135;p26">
            <a:extLst>
              <a:ext uri="{FF2B5EF4-FFF2-40B4-BE49-F238E27FC236}">
                <a16:creationId xmlns:a16="http://schemas.microsoft.com/office/drawing/2014/main" id="{1DBC1D06-7A93-1621-A12B-FC808D2A21DE}"/>
              </a:ext>
            </a:extLst>
          </p:cNvPr>
          <p:cNvSpPr txBox="1">
            <a:spLocks/>
          </p:cNvSpPr>
          <p:nvPr/>
        </p:nvSpPr>
        <p:spPr>
          <a:xfrm>
            <a:off x="426631" y="258833"/>
            <a:ext cx="11338737" cy="1143000"/>
          </a:xfrm>
          <a:prstGeom prst="rect">
            <a:avLst/>
          </a:prstGeom>
          <a:noFill/>
          <a:ln>
            <a:noFill/>
          </a:ln>
        </p:spPr>
        <p:txBody>
          <a:bodyPr spcFirstLastPara="1" wrap="square" lIns="107269" tIns="53620" rIns="107269" bIns="53620" anchor="ctr" anchorCtr="0">
            <a:noAutofit/>
          </a:bodyPr>
          <a:lstStyle>
            <a:defPPr marR="0" lvl="0" algn="l" rtl="0">
              <a:lnSpc>
                <a:spcPct val="100000"/>
              </a:lnSpc>
              <a:spcBef>
                <a:spcPts val="0"/>
              </a:spcBef>
              <a:spcAft>
                <a:spcPts val="0"/>
              </a:spcAft>
            </a:defPPr>
            <a:lvl1pPr marR="0" lvl="0" algn="ctr" rtl="0">
              <a:lnSpc>
                <a:spcPct val="100000"/>
              </a:lnSpc>
              <a:spcBef>
                <a:spcPts val="0"/>
              </a:spcBef>
              <a:spcAft>
                <a:spcPts val="0"/>
              </a:spcAft>
              <a:buClr>
                <a:schemeClr val="dk1"/>
              </a:buClr>
              <a:buSzPts val="1800"/>
              <a:buFont typeface="Calibri"/>
              <a:buNone/>
              <a:defRPr sz="44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9pPr>
          </a:lstStyle>
          <a:p>
            <a:r>
              <a:rPr lang="en-US" noProof="1"/>
              <a:t>Server Side</a:t>
            </a:r>
          </a:p>
        </p:txBody>
      </p:sp>
      <p:sp>
        <p:nvSpPr>
          <p:cNvPr id="5" name="Google Shape;136;p26">
            <a:extLst>
              <a:ext uri="{FF2B5EF4-FFF2-40B4-BE49-F238E27FC236}">
                <a16:creationId xmlns:a16="http://schemas.microsoft.com/office/drawing/2014/main" id="{953F41B3-9F7E-38AE-63A2-D814338DA53E}"/>
              </a:ext>
            </a:extLst>
          </p:cNvPr>
          <p:cNvSpPr txBox="1">
            <a:spLocks/>
          </p:cNvSpPr>
          <p:nvPr/>
        </p:nvSpPr>
        <p:spPr>
          <a:xfrm>
            <a:off x="426630" y="1381170"/>
            <a:ext cx="11338736" cy="5331476"/>
          </a:xfrm>
          <a:prstGeom prst="rect">
            <a:avLst/>
          </a:prstGeom>
          <a:noFill/>
          <a:ln>
            <a:noFill/>
          </a:ln>
        </p:spPr>
        <p:txBody>
          <a:bodyPr spcFirstLastPara="1" wrap="square" lIns="107269" tIns="53620" rIns="107269" bIns="53620" anchor="t" anchorCtr="0">
            <a:noAutofit/>
          </a:bodyPr>
          <a:lstStyle>
            <a:defPPr marR="0" lvl="0" algn="l" rtl="0">
              <a:lnSpc>
                <a:spcPct val="100000"/>
              </a:lnSpc>
              <a:spcBef>
                <a:spcPts val="0"/>
              </a:spcBef>
              <a:spcAft>
                <a:spcPts val="0"/>
              </a:spcAft>
            </a:defPPr>
            <a:lvl1pPr marL="536433" marR="0" lvl="0" indent="-402325" algn="l" rtl="0">
              <a:lnSpc>
                <a:spcPct val="100000"/>
              </a:lnSpc>
              <a:spcBef>
                <a:spcPts val="422"/>
              </a:spcBef>
              <a:spcAft>
                <a:spcPts val="0"/>
              </a:spcAft>
              <a:buClr>
                <a:schemeClr val="dk1"/>
              </a:buClr>
              <a:buSzPts val="1800"/>
              <a:buFont typeface="Arial"/>
              <a:buChar char="•"/>
              <a:defRPr sz="3200" b="0" i="0" u="none" strike="noStrike" cap="none">
                <a:solidFill>
                  <a:schemeClr val="dk1"/>
                </a:solidFill>
                <a:latin typeface="Calibri"/>
                <a:ea typeface="Calibri"/>
                <a:cs typeface="Calibri"/>
                <a:sym typeface="Calibri"/>
              </a:defRPr>
            </a:lvl1pPr>
            <a:lvl2pPr marL="1072866" marR="0" lvl="1" indent="-402325" algn="l" rtl="0">
              <a:lnSpc>
                <a:spcPct val="100000"/>
              </a:lnSpc>
              <a:spcBef>
                <a:spcPts val="422"/>
              </a:spcBef>
              <a:spcAft>
                <a:spcPts val="0"/>
              </a:spcAft>
              <a:buClr>
                <a:schemeClr val="dk1"/>
              </a:buClr>
              <a:buSzPts val="1800"/>
              <a:buFont typeface="Arial"/>
              <a:buChar char="–"/>
              <a:defRPr sz="2800" b="0" i="0" u="none" strike="noStrike" cap="none">
                <a:solidFill>
                  <a:schemeClr val="dk1"/>
                </a:solidFill>
                <a:latin typeface="Calibri"/>
                <a:ea typeface="Calibri"/>
                <a:cs typeface="Calibri"/>
                <a:sym typeface="Calibri"/>
              </a:defRPr>
            </a:lvl2pPr>
            <a:lvl3pPr marL="1609298" marR="0" lvl="2" indent="-402325" algn="l" rtl="0">
              <a:lnSpc>
                <a:spcPct val="100000"/>
              </a:lnSpc>
              <a:spcBef>
                <a:spcPts val="422"/>
              </a:spcBef>
              <a:spcAft>
                <a:spcPts val="0"/>
              </a:spcAft>
              <a:buClr>
                <a:schemeClr val="dk1"/>
              </a:buClr>
              <a:buSzPts val="1800"/>
              <a:buFont typeface="Arial"/>
              <a:buChar char="•"/>
              <a:defRPr sz="2400" b="0" i="0" u="none" strike="noStrike" cap="none">
                <a:solidFill>
                  <a:schemeClr val="dk1"/>
                </a:solidFill>
                <a:latin typeface="Calibri"/>
                <a:ea typeface="Calibri"/>
                <a:cs typeface="Calibri"/>
                <a:sym typeface="Calibri"/>
              </a:defRPr>
            </a:lvl3pPr>
            <a:lvl4pPr marL="2145731" marR="0" lvl="3"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4pPr>
            <a:lvl5pPr marL="2682164" marR="0" lvl="4"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5pPr>
            <a:lvl6pPr marL="3218597" marR="0" lvl="5"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6pPr>
            <a:lvl7pPr marL="3755029" marR="0" lvl="6"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7pPr>
            <a:lvl8pPr marL="4291462" marR="0" lvl="7"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8pPr>
            <a:lvl9pPr marL="4827895" marR="0" lvl="8"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9pPr>
          </a:lstStyle>
          <a:p>
            <a:pPr marL="0" indent="0">
              <a:spcBef>
                <a:spcPts val="0"/>
              </a:spcBef>
              <a:buClr>
                <a:srgbClr val="000000"/>
              </a:buClr>
              <a:buSzPts val="1100"/>
              <a:buNone/>
            </a:pPr>
            <a:r>
              <a:rPr lang="en-US" sz="1600" kern="0" noProof="1">
                <a:solidFill>
                  <a:schemeClr val="tx1"/>
                </a:solidFill>
              </a:rPr>
              <a:t>Data Access Objects (Classes)</a:t>
            </a:r>
          </a:p>
          <a:p>
            <a:pPr marL="285750" indent="-285750">
              <a:spcBef>
                <a:spcPts val="400"/>
              </a:spcBef>
              <a:buClr>
                <a:srgbClr val="000000"/>
              </a:buClr>
              <a:buSzPts val="1100"/>
            </a:pPr>
            <a:r>
              <a:rPr lang="en-US" sz="1400" kern="0" noProof="1">
                <a:solidFill>
                  <a:schemeClr val="tx1"/>
                </a:solidFill>
              </a:rPr>
              <a:t>UserDAO: autenticazione, recupero utenti per ruolo e collaboratori visibili al manager.</a:t>
            </a:r>
          </a:p>
          <a:p>
            <a:pPr marL="285750" indent="-285750">
              <a:spcBef>
                <a:spcPts val="400"/>
              </a:spcBef>
              <a:buClr>
                <a:srgbClr val="000000"/>
              </a:buClr>
              <a:buSzPts val="1100"/>
            </a:pPr>
            <a:r>
              <a:rPr lang="en-US" sz="1400" kern="0" noProof="1">
                <a:solidFill>
                  <a:schemeClr val="tx1"/>
                </a:solidFill>
              </a:rPr>
              <a:t>ProjectDAO: creazione progetto, recupero progetti per admin/manager, cambio stato, controlli di assegnabilità e conclusione.</a:t>
            </a:r>
          </a:p>
          <a:p>
            <a:pPr marL="285750" indent="-285750">
              <a:spcBef>
                <a:spcPts val="400"/>
              </a:spcBef>
              <a:buClr>
                <a:srgbClr val="000000"/>
              </a:buClr>
              <a:buSzPts val="1100"/>
            </a:pPr>
            <a:r>
              <a:rPr lang="en-US" sz="1400" kern="0" noProof="1">
                <a:solidFill>
                  <a:schemeClr val="tx1"/>
                </a:solidFill>
              </a:rPr>
              <a:t>WPDAO: creazione dei work package e assegnazione automatica del numero d’ordine.</a:t>
            </a:r>
          </a:p>
          <a:p>
            <a:pPr marL="285750" indent="-285750">
              <a:spcBef>
                <a:spcPts val="400"/>
              </a:spcBef>
              <a:buClr>
                <a:srgbClr val="000000"/>
              </a:buClr>
              <a:buSzPts val="1100"/>
            </a:pPr>
            <a:r>
              <a:rPr lang="en-US" sz="1400" kern="0" noProof="1">
                <a:solidFill>
                  <a:schemeClr val="tx1"/>
                </a:solidFill>
              </a:rPr>
              <a:t>TaskDAO: creazione task, recupero task gestiti, verifica responsabilità manager, gestione collaboratori assegnati ai task.</a:t>
            </a:r>
          </a:p>
          <a:p>
            <a:pPr marL="285750" indent="-285750">
              <a:spcBef>
                <a:spcPts val="400"/>
              </a:spcBef>
              <a:buClr>
                <a:srgbClr val="000000"/>
              </a:buClr>
              <a:buSzPts val="1100"/>
            </a:pPr>
            <a:r>
              <a:rPr lang="en-US" sz="1400" kern="0" noProof="1">
                <a:solidFill>
                  <a:schemeClr val="tx1"/>
                </a:solidFill>
              </a:rPr>
              <a:t>TaskHoursDAO: lettura e scrittura delle ore previste mese per mese.</a:t>
            </a:r>
          </a:p>
          <a:p>
            <a:pPr marL="285750" indent="-285750">
              <a:spcBef>
                <a:spcPts val="400"/>
              </a:spcBef>
              <a:buClr>
                <a:srgbClr val="000000"/>
              </a:buClr>
              <a:buSzPts val="1100"/>
            </a:pPr>
            <a:r>
              <a:rPr lang="en-US" sz="1400" kern="0" noProof="1">
                <a:solidFill>
                  <a:schemeClr val="tx1"/>
                </a:solidFill>
              </a:rPr>
              <a:t>AdminDAO: costruzione della struttura gerarchica progetto/WP/task per l’interfaccia admin.</a:t>
            </a:r>
          </a:p>
          <a:p>
            <a:pPr marL="285750" indent="-285750">
              <a:spcBef>
                <a:spcPts val="400"/>
              </a:spcBef>
              <a:buClr>
                <a:srgbClr val="000000"/>
              </a:buClr>
              <a:buSzPts val="1100"/>
            </a:pPr>
            <a:r>
              <a:rPr lang="en-US" sz="1400" kern="0" noProof="1">
                <a:solidFill>
                  <a:schemeClr val="tx1"/>
                </a:solidFill>
              </a:rPr>
              <a:t>ManagerDAO: costruzione dei report di monitoraggio progetto e collaboratore per l’interfaccia manager.</a:t>
            </a:r>
          </a:p>
          <a:p>
            <a:pPr marL="285750" indent="-285750">
              <a:spcBef>
                <a:spcPts val="400"/>
              </a:spcBef>
              <a:buClr>
                <a:srgbClr val="000000"/>
              </a:buClr>
              <a:buSzPts val="1100"/>
            </a:pPr>
            <a:r>
              <a:rPr lang="en-US" sz="1400" kern="0" noProof="1">
                <a:solidFill>
                  <a:schemeClr val="tx1"/>
                </a:solidFill>
              </a:rPr>
              <a:t>CollaboratorDAO: costruzione del timesheet del collaboratore e aggiornamento delle ore lavorate.</a:t>
            </a:r>
          </a:p>
          <a:p>
            <a:pPr marL="0" indent="0">
              <a:spcBef>
                <a:spcPts val="1000"/>
              </a:spcBef>
              <a:buClr>
                <a:srgbClr val="000000"/>
              </a:buClr>
              <a:buSzPts val="1100"/>
              <a:buNone/>
            </a:pPr>
            <a:r>
              <a:rPr lang="en-US" sz="1400" kern="0" noProof="1">
                <a:solidFill>
                  <a:schemeClr val="tx1"/>
                </a:solidFill>
              </a:rPr>
              <a:t>I DAO principali gestiscono le operazioni sulle entità del dominio, mentre i DAO specifici per ruolo costruiscono risposte già organizzate per le viste dell’applicazione.</a:t>
            </a:r>
          </a:p>
          <a:p>
            <a:pPr marL="0" indent="0">
              <a:spcBef>
                <a:spcPts val="400"/>
              </a:spcBef>
              <a:buClr>
                <a:srgbClr val="000000"/>
              </a:buClr>
              <a:buSzPts val="1100"/>
              <a:buNone/>
            </a:pPr>
            <a:endParaRPr lang="en-US" sz="1400" kern="0" noProof="1">
              <a:solidFill>
                <a:schemeClr val="tx1"/>
              </a:solidFill>
            </a:endParaRPr>
          </a:p>
          <a:p>
            <a:pPr marL="0" indent="0">
              <a:spcBef>
                <a:spcPts val="1200"/>
              </a:spcBef>
              <a:buClr>
                <a:srgbClr val="000000"/>
              </a:buClr>
              <a:buSzPts val="1100"/>
              <a:buNone/>
            </a:pPr>
            <a:r>
              <a:rPr lang="en-US" sz="1600" kern="0" noProof="1">
                <a:solidFill>
                  <a:schemeClr val="tx1"/>
                </a:solidFill>
              </a:rPr>
              <a:t>Filters</a:t>
            </a:r>
          </a:p>
          <a:p>
            <a:pPr marL="285750" indent="-285750">
              <a:spcBef>
                <a:spcPts val="400"/>
              </a:spcBef>
              <a:buClr>
                <a:srgbClr val="000000"/>
              </a:buClr>
              <a:buSzPts val="1100"/>
            </a:pPr>
            <a:r>
              <a:rPr lang="en-US" sz="1400" kern="0" noProof="1">
                <a:solidFill>
                  <a:schemeClr val="tx1"/>
                </a:solidFill>
              </a:rPr>
              <a:t>AdminFilter: controllo autenticazione e ruolo admin.</a:t>
            </a:r>
          </a:p>
          <a:p>
            <a:pPr marL="285750" indent="-285750">
              <a:spcBef>
                <a:spcPts val="400"/>
              </a:spcBef>
              <a:buClr>
                <a:srgbClr val="000000"/>
              </a:buClr>
              <a:buSzPts val="1100"/>
            </a:pPr>
            <a:r>
              <a:rPr lang="en-US" sz="1400" kern="0" noProof="1">
                <a:solidFill>
                  <a:schemeClr val="tx1"/>
                </a:solidFill>
              </a:rPr>
              <a:t>TechnicalFilter: controllo autenticazione e ruolo technical.</a:t>
            </a:r>
          </a:p>
          <a:p>
            <a:pPr marL="0" indent="0">
              <a:spcBef>
                <a:spcPts val="1200"/>
              </a:spcBef>
              <a:buClr>
                <a:srgbClr val="000000"/>
              </a:buClr>
              <a:buSzPts val="1100"/>
              <a:buNone/>
            </a:pPr>
            <a:r>
              <a:rPr lang="en-US" sz="1600" kern="0" noProof="1">
                <a:solidFill>
                  <a:schemeClr val="tx1"/>
                </a:solidFill>
              </a:rPr>
              <a:t>Utils</a:t>
            </a:r>
          </a:p>
          <a:p>
            <a:pPr marL="285750" indent="-285750">
              <a:spcBef>
                <a:spcPts val="400"/>
              </a:spcBef>
              <a:buClr>
                <a:srgbClr val="000000"/>
              </a:buClr>
              <a:buSzPts val="1100"/>
            </a:pPr>
            <a:r>
              <a:rPr lang="en-US" sz="1400" kern="0" noProof="1">
                <a:solidFill>
                  <a:schemeClr val="tx1"/>
                </a:solidFill>
              </a:rPr>
              <a:t>DatabaseConnection: gestione centralizzata della connessione al database.</a:t>
            </a:r>
          </a:p>
          <a:p>
            <a:pPr marL="0" indent="0">
              <a:spcBef>
                <a:spcPts val="0"/>
              </a:spcBef>
              <a:buClr>
                <a:srgbClr val="000000"/>
              </a:buClr>
              <a:buSzPts val="1100"/>
              <a:buNone/>
            </a:pPr>
            <a:endParaRPr lang="en-US" sz="1400" kern="0" noProof="1">
              <a:solidFill>
                <a:schemeClr val="tx1"/>
              </a:solidFill>
            </a:endParaRPr>
          </a:p>
        </p:txBody>
      </p:sp>
    </p:spTree>
    <p:extLst>
      <p:ext uri="{BB962C8B-B14F-4D97-AF65-F5344CB8AC3E}">
        <p14:creationId xmlns:p14="http://schemas.microsoft.com/office/powerpoint/2010/main" val="2240939486"/>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AE90B85-6DF9-A4B9-26AF-A7DCC0016C01}"/>
            </a:ext>
          </a:extLst>
        </p:cNvPr>
        <p:cNvGrpSpPr/>
        <p:nvPr/>
      </p:nvGrpSpPr>
      <p:grpSpPr>
        <a:xfrm>
          <a:off x="0" y="0"/>
          <a:ext cx="0" cy="0"/>
          <a:chOff x="0" y="0"/>
          <a:chExt cx="0" cy="0"/>
        </a:xfrm>
      </p:grpSpPr>
      <p:sp>
        <p:nvSpPr>
          <p:cNvPr id="4" name="Google Shape;135;p26">
            <a:extLst>
              <a:ext uri="{FF2B5EF4-FFF2-40B4-BE49-F238E27FC236}">
                <a16:creationId xmlns:a16="http://schemas.microsoft.com/office/drawing/2014/main" id="{2617A5D3-6DDD-7B50-88A3-0A94EEF2F608}"/>
              </a:ext>
            </a:extLst>
          </p:cNvPr>
          <p:cNvSpPr txBox="1">
            <a:spLocks/>
          </p:cNvSpPr>
          <p:nvPr/>
        </p:nvSpPr>
        <p:spPr>
          <a:xfrm>
            <a:off x="426631" y="258833"/>
            <a:ext cx="11338737" cy="1143000"/>
          </a:xfrm>
          <a:prstGeom prst="rect">
            <a:avLst/>
          </a:prstGeom>
          <a:noFill/>
          <a:ln>
            <a:noFill/>
          </a:ln>
        </p:spPr>
        <p:txBody>
          <a:bodyPr spcFirstLastPara="1" wrap="square" lIns="107269" tIns="53620" rIns="107269" bIns="53620" anchor="ctr" anchorCtr="0">
            <a:noAutofit/>
          </a:bodyPr>
          <a:lstStyle>
            <a:defPPr marR="0" lvl="0" algn="l" rtl="0">
              <a:lnSpc>
                <a:spcPct val="100000"/>
              </a:lnSpc>
              <a:spcBef>
                <a:spcPts val="0"/>
              </a:spcBef>
              <a:spcAft>
                <a:spcPts val="0"/>
              </a:spcAft>
            </a:defPPr>
            <a:lvl1pPr marR="0" lvl="0" algn="ctr" rtl="0">
              <a:lnSpc>
                <a:spcPct val="100000"/>
              </a:lnSpc>
              <a:spcBef>
                <a:spcPts val="0"/>
              </a:spcBef>
              <a:spcAft>
                <a:spcPts val="0"/>
              </a:spcAft>
              <a:buClr>
                <a:schemeClr val="dk1"/>
              </a:buClr>
              <a:buSzPts val="1800"/>
              <a:buFont typeface="Calibri"/>
              <a:buNone/>
              <a:defRPr sz="44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9pPr>
          </a:lstStyle>
          <a:p>
            <a:r>
              <a:rPr lang="en-US" noProof="1"/>
              <a:t>Client Side</a:t>
            </a:r>
          </a:p>
        </p:txBody>
      </p:sp>
      <p:sp>
        <p:nvSpPr>
          <p:cNvPr id="5" name="Google Shape;136;p26">
            <a:extLst>
              <a:ext uri="{FF2B5EF4-FFF2-40B4-BE49-F238E27FC236}">
                <a16:creationId xmlns:a16="http://schemas.microsoft.com/office/drawing/2014/main" id="{DF23B4BE-8951-F0B4-2AAB-C54D86BB63C1}"/>
              </a:ext>
            </a:extLst>
          </p:cNvPr>
          <p:cNvSpPr txBox="1">
            <a:spLocks/>
          </p:cNvSpPr>
          <p:nvPr/>
        </p:nvSpPr>
        <p:spPr>
          <a:xfrm>
            <a:off x="426630" y="1381170"/>
            <a:ext cx="11338736" cy="5331476"/>
          </a:xfrm>
          <a:prstGeom prst="rect">
            <a:avLst/>
          </a:prstGeom>
          <a:noFill/>
          <a:ln>
            <a:noFill/>
          </a:ln>
        </p:spPr>
        <p:txBody>
          <a:bodyPr spcFirstLastPara="1" wrap="square" lIns="107269" tIns="53620" rIns="107269" bIns="53620" anchor="t" anchorCtr="0">
            <a:noAutofit/>
          </a:bodyPr>
          <a:lstStyle>
            <a:defPPr marR="0" lvl="0" algn="l" rtl="0">
              <a:lnSpc>
                <a:spcPct val="100000"/>
              </a:lnSpc>
              <a:spcBef>
                <a:spcPts val="0"/>
              </a:spcBef>
              <a:spcAft>
                <a:spcPts val="0"/>
              </a:spcAft>
            </a:defPPr>
            <a:lvl1pPr marL="536433" marR="0" lvl="0" indent="-402325" algn="l" rtl="0">
              <a:lnSpc>
                <a:spcPct val="100000"/>
              </a:lnSpc>
              <a:spcBef>
                <a:spcPts val="422"/>
              </a:spcBef>
              <a:spcAft>
                <a:spcPts val="0"/>
              </a:spcAft>
              <a:buClr>
                <a:schemeClr val="dk1"/>
              </a:buClr>
              <a:buSzPts val="1800"/>
              <a:buFont typeface="Arial"/>
              <a:buChar char="•"/>
              <a:defRPr sz="3200" b="0" i="0" u="none" strike="noStrike" cap="none">
                <a:solidFill>
                  <a:schemeClr val="dk1"/>
                </a:solidFill>
                <a:latin typeface="Calibri"/>
                <a:ea typeface="Calibri"/>
                <a:cs typeface="Calibri"/>
                <a:sym typeface="Calibri"/>
              </a:defRPr>
            </a:lvl1pPr>
            <a:lvl2pPr marL="1072866" marR="0" lvl="1" indent="-402325" algn="l" rtl="0">
              <a:lnSpc>
                <a:spcPct val="100000"/>
              </a:lnSpc>
              <a:spcBef>
                <a:spcPts val="422"/>
              </a:spcBef>
              <a:spcAft>
                <a:spcPts val="0"/>
              </a:spcAft>
              <a:buClr>
                <a:schemeClr val="dk1"/>
              </a:buClr>
              <a:buSzPts val="1800"/>
              <a:buFont typeface="Arial"/>
              <a:buChar char="–"/>
              <a:defRPr sz="2800" b="0" i="0" u="none" strike="noStrike" cap="none">
                <a:solidFill>
                  <a:schemeClr val="dk1"/>
                </a:solidFill>
                <a:latin typeface="Calibri"/>
                <a:ea typeface="Calibri"/>
                <a:cs typeface="Calibri"/>
                <a:sym typeface="Calibri"/>
              </a:defRPr>
            </a:lvl2pPr>
            <a:lvl3pPr marL="1609298" marR="0" lvl="2" indent="-402325" algn="l" rtl="0">
              <a:lnSpc>
                <a:spcPct val="100000"/>
              </a:lnSpc>
              <a:spcBef>
                <a:spcPts val="422"/>
              </a:spcBef>
              <a:spcAft>
                <a:spcPts val="0"/>
              </a:spcAft>
              <a:buClr>
                <a:schemeClr val="dk1"/>
              </a:buClr>
              <a:buSzPts val="1800"/>
              <a:buFont typeface="Arial"/>
              <a:buChar char="•"/>
              <a:defRPr sz="2400" b="0" i="0" u="none" strike="noStrike" cap="none">
                <a:solidFill>
                  <a:schemeClr val="dk1"/>
                </a:solidFill>
                <a:latin typeface="Calibri"/>
                <a:ea typeface="Calibri"/>
                <a:cs typeface="Calibri"/>
                <a:sym typeface="Calibri"/>
              </a:defRPr>
            </a:lvl3pPr>
            <a:lvl4pPr marL="2145731" marR="0" lvl="3"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4pPr>
            <a:lvl5pPr marL="2682164" marR="0" lvl="4"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5pPr>
            <a:lvl6pPr marL="3218597" marR="0" lvl="5"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6pPr>
            <a:lvl7pPr marL="3755029" marR="0" lvl="6"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7pPr>
            <a:lvl8pPr marL="4291462" marR="0" lvl="7"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8pPr>
            <a:lvl9pPr marL="4827895" marR="0" lvl="8" indent="-402325" algn="l" rtl="0">
              <a:lnSpc>
                <a:spcPct val="100000"/>
              </a:lnSpc>
              <a:spcBef>
                <a:spcPts val="422"/>
              </a:spcBef>
              <a:spcAft>
                <a:spcPts val="0"/>
              </a:spcAft>
              <a:buClr>
                <a:schemeClr val="dk1"/>
              </a:buClr>
              <a:buSzPts val="1800"/>
              <a:buFont typeface="Arial"/>
              <a:buChar char="•"/>
              <a:defRPr sz="2000" b="0" i="0" u="none" strike="noStrike" cap="none">
                <a:solidFill>
                  <a:schemeClr val="dk1"/>
                </a:solidFill>
                <a:latin typeface="Calibri"/>
                <a:ea typeface="Calibri"/>
                <a:cs typeface="Calibri"/>
                <a:sym typeface="Calibri"/>
              </a:defRPr>
            </a:lvl9pPr>
          </a:lstStyle>
          <a:p>
            <a:pPr marL="0" indent="0">
              <a:spcBef>
                <a:spcPts val="0"/>
              </a:spcBef>
              <a:buClr>
                <a:srgbClr val="000000"/>
              </a:buClr>
              <a:buSzPts val="1100"/>
              <a:buNone/>
            </a:pPr>
            <a:endParaRPr lang="en-US" sz="1400" kern="0" noProof="1">
              <a:solidFill>
                <a:schemeClr val="tx1"/>
              </a:solidFill>
            </a:endParaRPr>
          </a:p>
        </p:txBody>
      </p:sp>
    </p:spTree>
    <p:extLst>
      <p:ext uri="{BB962C8B-B14F-4D97-AF65-F5344CB8AC3E}">
        <p14:creationId xmlns:p14="http://schemas.microsoft.com/office/powerpoint/2010/main" val="574532434"/>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4F8062E-F45D-EF30-8374-5AABFF173D56}"/>
            </a:ext>
          </a:extLst>
        </p:cNvPr>
        <p:cNvGrpSpPr/>
        <p:nvPr/>
      </p:nvGrpSpPr>
      <p:grpSpPr>
        <a:xfrm>
          <a:off x="0" y="0"/>
          <a:ext cx="0" cy="0"/>
          <a:chOff x="0" y="0"/>
          <a:chExt cx="0" cy="0"/>
        </a:xfrm>
      </p:grpSpPr>
      <p:sp>
        <p:nvSpPr>
          <p:cNvPr id="4" name="Google Shape;135;p26">
            <a:extLst>
              <a:ext uri="{FF2B5EF4-FFF2-40B4-BE49-F238E27FC236}">
                <a16:creationId xmlns:a16="http://schemas.microsoft.com/office/drawing/2014/main" id="{9963776E-7C3A-4E10-C097-B1BD4625D66F}"/>
              </a:ext>
            </a:extLst>
          </p:cNvPr>
          <p:cNvSpPr txBox="1">
            <a:spLocks/>
          </p:cNvSpPr>
          <p:nvPr/>
        </p:nvSpPr>
        <p:spPr>
          <a:xfrm>
            <a:off x="426631" y="258833"/>
            <a:ext cx="11338737" cy="1143000"/>
          </a:xfrm>
          <a:prstGeom prst="rect">
            <a:avLst/>
          </a:prstGeom>
          <a:noFill/>
          <a:ln>
            <a:noFill/>
          </a:ln>
        </p:spPr>
        <p:txBody>
          <a:bodyPr spcFirstLastPara="1" wrap="square" lIns="107269" tIns="53620" rIns="107269" bIns="53620" anchor="ctr" anchorCtr="0">
            <a:noAutofit/>
          </a:bodyPr>
          <a:lstStyle>
            <a:defPPr marR="0" lvl="0" algn="l" rtl="0">
              <a:lnSpc>
                <a:spcPct val="100000"/>
              </a:lnSpc>
              <a:spcBef>
                <a:spcPts val="0"/>
              </a:spcBef>
              <a:spcAft>
                <a:spcPts val="0"/>
              </a:spcAft>
            </a:defPPr>
            <a:lvl1pPr marR="0" lvl="0" algn="ctr" rtl="0">
              <a:lnSpc>
                <a:spcPct val="100000"/>
              </a:lnSpc>
              <a:spcBef>
                <a:spcPts val="0"/>
              </a:spcBef>
              <a:spcAft>
                <a:spcPts val="0"/>
              </a:spcAft>
              <a:buClr>
                <a:schemeClr val="dk1"/>
              </a:buClr>
              <a:buSzPts val="1800"/>
              <a:buFont typeface="Calibri"/>
              <a:buNone/>
              <a:defRPr sz="44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9pPr>
          </a:lstStyle>
          <a:p>
            <a:pPr>
              <a:buClr>
                <a:prstClr val="black"/>
              </a:buClr>
              <a:defRPr/>
            </a:pPr>
            <a:r>
              <a:rPr lang="en-US" noProof="1">
                <a:solidFill>
                  <a:schemeClr val="tx1"/>
                </a:solidFill>
              </a:rPr>
              <a:t>Eventi e Azioni (login)</a:t>
            </a:r>
          </a:p>
        </p:txBody>
      </p:sp>
      <p:graphicFrame>
        <p:nvGraphicFramePr>
          <p:cNvPr id="2" name="Table 1">
            <a:extLst>
              <a:ext uri="{FF2B5EF4-FFF2-40B4-BE49-F238E27FC236}">
                <a16:creationId xmlns:a16="http://schemas.microsoft.com/office/drawing/2014/main" id="{D34E8C1A-863A-5385-5EF5-1A91502FBD97}"/>
              </a:ext>
            </a:extLst>
          </p:cNvPr>
          <p:cNvGraphicFramePr>
            <a:graphicFrameLocks noGrp="1"/>
          </p:cNvGraphicFramePr>
          <p:nvPr>
            <p:extLst>
              <p:ext uri="{D42A27DB-BD31-4B8C-83A1-F6EECF244321}">
                <p14:modId xmlns:p14="http://schemas.microsoft.com/office/powerpoint/2010/main" val="2227751497"/>
              </p:ext>
            </p:extLst>
          </p:nvPr>
        </p:nvGraphicFramePr>
        <p:xfrm>
          <a:off x="426632" y="1192603"/>
          <a:ext cx="11601395" cy="2389813"/>
        </p:xfrm>
        <a:graphic>
          <a:graphicData uri="http://schemas.openxmlformats.org/drawingml/2006/table">
            <a:tbl>
              <a:tblPr firstRow="1" bandRow="1">
                <a:tableStyleId>{00A15C55-8517-42AA-B614-E9B94910E393}</a:tableStyleId>
              </a:tblPr>
              <a:tblGrid>
                <a:gridCol w="2739771">
                  <a:extLst>
                    <a:ext uri="{9D8B030D-6E8A-4147-A177-3AD203B41FA5}">
                      <a16:colId xmlns:a16="http://schemas.microsoft.com/office/drawing/2014/main" val="235445318"/>
                    </a:ext>
                  </a:extLst>
                </a:gridCol>
                <a:gridCol w="3655628">
                  <a:extLst>
                    <a:ext uri="{9D8B030D-6E8A-4147-A177-3AD203B41FA5}">
                      <a16:colId xmlns:a16="http://schemas.microsoft.com/office/drawing/2014/main" val="2807583141"/>
                    </a:ext>
                  </a:extLst>
                </a:gridCol>
                <a:gridCol w="2165821">
                  <a:extLst>
                    <a:ext uri="{9D8B030D-6E8A-4147-A177-3AD203B41FA5}">
                      <a16:colId xmlns:a16="http://schemas.microsoft.com/office/drawing/2014/main" val="3946285172"/>
                    </a:ext>
                  </a:extLst>
                </a:gridCol>
                <a:gridCol w="3040175">
                  <a:extLst>
                    <a:ext uri="{9D8B030D-6E8A-4147-A177-3AD203B41FA5}">
                      <a16:colId xmlns:a16="http://schemas.microsoft.com/office/drawing/2014/main" val="455709899"/>
                    </a:ext>
                  </a:extLst>
                </a:gridCol>
              </a:tblGrid>
              <a:tr h="374904">
                <a:tc gridSpan="2">
                  <a:txBody>
                    <a:bodyPr/>
                    <a:lstStyle/>
                    <a:p>
                      <a:pPr algn="ctr"/>
                      <a:r>
                        <a:rPr lang="en-US" sz="1200" dirty="0">
                          <a:latin typeface="Calibri" panose="020F0502020204030204" pitchFamily="34" charset="0"/>
                          <a:cs typeface="Calibri" panose="020F0502020204030204" pitchFamily="34" charset="0"/>
                        </a:rPr>
                        <a:t>Client Side</a:t>
                      </a:r>
                    </a:p>
                  </a:txBody>
                  <a:tcPr anchor="ctr"/>
                </a:tc>
                <a:tc hMerge="1">
                  <a:txBody>
                    <a:bodyPr/>
                    <a:lstStyle/>
                    <a:p>
                      <a:endParaRPr lang="en-US" dirty="0"/>
                    </a:p>
                  </a:txBody>
                  <a:tcPr/>
                </a:tc>
                <a:tc gridSpan="2">
                  <a:txBody>
                    <a:bodyPr/>
                    <a:lstStyle/>
                    <a:p>
                      <a:pPr algn="ctr"/>
                      <a:r>
                        <a:rPr lang="en-US" sz="1200" dirty="0">
                          <a:latin typeface="Calibri" panose="020F0502020204030204" pitchFamily="34" charset="0"/>
                          <a:cs typeface="Calibri" panose="020F0502020204030204" pitchFamily="34" charset="0"/>
                        </a:rPr>
                        <a:t>Server Side</a:t>
                      </a:r>
                    </a:p>
                  </a:txBody>
                  <a:tcPr anchor="ctr"/>
                </a:tc>
                <a:tc hMerge="1">
                  <a:txBody>
                    <a:bodyPr/>
                    <a:lstStyle/>
                    <a:p>
                      <a:endParaRPr lang="en-US" dirty="0"/>
                    </a:p>
                  </a:txBody>
                  <a:tcPr/>
                </a:tc>
                <a:extLst>
                  <a:ext uri="{0D108BD9-81ED-4DB2-BD59-A6C34878D82A}">
                    <a16:rowId xmlns:a16="http://schemas.microsoft.com/office/drawing/2014/main" val="3065940527"/>
                  </a:ext>
                </a:extLst>
              </a:tr>
              <a:tr h="338509">
                <a:tc>
                  <a:txBody>
                    <a:bodyPr/>
                    <a:lstStyle/>
                    <a:p>
                      <a:pPr algn="ctr"/>
                      <a:r>
                        <a:rPr lang="en-US" sz="1200" dirty="0" err="1">
                          <a:latin typeface="Calibri" panose="020F0502020204030204" pitchFamily="34" charset="0"/>
                          <a:cs typeface="Calibri" panose="020F0502020204030204" pitchFamily="34" charset="0"/>
                        </a:rPr>
                        <a:t>Evento</a:t>
                      </a:r>
                      <a:endParaRPr lang="en-US" sz="1200" dirty="0">
                        <a:latin typeface="Calibri" panose="020F0502020204030204" pitchFamily="34" charset="0"/>
                        <a:cs typeface="Calibri" panose="020F0502020204030204" pitchFamily="34" charset="0"/>
                      </a:endParaRPr>
                    </a:p>
                  </a:txBody>
                  <a:tcPr anchor="ctr"/>
                </a:tc>
                <a:tc>
                  <a:txBody>
                    <a:bodyPr/>
                    <a:lstStyle/>
                    <a:p>
                      <a:pPr algn="ctr"/>
                      <a:r>
                        <a:rPr lang="en-US" sz="1200" dirty="0">
                          <a:latin typeface="Calibri" panose="020F0502020204030204" pitchFamily="34" charset="0"/>
                          <a:cs typeface="Calibri" panose="020F0502020204030204" pitchFamily="34" charset="0"/>
                        </a:rPr>
                        <a:t>Azione</a:t>
                      </a:r>
                    </a:p>
                  </a:txBody>
                  <a:tcPr anchor="ctr"/>
                </a:tc>
                <a:tc>
                  <a:txBody>
                    <a:bodyPr/>
                    <a:lstStyle/>
                    <a:p>
                      <a:pPr algn="ctr"/>
                      <a:r>
                        <a:rPr lang="en-US" sz="1200" dirty="0" err="1">
                          <a:latin typeface="Calibri" panose="020F0502020204030204" pitchFamily="34" charset="0"/>
                          <a:cs typeface="Calibri" panose="020F0502020204030204" pitchFamily="34" charset="0"/>
                        </a:rPr>
                        <a:t>Evento</a:t>
                      </a:r>
                      <a:endParaRPr lang="en-US" sz="1200" dirty="0">
                        <a:latin typeface="Calibri" panose="020F0502020204030204" pitchFamily="34" charset="0"/>
                        <a:cs typeface="Calibri" panose="020F0502020204030204" pitchFamily="34" charset="0"/>
                      </a:endParaRPr>
                    </a:p>
                  </a:txBody>
                  <a:tcPr anchor="ctr"/>
                </a:tc>
                <a:tc>
                  <a:txBody>
                    <a:bodyPr/>
                    <a:lstStyle/>
                    <a:p>
                      <a:pPr algn="ctr"/>
                      <a:r>
                        <a:rPr lang="en-US" sz="1200" dirty="0">
                          <a:latin typeface="Calibri" panose="020F0502020204030204" pitchFamily="34" charset="0"/>
                          <a:cs typeface="Calibri" panose="020F0502020204030204" pitchFamily="34" charset="0"/>
                        </a:rPr>
                        <a:t>Azione</a:t>
                      </a:r>
                    </a:p>
                  </a:txBody>
                  <a:tcPr anchor="ctr"/>
                </a:tc>
                <a:extLst>
                  <a:ext uri="{0D108BD9-81ED-4DB2-BD59-A6C34878D82A}">
                    <a16:rowId xmlns:a16="http://schemas.microsoft.com/office/drawing/2014/main" val="3343563429"/>
                  </a:ext>
                </a:extLst>
              </a:tr>
              <a:tr h="372961">
                <a:tc>
                  <a:txBody>
                    <a:bodyPr/>
                    <a:lstStyle/>
                    <a:p>
                      <a:pPr fontAlgn="t">
                        <a:buNone/>
                      </a:pPr>
                      <a:r>
                        <a:rPr lang="en-US" sz="1200" dirty="0">
                          <a:effectLst/>
                          <a:latin typeface="Calibri" panose="020F0502020204030204" pitchFamily="34" charset="0"/>
                          <a:cs typeface="Calibri" panose="020F0502020204030204" pitchFamily="34" charset="0"/>
                        </a:rPr>
                        <a:t>Login Form </a:t>
                      </a:r>
                      <a:r>
                        <a:rPr lang="it-IT" sz="1200" baseline="0" noProof="0" dirty="0">
                          <a:latin typeface="Calibri" panose="020F0502020204030204" pitchFamily="34" charset="0"/>
                          <a:cs typeface="Calibri" panose="020F0502020204030204" pitchFamily="34" charset="0"/>
                          <a:sym typeface="Wingdings" panose="05000000000000000000" pitchFamily="2" charset="2"/>
                        </a:rPr>
                        <a:t></a:t>
                      </a:r>
                      <a:r>
                        <a:rPr lang="en-US" sz="1200" dirty="0">
                          <a:effectLst/>
                          <a:latin typeface="Calibri" panose="020F0502020204030204" pitchFamily="34" charset="0"/>
                          <a:cs typeface="Calibri" panose="020F0502020204030204" pitchFamily="34" charset="0"/>
                        </a:rPr>
                        <a:t> </a:t>
                      </a:r>
                      <a:r>
                        <a:rPr lang="en-US" sz="1200" dirty="0">
                          <a:solidFill>
                            <a:srgbClr val="FF0000"/>
                          </a:solidFill>
                          <a:effectLst/>
                          <a:latin typeface="Calibri" panose="020F0502020204030204" pitchFamily="34" charset="0"/>
                          <a:cs typeface="Calibri" panose="020F0502020204030204" pitchFamily="34" charset="0"/>
                        </a:rPr>
                        <a:t>sign in</a:t>
                      </a:r>
                    </a:p>
                  </a:txBody>
                  <a:tcPr marR="228600" marT="95250" marB="95250"/>
                </a:tc>
                <a:tc>
                  <a:txBody>
                    <a:bodyPr/>
                    <a:lstStyle/>
                    <a:p>
                      <a:pPr fontAlgn="t">
                        <a:buNone/>
                      </a:pPr>
                      <a:r>
                        <a:rPr lang="en-US" sz="1200" dirty="0" err="1">
                          <a:effectLst/>
                          <a:latin typeface="Calibri" panose="020F0502020204030204" pitchFamily="34" charset="0"/>
                          <a:cs typeface="Calibri" panose="020F0502020204030204" pitchFamily="34" charset="0"/>
                        </a:rPr>
                        <a:t>Controllo</a:t>
                      </a:r>
                      <a:r>
                        <a:rPr lang="en-US" sz="1200" dirty="0">
                          <a:effectLst/>
                          <a:latin typeface="Calibri" panose="020F0502020204030204" pitchFamily="34" charset="0"/>
                          <a:cs typeface="Calibri" panose="020F0502020204030204" pitchFamily="34" charset="0"/>
                        </a:rPr>
                        <a:t> </a:t>
                      </a:r>
                      <a:r>
                        <a:rPr lang="en-US" sz="1200" dirty="0" err="1">
                          <a:effectLst/>
                          <a:latin typeface="Calibri" panose="020F0502020204030204" pitchFamily="34" charset="0"/>
                          <a:cs typeface="Calibri" panose="020F0502020204030204" pitchFamily="34" charset="0"/>
                        </a:rPr>
                        <a:t>campi</a:t>
                      </a:r>
                      <a:r>
                        <a:rPr lang="en-US" sz="1200" dirty="0">
                          <a:effectLst/>
                          <a:latin typeface="Calibri" panose="020F0502020204030204" pitchFamily="34" charset="0"/>
                          <a:cs typeface="Calibri" panose="020F0502020204030204" pitchFamily="34" charset="0"/>
                        </a:rPr>
                        <a:t> non </a:t>
                      </a:r>
                      <a:r>
                        <a:rPr lang="en-US" sz="1200" dirty="0" err="1">
                          <a:effectLst/>
                          <a:latin typeface="Calibri" panose="020F0502020204030204" pitchFamily="34" charset="0"/>
                          <a:cs typeface="Calibri" panose="020F0502020204030204" pitchFamily="34" charset="0"/>
                        </a:rPr>
                        <a:t>vuoti</a:t>
                      </a:r>
                      <a:r>
                        <a:rPr lang="en-US" sz="1200" dirty="0">
                          <a:effectLst/>
                          <a:latin typeface="Calibri" panose="020F0502020204030204" pitchFamily="34" charset="0"/>
                          <a:cs typeface="Calibri" panose="020F0502020204030204" pitchFamily="34" charset="0"/>
                        </a:rPr>
                        <a:t>, </a:t>
                      </a:r>
                      <a:r>
                        <a:rPr lang="en-US" sz="1200" dirty="0" err="1">
                          <a:effectLst/>
                          <a:latin typeface="Calibri" panose="020F0502020204030204" pitchFamily="34" charset="0"/>
                          <a:cs typeface="Calibri" panose="020F0502020204030204" pitchFamily="34" charset="0"/>
                        </a:rPr>
                        <a:t>invio</a:t>
                      </a:r>
                      <a:r>
                        <a:rPr lang="en-US" sz="1200" dirty="0">
                          <a:effectLst/>
                          <a:latin typeface="Calibri" panose="020F0502020204030204" pitchFamily="34" charset="0"/>
                          <a:cs typeface="Calibri" panose="020F0502020204030204" pitchFamily="34" charset="0"/>
                        </a:rPr>
                        <a:t> </a:t>
                      </a:r>
                      <a:r>
                        <a:rPr lang="en-US" sz="1200" dirty="0" err="1">
                          <a:effectLst/>
                          <a:latin typeface="Calibri" panose="020F0502020204030204" pitchFamily="34" charset="0"/>
                          <a:cs typeface="Calibri" panose="020F0502020204030204" pitchFamily="34" charset="0"/>
                        </a:rPr>
                        <a:t>credenziali</a:t>
                      </a:r>
                      <a:endParaRPr lang="en-US" sz="1200" dirty="0">
                        <a:effectLst/>
                        <a:latin typeface="Calibri" panose="020F0502020204030204" pitchFamily="34" charset="0"/>
                        <a:cs typeface="Calibri" panose="020F0502020204030204" pitchFamily="34" charset="0"/>
                      </a:endParaRPr>
                    </a:p>
                  </a:txBody>
                  <a:tcPr marR="228600" marT="95250" marB="95250"/>
                </a:tc>
                <a:tc>
                  <a:txBody>
                    <a:bodyPr/>
                    <a:lstStyle/>
                    <a:p>
                      <a:pPr fontAlgn="t">
                        <a:buNone/>
                      </a:pPr>
                      <a:r>
                        <a:rPr lang="en-US" sz="1200" dirty="0">
                          <a:effectLst/>
                          <a:latin typeface="Calibri" panose="020F0502020204030204" pitchFamily="34" charset="0"/>
                          <a:cs typeface="Calibri" panose="020F0502020204030204" pitchFamily="34" charset="0"/>
                        </a:rPr>
                        <a:t>POST(username, password)</a:t>
                      </a:r>
                    </a:p>
                  </a:txBody>
                  <a:tcPr marR="228600" marT="95250" marB="95250"/>
                </a:tc>
                <a:tc>
                  <a:txBody>
                    <a:bodyPr/>
                    <a:lstStyle/>
                    <a:p>
                      <a:pPr fontAlgn="t">
                        <a:buNone/>
                      </a:pPr>
                      <a:r>
                        <a:rPr lang="en-US" sz="1200" dirty="0" err="1">
                          <a:effectLst/>
                          <a:latin typeface="Calibri" panose="020F0502020204030204" pitchFamily="34" charset="0"/>
                          <a:cs typeface="Calibri" panose="020F0502020204030204" pitchFamily="34" charset="0"/>
                        </a:rPr>
                        <a:t>Verifica</a:t>
                      </a:r>
                      <a:r>
                        <a:rPr lang="en-US" sz="1200" dirty="0">
                          <a:effectLst/>
                          <a:latin typeface="Calibri" panose="020F0502020204030204" pitchFamily="34" charset="0"/>
                          <a:cs typeface="Calibri" panose="020F0502020204030204" pitchFamily="34" charset="0"/>
                        </a:rPr>
                        <a:t> </a:t>
                      </a:r>
                      <a:r>
                        <a:rPr lang="en-US" sz="1200" dirty="0" err="1">
                          <a:effectLst/>
                          <a:latin typeface="Calibri" panose="020F0502020204030204" pitchFamily="34" charset="0"/>
                          <a:cs typeface="Calibri" panose="020F0502020204030204" pitchFamily="34" charset="0"/>
                        </a:rPr>
                        <a:t>credenziali</a:t>
                      </a:r>
                      <a:r>
                        <a:rPr lang="en-US" sz="1200" dirty="0">
                          <a:effectLst/>
                          <a:latin typeface="Calibri" panose="020F0502020204030204" pitchFamily="34" charset="0"/>
                          <a:cs typeface="Calibri" panose="020F0502020204030204" pitchFamily="34" charset="0"/>
                        </a:rPr>
                        <a:t>, </a:t>
                      </a:r>
                      <a:r>
                        <a:rPr lang="en-US" sz="1200" dirty="0" err="1">
                          <a:effectLst/>
                          <a:latin typeface="Calibri" panose="020F0502020204030204" pitchFamily="34" charset="0"/>
                          <a:cs typeface="Calibri" panose="020F0502020204030204" pitchFamily="34" charset="0"/>
                        </a:rPr>
                        <a:t>crea</a:t>
                      </a:r>
                      <a:r>
                        <a:rPr lang="en-US" sz="1200" dirty="0">
                          <a:effectLst/>
                          <a:latin typeface="Calibri" panose="020F0502020204030204" pitchFamily="34" charset="0"/>
                          <a:cs typeface="Calibri" panose="020F0502020204030204" pitchFamily="34" charset="0"/>
                        </a:rPr>
                        <a:t> </a:t>
                      </a:r>
                      <a:r>
                        <a:rPr lang="en-US" sz="1200" dirty="0" err="1">
                          <a:effectLst/>
                          <a:latin typeface="Calibri" panose="020F0502020204030204" pitchFamily="34" charset="0"/>
                          <a:cs typeface="Calibri" panose="020F0502020204030204" pitchFamily="34" charset="0"/>
                        </a:rPr>
                        <a:t>sessione</a:t>
                      </a:r>
                      <a:r>
                        <a:rPr lang="en-US" sz="1200" dirty="0">
                          <a:effectLst/>
                          <a:latin typeface="Calibri" panose="020F0502020204030204" pitchFamily="34" charset="0"/>
                          <a:cs typeface="Calibri" panose="020F0502020204030204" pitchFamily="34" charset="0"/>
                        </a:rPr>
                        <a:t>, </a:t>
                      </a:r>
                      <a:r>
                        <a:rPr lang="en-US" sz="1200" dirty="0" err="1">
                          <a:effectLst/>
                          <a:latin typeface="Calibri" panose="020F0502020204030204" pitchFamily="34" charset="0"/>
                          <a:cs typeface="Calibri" panose="020F0502020204030204" pitchFamily="34" charset="0"/>
                        </a:rPr>
                        <a:t>restituisce</a:t>
                      </a:r>
                      <a:r>
                        <a:rPr lang="en-US" sz="1200" dirty="0">
                          <a:effectLst/>
                          <a:latin typeface="Calibri" panose="020F0502020204030204" pitchFamily="34" charset="0"/>
                          <a:cs typeface="Calibri" panose="020F0502020204030204" pitchFamily="34" charset="0"/>
                        </a:rPr>
                        <a:t> </a:t>
                      </a:r>
                      <a:r>
                        <a:rPr lang="en-US" sz="1200" dirty="0" err="1">
                          <a:effectLst/>
                          <a:latin typeface="Calibri" panose="020F0502020204030204" pitchFamily="34" charset="0"/>
                          <a:cs typeface="Calibri" panose="020F0502020204030204" pitchFamily="34" charset="0"/>
                        </a:rPr>
                        <a:t>ruolo</a:t>
                      </a:r>
                      <a:endParaRPr lang="en-US" sz="1200" dirty="0">
                        <a:effectLst/>
                        <a:latin typeface="Calibri" panose="020F0502020204030204" pitchFamily="34" charset="0"/>
                        <a:cs typeface="Calibri" panose="020F0502020204030204" pitchFamily="34" charset="0"/>
                      </a:endParaRPr>
                    </a:p>
                  </a:txBody>
                  <a:tcPr marT="95250" marB="95250"/>
                </a:tc>
                <a:extLst>
                  <a:ext uri="{0D108BD9-81ED-4DB2-BD59-A6C34878D82A}">
                    <a16:rowId xmlns:a16="http://schemas.microsoft.com/office/drawing/2014/main" val="2881289089"/>
                  </a:ext>
                </a:extLst>
              </a:tr>
              <a:tr h="331616">
                <a:tc>
                  <a:txBody>
                    <a:bodyPr/>
                    <a:lstStyle/>
                    <a:p>
                      <a:pPr fontAlgn="t">
                        <a:buNone/>
                      </a:pPr>
                      <a:r>
                        <a:rPr lang="en-US" sz="1200" dirty="0">
                          <a:effectLst/>
                          <a:latin typeface="Calibri" panose="020F0502020204030204" pitchFamily="34" charset="0"/>
                          <a:cs typeface="Calibri" panose="020F0502020204030204" pitchFamily="34" charset="0"/>
                        </a:rPr>
                        <a:t>Technical Role Selector </a:t>
                      </a:r>
                      <a:r>
                        <a:rPr lang="it-IT" sz="1200" baseline="0" noProof="0" dirty="0">
                          <a:latin typeface="Calibri" panose="020F0502020204030204" pitchFamily="34" charset="0"/>
                          <a:cs typeface="Calibri" panose="020F0502020204030204" pitchFamily="34" charset="0"/>
                          <a:sym typeface="Wingdings" panose="05000000000000000000" pitchFamily="2" charset="2"/>
                        </a:rPr>
                        <a:t></a:t>
                      </a:r>
                      <a:r>
                        <a:rPr lang="en-US" sz="1200" dirty="0">
                          <a:effectLst/>
                          <a:latin typeface="Calibri" panose="020F0502020204030204" pitchFamily="34" charset="0"/>
                          <a:cs typeface="Calibri" panose="020F0502020204030204" pitchFamily="34" charset="0"/>
                        </a:rPr>
                        <a:t> </a:t>
                      </a:r>
                      <a:r>
                        <a:rPr lang="en-US" sz="1200" dirty="0">
                          <a:solidFill>
                            <a:srgbClr val="FF0000"/>
                          </a:solidFill>
                          <a:effectLst/>
                          <a:latin typeface="Calibri" panose="020F0502020204030204" pitchFamily="34" charset="0"/>
                          <a:cs typeface="Calibri" panose="020F0502020204030204" pitchFamily="34" charset="0"/>
                        </a:rPr>
                        <a:t>collaborator</a:t>
                      </a:r>
                    </a:p>
                  </a:txBody>
                  <a:tcPr marR="228600" marT="95250" marB="95250"/>
                </a:tc>
                <a:tc>
                  <a:txBody>
                    <a:bodyPr/>
                    <a:lstStyle/>
                    <a:p>
                      <a:pPr fontAlgn="t">
                        <a:buNone/>
                      </a:pPr>
                      <a:r>
                        <a:rPr lang="en-US" sz="1200" dirty="0" err="1">
                          <a:effectLst/>
                          <a:latin typeface="Calibri" panose="020F0502020204030204" pitchFamily="34" charset="0"/>
                          <a:cs typeface="Calibri" panose="020F0502020204030204" pitchFamily="34" charset="0"/>
                        </a:rPr>
                        <a:t>Apre</a:t>
                      </a:r>
                      <a:r>
                        <a:rPr lang="en-US" sz="1200" dirty="0">
                          <a:effectLst/>
                          <a:latin typeface="Calibri" panose="020F0502020204030204" pitchFamily="34" charset="0"/>
                          <a:cs typeface="Calibri" panose="020F0502020204030204" pitchFamily="34" charset="0"/>
                        </a:rPr>
                        <a:t> Home Collaborator</a:t>
                      </a:r>
                    </a:p>
                  </a:txBody>
                  <a:tcPr marR="228600" marT="95250" marB="95250"/>
                </a:tc>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en-US" sz="1200" dirty="0">
                          <a:latin typeface="Calibri" panose="020F0502020204030204" pitchFamily="34" charset="0"/>
                          <a:cs typeface="Calibri" panose="020F0502020204030204" pitchFamily="34" charset="0"/>
                        </a:rPr>
                        <a:t>GET</a:t>
                      </a:r>
                    </a:p>
                  </a:txBody>
                  <a:tcPr marR="228600" marT="95250" marB="95250"/>
                </a:tc>
                <a:tc>
                  <a:txBody>
                    <a:bodyPr/>
                    <a:lstStyle/>
                    <a:p>
                      <a:pPr fontAlgn="t">
                        <a:buNone/>
                      </a:pPr>
                      <a:r>
                        <a:rPr lang="en-US" sz="1200" dirty="0">
                          <a:effectLst/>
                          <a:latin typeface="Calibri" panose="020F0502020204030204" pitchFamily="34" charset="0"/>
                          <a:cs typeface="Calibri" panose="020F0502020204030204" pitchFamily="34" charset="0"/>
                        </a:rPr>
                        <a:t>-</a:t>
                      </a:r>
                    </a:p>
                  </a:txBody>
                  <a:tcPr marT="95250" marB="95250"/>
                </a:tc>
                <a:extLst>
                  <a:ext uri="{0D108BD9-81ED-4DB2-BD59-A6C34878D82A}">
                    <a16:rowId xmlns:a16="http://schemas.microsoft.com/office/drawing/2014/main" val="2739746182"/>
                  </a:ext>
                </a:extLst>
              </a:tr>
              <a:tr h="0">
                <a:tc>
                  <a:txBody>
                    <a:bodyPr/>
                    <a:lstStyle/>
                    <a:p>
                      <a:pPr fontAlgn="t">
                        <a:buNone/>
                      </a:pPr>
                      <a:r>
                        <a:rPr lang="en-US" sz="1200" dirty="0">
                          <a:effectLst/>
                          <a:latin typeface="Calibri" panose="020F0502020204030204" pitchFamily="34" charset="0"/>
                          <a:cs typeface="Calibri" panose="020F0502020204030204" pitchFamily="34" charset="0"/>
                        </a:rPr>
                        <a:t>Technical Role Selector </a:t>
                      </a:r>
                      <a:r>
                        <a:rPr lang="it-IT" sz="1200" baseline="0" noProof="0" dirty="0">
                          <a:latin typeface="Calibri" panose="020F0502020204030204" pitchFamily="34" charset="0"/>
                          <a:cs typeface="Calibri" panose="020F0502020204030204" pitchFamily="34" charset="0"/>
                          <a:sym typeface="Wingdings" panose="05000000000000000000" pitchFamily="2" charset="2"/>
                        </a:rPr>
                        <a:t></a:t>
                      </a:r>
                      <a:r>
                        <a:rPr lang="en-US" sz="1200" dirty="0">
                          <a:effectLst/>
                          <a:latin typeface="Calibri" panose="020F0502020204030204" pitchFamily="34" charset="0"/>
                          <a:cs typeface="Calibri" panose="020F0502020204030204" pitchFamily="34" charset="0"/>
                        </a:rPr>
                        <a:t> </a:t>
                      </a:r>
                      <a:r>
                        <a:rPr lang="en-US" sz="1200" dirty="0">
                          <a:solidFill>
                            <a:srgbClr val="FF0000"/>
                          </a:solidFill>
                          <a:effectLst/>
                          <a:latin typeface="Calibri" panose="020F0502020204030204" pitchFamily="34" charset="0"/>
                          <a:cs typeface="Calibri" panose="020F0502020204030204" pitchFamily="34" charset="0"/>
                        </a:rPr>
                        <a:t>manager</a:t>
                      </a:r>
                    </a:p>
                  </a:txBody>
                  <a:tcPr marR="0" marT="95250" marB="95250"/>
                </a:tc>
                <a:tc>
                  <a:txBody>
                    <a:bodyPr/>
                    <a:lstStyle/>
                    <a:p>
                      <a:pPr fontAlgn="t">
                        <a:buNone/>
                      </a:pPr>
                      <a:r>
                        <a:rPr lang="en-US" sz="1200" dirty="0" err="1">
                          <a:effectLst/>
                          <a:latin typeface="Calibri" panose="020F0502020204030204" pitchFamily="34" charset="0"/>
                          <a:cs typeface="Calibri" panose="020F0502020204030204" pitchFamily="34" charset="0"/>
                        </a:rPr>
                        <a:t>Apre</a:t>
                      </a:r>
                      <a:r>
                        <a:rPr lang="en-US" sz="1200" dirty="0">
                          <a:effectLst/>
                          <a:latin typeface="Calibri" panose="020F0502020204030204" pitchFamily="34" charset="0"/>
                          <a:cs typeface="Calibri" panose="020F0502020204030204" pitchFamily="34" charset="0"/>
                        </a:rPr>
                        <a:t> Home Manager</a:t>
                      </a:r>
                    </a:p>
                  </a:txBody>
                  <a:tcPr marR="228600" marT="95250" marB="95250"/>
                </a:tc>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en-US" sz="1200" dirty="0">
                          <a:latin typeface="Calibri" panose="020F0502020204030204" pitchFamily="34" charset="0"/>
                          <a:cs typeface="Calibri" panose="020F0502020204030204" pitchFamily="34" charset="0"/>
                        </a:rPr>
                        <a:t>GET</a:t>
                      </a:r>
                    </a:p>
                  </a:txBody>
                  <a:tcPr marR="228600" marT="95250" marB="95250"/>
                </a:tc>
                <a:tc>
                  <a:txBody>
                    <a:bodyPr/>
                    <a:lstStyle/>
                    <a:p>
                      <a:pPr fontAlgn="t">
                        <a:buNone/>
                      </a:pPr>
                      <a:r>
                        <a:rPr lang="en-US" sz="1200" dirty="0">
                          <a:effectLst/>
                          <a:latin typeface="Calibri" panose="020F0502020204030204" pitchFamily="34" charset="0"/>
                          <a:cs typeface="Calibri" panose="020F0502020204030204" pitchFamily="34" charset="0"/>
                        </a:rPr>
                        <a:t>-</a:t>
                      </a:r>
                    </a:p>
                  </a:txBody>
                  <a:tcPr marT="95250" marB="95250"/>
                </a:tc>
                <a:extLst>
                  <a:ext uri="{0D108BD9-81ED-4DB2-BD59-A6C34878D82A}">
                    <a16:rowId xmlns:a16="http://schemas.microsoft.com/office/drawing/2014/main" val="954604780"/>
                  </a:ext>
                </a:extLst>
              </a:tr>
              <a:tr h="0">
                <a:tc>
                  <a:txBody>
                    <a:bodyPr/>
                    <a:lstStyle/>
                    <a:p>
                      <a:pPr fontAlgn="t">
                        <a:buNone/>
                      </a:pPr>
                      <a:r>
                        <a:rPr lang="en-US" sz="1200" dirty="0">
                          <a:solidFill>
                            <a:srgbClr val="FF0000"/>
                          </a:solidFill>
                          <a:effectLst/>
                          <a:latin typeface="Calibri" panose="020F0502020204030204" pitchFamily="34" charset="0"/>
                          <a:cs typeface="Calibri" panose="020F0502020204030204" pitchFamily="34" charset="0"/>
                        </a:rPr>
                        <a:t>Logout</a:t>
                      </a:r>
                    </a:p>
                  </a:txBody>
                  <a:tcPr marR="0" marT="95250" marB="95250"/>
                </a:tc>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en-US" sz="1200" dirty="0">
                          <a:latin typeface="Calibri" panose="020F0502020204030204" pitchFamily="34" charset="0"/>
                          <a:cs typeface="Calibri" panose="020F0502020204030204" pitchFamily="34" charset="0"/>
                        </a:rPr>
                        <a:t>Redirect alla </a:t>
                      </a:r>
                      <a:r>
                        <a:rPr lang="en-US" sz="1200" dirty="0" err="1">
                          <a:latin typeface="Calibri" panose="020F0502020204030204" pitchFamily="34" charset="0"/>
                          <a:cs typeface="Calibri" panose="020F0502020204030204" pitchFamily="34" charset="0"/>
                        </a:rPr>
                        <a:t>pagina</a:t>
                      </a:r>
                      <a:r>
                        <a:rPr lang="en-US" sz="1200" dirty="0">
                          <a:latin typeface="Calibri" panose="020F0502020204030204" pitchFamily="34" charset="0"/>
                          <a:cs typeface="Calibri" panose="020F0502020204030204" pitchFamily="34" charset="0"/>
                        </a:rPr>
                        <a:t> di login</a:t>
                      </a:r>
                    </a:p>
                  </a:txBody>
                  <a:tcPr anchor="ctr"/>
                </a:tc>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en-US" sz="1200" dirty="0">
                          <a:latin typeface="Calibri" panose="020F0502020204030204" pitchFamily="34" charset="0"/>
                          <a:cs typeface="Calibri" panose="020F0502020204030204" pitchFamily="34" charset="0"/>
                        </a:rPr>
                        <a:t>GET</a:t>
                      </a:r>
                    </a:p>
                  </a:txBody>
                  <a:tcPr anchor="ctr"/>
                </a:tc>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en-US" sz="1200" dirty="0" err="1">
                          <a:latin typeface="Calibri" panose="020F0502020204030204" pitchFamily="34" charset="0"/>
                          <a:cs typeface="Calibri" panose="020F0502020204030204" pitchFamily="34" charset="0"/>
                        </a:rPr>
                        <a:t>Invalidazione</a:t>
                      </a:r>
                      <a:r>
                        <a:rPr lang="en-US" sz="1200" dirty="0">
                          <a:latin typeface="Calibri" panose="020F0502020204030204" pitchFamily="34" charset="0"/>
                          <a:cs typeface="Calibri" panose="020F0502020204030204" pitchFamily="34" charset="0"/>
                        </a:rPr>
                        <a:t> </a:t>
                      </a:r>
                      <a:r>
                        <a:rPr lang="en-US" sz="1200" dirty="0" err="1">
                          <a:latin typeface="Calibri" panose="020F0502020204030204" pitchFamily="34" charset="0"/>
                          <a:cs typeface="Calibri" panose="020F0502020204030204" pitchFamily="34" charset="0"/>
                        </a:rPr>
                        <a:t>sessione</a:t>
                      </a:r>
                      <a:endParaRPr lang="en-US" sz="1200" dirty="0">
                        <a:latin typeface="Calibri" panose="020F0502020204030204" pitchFamily="34" charset="0"/>
                        <a:cs typeface="Calibri" panose="020F0502020204030204" pitchFamily="34" charset="0"/>
                      </a:endParaRPr>
                    </a:p>
                  </a:txBody>
                  <a:tcPr anchor="ctr"/>
                </a:tc>
                <a:extLst>
                  <a:ext uri="{0D108BD9-81ED-4DB2-BD59-A6C34878D82A}">
                    <a16:rowId xmlns:a16="http://schemas.microsoft.com/office/drawing/2014/main" val="3175498056"/>
                  </a:ext>
                </a:extLst>
              </a:tr>
            </a:tbl>
          </a:graphicData>
        </a:graphic>
      </p:graphicFrame>
    </p:spTree>
    <p:extLst>
      <p:ext uri="{BB962C8B-B14F-4D97-AF65-F5344CB8AC3E}">
        <p14:creationId xmlns:p14="http://schemas.microsoft.com/office/powerpoint/2010/main" val="3123019342"/>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03522C8-DEEC-5D90-000F-47C74179826D}"/>
            </a:ext>
          </a:extLst>
        </p:cNvPr>
        <p:cNvGrpSpPr/>
        <p:nvPr/>
      </p:nvGrpSpPr>
      <p:grpSpPr>
        <a:xfrm>
          <a:off x="0" y="0"/>
          <a:ext cx="0" cy="0"/>
          <a:chOff x="0" y="0"/>
          <a:chExt cx="0" cy="0"/>
        </a:xfrm>
      </p:grpSpPr>
      <p:sp>
        <p:nvSpPr>
          <p:cNvPr id="4" name="Google Shape;135;p26">
            <a:extLst>
              <a:ext uri="{FF2B5EF4-FFF2-40B4-BE49-F238E27FC236}">
                <a16:creationId xmlns:a16="http://schemas.microsoft.com/office/drawing/2014/main" id="{E0661C41-D388-3BC9-9E66-723F7687FB99}"/>
              </a:ext>
            </a:extLst>
          </p:cNvPr>
          <p:cNvSpPr txBox="1">
            <a:spLocks/>
          </p:cNvSpPr>
          <p:nvPr/>
        </p:nvSpPr>
        <p:spPr>
          <a:xfrm>
            <a:off x="426631" y="258833"/>
            <a:ext cx="11338737" cy="1143000"/>
          </a:xfrm>
          <a:prstGeom prst="rect">
            <a:avLst/>
          </a:prstGeom>
          <a:noFill/>
          <a:ln>
            <a:noFill/>
          </a:ln>
        </p:spPr>
        <p:txBody>
          <a:bodyPr spcFirstLastPara="1" wrap="square" lIns="107269" tIns="53620" rIns="107269" bIns="53620" anchor="ctr" anchorCtr="0">
            <a:noAutofit/>
          </a:bodyPr>
          <a:lstStyle>
            <a:defPPr marR="0" lvl="0" algn="l" rtl="0">
              <a:lnSpc>
                <a:spcPct val="100000"/>
              </a:lnSpc>
              <a:spcBef>
                <a:spcPts val="0"/>
              </a:spcBef>
              <a:spcAft>
                <a:spcPts val="0"/>
              </a:spcAft>
            </a:defPPr>
            <a:lvl1pPr marR="0" lvl="0" algn="ctr" rtl="0">
              <a:lnSpc>
                <a:spcPct val="100000"/>
              </a:lnSpc>
              <a:spcBef>
                <a:spcPts val="0"/>
              </a:spcBef>
              <a:spcAft>
                <a:spcPts val="0"/>
              </a:spcAft>
              <a:buClr>
                <a:schemeClr val="dk1"/>
              </a:buClr>
              <a:buSzPts val="1800"/>
              <a:buFont typeface="Calibri"/>
              <a:buNone/>
              <a:defRPr sz="44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9pPr>
          </a:lstStyle>
          <a:p>
            <a:pPr>
              <a:buClr>
                <a:prstClr val="black"/>
              </a:buClr>
              <a:defRPr/>
            </a:pPr>
            <a:r>
              <a:rPr kumimoji="0" lang="en-US" sz="4400" b="0" i="0" u="none" strike="noStrike" kern="1200" cap="none" spc="0" normalizeH="0" baseline="0" noProof="1">
                <a:ln>
                  <a:noFill/>
                </a:ln>
                <a:solidFill>
                  <a:schemeClr val="tx1"/>
                </a:solidFill>
                <a:effectLst/>
                <a:uLnTx/>
                <a:uFillTx/>
                <a:latin typeface="Calibri"/>
                <a:cs typeface="Calibri"/>
                <a:sym typeface="Calibri"/>
              </a:rPr>
              <a:t>Controller / Event handler </a:t>
            </a:r>
            <a:r>
              <a:rPr lang="en-US" noProof="1">
                <a:solidFill>
                  <a:schemeClr val="tx1"/>
                </a:solidFill>
              </a:rPr>
              <a:t>(login)</a:t>
            </a:r>
            <a:endParaRPr kumimoji="0" lang="en-US" sz="4400" b="0" i="0" u="none" strike="noStrike" kern="1200" cap="none" spc="0" normalizeH="0" baseline="0" noProof="1">
              <a:ln>
                <a:noFill/>
              </a:ln>
              <a:solidFill>
                <a:schemeClr val="tx1"/>
              </a:solidFill>
              <a:effectLst/>
              <a:uLnTx/>
              <a:uFillTx/>
              <a:latin typeface="Calibri"/>
              <a:cs typeface="Calibri"/>
              <a:sym typeface="Calibri"/>
            </a:endParaRPr>
          </a:p>
        </p:txBody>
      </p:sp>
      <p:graphicFrame>
        <p:nvGraphicFramePr>
          <p:cNvPr id="2" name="Table 1">
            <a:extLst>
              <a:ext uri="{FF2B5EF4-FFF2-40B4-BE49-F238E27FC236}">
                <a16:creationId xmlns:a16="http://schemas.microsoft.com/office/drawing/2014/main" id="{663F9DF1-EB11-70E9-9161-124A58595481}"/>
              </a:ext>
            </a:extLst>
          </p:cNvPr>
          <p:cNvGraphicFramePr>
            <a:graphicFrameLocks noGrp="1"/>
          </p:cNvGraphicFramePr>
          <p:nvPr>
            <p:extLst>
              <p:ext uri="{D42A27DB-BD31-4B8C-83A1-F6EECF244321}">
                <p14:modId xmlns:p14="http://schemas.microsoft.com/office/powerpoint/2010/main" val="2084072805"/>
              </p:ext>
            </p:extLst>
          </p:nvPr>
        </p:nvGraphicFramePr>
        <p:xfrm>
          <a:off x="426632" y="1192603"/>
          <a:ext cx="11601395" cy="2206933"/>
        </p:xfrm>
        <a:graphic>
          <a:graphicData uri="http://schemas.openxmlformats.org/drawingml/2006/table">
            <a:tbl>
              <a:tblPr firstRow="1" bandRow="1">
                <a:tableStyleId>{00A15C55-8517-42AA-B614-E9B94910E393}</a:tableStyleId>
              </a:tblPr>
              <a:tblGrid>
                <a:gridCol w="2739771">
                  <a:extLst>
                    <a:ext uri="{9D8B030D-6E8A-4147-A177-3AD203B41FA5}">
                      <a16:colId xmlns:a16="http://schemas.microsoft.com/office/drawing/2014/main" val="235445318"/>
                    </a:ext>
                  </a:extLst>
                </a:gridCol>
                <a:gridCol w="3655628">
                  <a:extLst>
                    <a:ext uri="{9D8B030D-6E8A-4147-A177-3AD203B41FA5}">
                      <a16:colId xmlns:a16="http://schemas.microsoft.com/office/drawing/2014/main" val="2807583141"/>
                    </a:ext>
                  </a:extLst>
                </a:gridCol>
                <a:gridCol w="2165821">
                  <a:extLst>
                    <a:ext uri="{9D8B030D-6E8A-4147-A177-3AD203B41FA5}">
                      <a16:colId xmlns:a16="http://schemas.microsoft.com/office/drawing/2014/main" val="3946285172"/>
                    </a:ext>
                  </a:extLst>
                </a:gridCol>
                <a:gridCol w="3040175">
                  <a:extLst>
                    <a:ext uri="{9D8B030D-6E8A-4147-A177-3AD203B41FA5}">
                      <a16:colId xmlns:a16="http://schemas.microsoft.com/office/drawing/2014/main" val="455709899"/>
                    </a:ext>
                  </a:extLst>
                </a:gridCol>
              </a:tblGrid>
              <a:tr h="374904">
                <a:tc gridSpan="2">
                  <a:txBody>
                    <a:bodyPr/>
                    <a:lstStyle/>
                    <a:p>
                      <a:pPr algn="ctr"/>
                      <a:r>
                        <a:rPr lang="en-US" sz="1200" dirty="0">
                          <a:latin typeface="Calibri" panose="020F0502020204030204" pitchFamily="34" charset="0"/>
                          <a:cs typeface="Calibri" panose="020F0502020204030204" pitchFamily="34" charset="0"/>
                        </a:rPr>
                        <a:t>Client Side</a:t>
                      </a:r>
                    </a:p>
                  </a:txBody>
                  <a:tcPr anchor="ctr"/>
                </a:tc>
                <a:tc hMerge="1">
                  <a:txBody>
                    <a:bodyPr/>
                    <a:lstStyle/>
                    <a:p>
                      <a:endParaRPr lang="en-US" dirty="0"/>
                    </a:p>
                  </a:txBody>
                  <a:tcPr/>
                </a:tc>
                <a:tc gridSpan="2">
                  <a:txBody>
                    <a:bodyPr/>
                    <a:lstStyle/>
                    <a:p>
                      <a:pPr algn="ctr"/>
                      <a:r>
                        <a:rPr lang="en-US" sz="1200" dirty="0">
                          <a:latin typeface="Calibri" panose="020F0502020204030204" pitchFamily="34" charset="0"/>
                          <a:cs typeface="Calibri" panose="020F0502020204030204" pitchFamily="34" charset="0"/>
                        </a:rPr>
                        <a:t>Server Side</a:t>
                      </a:r>
                    </a:p>
                  </a:txBody>
                  <a:tcPr anchor="ctr"/>
                </a:tc>
                <a:tc hMerge="1">
                  <a:txBody>
                    <a:bodyPr/>
                    <a:lstStyle/>
                    <a:p>
                      <a:endParaRPr lang="en-US" dirty="0"/>
                    </a:p>
                  </a:txBody>
                  <a:tcPr/>
                </a:tc>
                <a:extLst>
                  <a:ext uri="{0D108BD9-81ED-4DB2-BD59-A6C34878D82A}">
                    <a16:rowId xmlns:a16="http://schemas.microsoft.com/office/drawing/2014/main" val="3065940527"/>
                  </a:ext>
                </a:extLst>
              </a:tr>
              <a:tr h="338509">
                <a:tc>
                  <a:txBody>
                    <a:bodyPr/>
                    <a:lstStyle/>
                    <a:p>
                      <a:pPr algn="ctr"/>
                      <a:r>
                        <a:rPr lang="en-US" sz="1200" dirty="0" err="1">
                          <a:latin typeface="Calibri" panose="020F0502020204030204" pitchFamily="34" charset="0"/>
                          <a:cs typeface="Calibri" panose="020F0502020204030204" pitchFamily="34" charset="0"/>
                        </a:rPr>
                        <a:t>Evento</a:t>
                      </a:r>
                      <a:endParaRPr lang="en-US" sz="1200" dirty="0">
                        <a:latin typeface="Calibri" panose="020F0502020204030204" pitchFamily="34" charset="0"/>
                        <a:cs typeface="Calibri" panose="020F0502020204030204" pitchFamily="34" charset="0"/>
                      </a:endParaRPr>
                    </a:p>
                  </a:txBody>
                  <a:tcPr anchor="ctr"/>
                </a:tc>
                <a:tc>
                  <a:txBody>
                    <a:bodyPr/>
                    <a:lstStyle/>
                    <a:p>
                      <a:pPr algn="ctr"/>
                      <a:r>
                        <a:rPr lang="en-US" sz="1200" dirty="0" err="1">
                          <a:latin typeface="Calibri" panose="020F0502020204030204" pitchFamily="34" charset="0"/>
                          <a:cs typeface="Calibri" panose="020F0502020204030204" pitchFamily="34" charset="0"/>
                        </a:rPr>
                        <a:t>Controllore</a:t>
                      </a:r>
                      <a:endParaRPr lang="en-US" sz="1200" dirty="0">
                        <a:latin typeface="Calibri" panose="020F0502020204030204" pitchFamily="34" charset="0"/>
                        <a:cs typeface="Calibri" panose="020F0502020204030204" pitchFamily="34" charset="0"/>
                      </a:endParaRPr>
                    </a:p>
                  </a:txBody>
                  <a:tcPr anchor="ctr"/>
                </a:tc>
                <a:tc>
                  <a:txBody>
                    <a:bodyPr/>
                    <a:lstStyle/>
                    <a:p>
                      <a:pPr algn="ctr"/>
                      <a:r>
                        <a:rPr lang="en-US" sz="1200" dirty="0" err="1">
                          <a:latin typeface="Calibri" panose="020F0502020204030204" pitchFamily="34" charset="0"/>
                          <a:cs typeface="Calibri" panose="020F0502020204030204" pitchFamily="34" charset="0"/>
                        </a:rPr>
                        <a:t>Evento</a:t>
                      </a:r>
                      <a:endParaRPr lang="en-US" sz="1200" dirty="0">
                        <a:latin typeface="Calibri" panose="020F0502020204030204" pitchFamily="34" charset="0"/>
                        <a:cs typeface="Calibri" panose="020F0502020204030204" pitchFamily="34" charset="0"/>
                      </a:endParaRPr>
                    </a:p>
                  </a:txBody>
                  <a:tcPr anchor="ctr"/>
                </a:tc>
                <a:tc>
                  <a:txBody>
                    <a:bodyPr/>
                    <a:lstStyle/>
                    <a:p>
                      <a:pPr algn="ctr"/>
                      <a:r>
                        <a:rPr lang="en-US" sz="1200" dirty="0" err="1">
                          <a:latin typeface="Calibri" panose="020F0502020204030204" pitchFamily="34" charset="0"/>
                          <a:cs typeface="Calibri" panose="020F0502020204030204" pitchFamily="34" charset="0"/>
                        </a:rPr>
                        <a:t>Controllore</a:t>
                      </a:r>
                      <a:endParaRPr lang="en-US" sz="1200" dirty="0">
                        <a:latin typeface="Calibri" panose="020F0502020204030204" pitchFamily="34" charset="0"/>
                        <a:cs typeface="Calibri" panose="020F0502020204030204" pitchFamily="34" charset="0"/>
                      </a:endParaRPr>
                    </a:p>
                  </a:txBody>
                  <a:tcPr anchor="ctr"/>
                </a:tc>
                <a:extLst>
                  <a:ext uri="{0D108BD9-81ED-4DB2-BD59-A6C34878D82A}">
                    <a16:rowId xmlns:a16="http://schemas.microsoft.com/office/drawing/2014/main" val="3343563429"/>
                  </a:ext>
                </a:extLst>
              </a:tr>
              <a:tr h="372961">
                <a:tc>
                  <a:txBody>
                    <a:bodyPr/>
                    <a:lstStyle/>
                    <a:p>
                      <a:pPr fontAlgn="t">
                        <a:buNone/>
                      </a:pPr>
                      <a:r>
                        <a:rPr lang="en-US" sz="1200" dirty="0">
                          <a:effectLst/>
                          <a:latin typeface="Calibri" panose="020F0502020204030204" pitchFamily="34" charset="0"/>
                          <a:cs typeface="Calibri" panose="020F0502020204030204" pitchFamily="34" charset="0"/>
                        </a:rPr>
                        <a:t>Login Form </a:t>
                      </a:r>
                      <a:r>
                        <a:rPr lang="it-IT" sz="1200" baseline="0" noProof="0" dirty="0">
                          <a:latin typeface="Calibri" panose="020F0502020204030204" pitchFamily="34" charset="0"/>
                          <a:cs typeface="Calibri" panose="020F0502020204030204" pitchFamily="34" charset="0"/>
                          <a:sym typeface="Wingdings" panose="05000000000000000000" pitchFamily="2" charset="2"/>
                        </a:rPr>
                        <a:t></a:t>
                      </a:r>
                      <a:r>
                        <a:rPr lang="en-US" sz="1200" dirty="0">
                          <a:effectLst/>
                          <a:latin typeface="Calibri" panose="020F0502020204030204" pitchFamily="34" charset="0"/>
                          <a:cs typeface="Calibri" panose="020F0502020204030204" pitchFamily="34" charset="0"/>
                        </a:rPr>
                        <a:t> </a:t>
                      </a:r>
                      <a:r>
                        <a:rPr lang="en-US" sz="1200" dirty="0">
                          <a:solidFill>
                            <a:srgbClr val="FF0000"/>
                          </a:solidFill>
                          <a:effectLst/>
                          <a:latin typeface="Calibri" panose="020F0502020204030204" pitchFamily="34" charset="0"/>
                          <a:cs typeface="Calibri" panose="020F0502020204030204" pitchFamily="34" charset="0"/>
                        </a:rPr>
                        <a:t>sign in</a:t>
                      </a:r>
                    </a:p>
                  </a:txBody>
                  <a:tcPr marR="228600" marT="95250" marB="95250"/>
                </a:tc>
                <a:tc>
                  <a:txBody>
                    <a:bodyPr/>
                    <a:lstStyle/>
                    <a:p>
                      <a:pPr fontAlgn="t">
                        <a:buNone/>
                      </a:pPr>
                      <a:r>
                        <a:rPr lang="en-US" sz="1200" dirty="0">
                          <a:effectLst/>
                          <a:latin typeface="Calibri" panose="020F0502020204030204" pitchFamily="34" charset="0"/>
                          <a:cs typeface="Calibri" panose="020F0502020204030204" pitchFamily="34" charset="0"/>
                        </a:rPr>
                        <a:t>Function </a:t>
                      </a:r>
                      <a:r>
                        <a:rPr lang="en-US" sz="1200" dirty="0" err="1">
                          <a:effectLst/>
                          <a:latin typeface="Calibri" panose="020F0502020204030204" pitchFamily="34" charset="0"/>
                          <a:cs typeface="Calibri" panose="020F0502020204030204" pitchFamily="34" charset="0"/>
                        </a:rPr>
                        <a:t>makeCall</a:t>
                      </a:r>
                      <a:endParaRPr lang="en-US" sz="1200" dirty="0">
                        <a:effectLst/>
                        <a:latin typeface="Calibri" panose="020F0502020204030204" pitchFamily="34" charset="0"/>
                        <a:cs typeface="Calibri" panose="020F0502020204030204" pitchFamily="34" charset="0"/>
                      </a:endParaRPr>
                    </a:p>
                  </a:txBody>
                  <a:tcPr marR="228600" marT="95250" marB="95250"/>
                </a:tc>
                <a:tc>
                  <a:txBody>
                    <a:bodyPr/>
                    <a:lstStyle/>
                    <a:p>
                      <a:pPr fontAlgn="t">
                        <a:buNone/>
                      </a:pPr>
                      <a:r>
                        <a:rPr lang="en-US" sz="1200" dirty="0">
                          <a:effectLst/>
                          <a:latin typeface="Calibri" panose="020F0502020204030204" pitchFamily="34" charset="0"/>
                          <a:cs typeface="Calibri" panose="020F0502020204030204" pitchFamily="34" charset="0"/>
                        </a:rPr>
                        <a:t>POST(username, password)</a:t>
                      </a:r>
                    </a:p>
                  </a:txBody>
                  <a:tcPr marR="228600" marT="95250" marB="95250"/>
                </a:tc>
                <a:tc>
                  <a:txBody>
                    <a:bodyPr/>
                    <a:lstStyle/>
                    <a:p>
                      <a:pPr marL="0" marR="0" indent="0" algn="l" defTabSz="914400" rtl="0" eaLnBrk="1" fontAlgn="t" latinLnBrk="0" hangingPunct="1">
                        <a:lnSpc>
                          <a:spcPct val="100000"/>
                        </a:lnSpc>
                        <a:spcBef>
                          <a:spcPts val="0"/>
                        </a:spcBef>
                        <a:spcAft>
                          <a:spcPts val="0"/>
                        </a:spcAft>
                        <a:buClrTx/>
                        <a:buSzTx/>
                        <a:buFontTx/>
                        <a:buNone/>
                        <a:tabLst/>
                        <a:defRPr/>
                      </a:pPr>
                      <a:r>
                        <a:rPr lang="en-US" sz="1200" dirty="0">
                          <a:effectLst/>
                          <a:latin typeface="Calibri" panose="020F0502020204030204" pitchFamily="34" charset="0"/>
                          <a:cs typeface="Calibri" panose="020F0502020204030204" pitchFamily="34" charset="0"/>
                        </a:rPr>
                        <a:t>Login servlet</a:t>
                      </a:r>
                    </a:p>
                  </a:txBody>
                  <a:tcPr marT="95250" marB="95250"/>
                </a:tc>
                <a:extLst>
                  <a:ext uri="{0D108BD9-81ED-4DB2-BD59-A6C34878D82A}">
                    <a16:rowId xmlns:a16="http://schemas.microsoft.com/office/drawing/2014/main" val="2881289089"/>
                  </a:ext>
                </a:extLst>
              </a:tr>
              <a:tr h="331616">
                <a:tc>
                  <a:txBody>
                    <a:bodyPr/>
                    <a:lstStyle/>
                    <a:p>
                      <a:pPr fontAlgn="t">
                        <a:buNone/>
                      </a:pPr>
                      <a:r>
                        <a:rPr lang="en-US" sz="1200" dirty="0">
                          <a:effectLst/>
                          <a:latin typeface="Calibri" panose="020F0502020204030204" pitchFamily="34" charset="0"/>
                          <a:cs typeface="Calibri" panose="020F0502020204030204" pitchFamily="34" charset="0"/>
                        </a:rPr>
                        <a:t>Technical Role Selector </a:t>
                      </a:r>
                      <a:r>
                        <a:rPr lang="it-IT" sz="1200" baseline="0" noProof="0" dirty="0">
                          <a:latin typeface="Calibri" panose="020F0502020204030204" pitchFamily="34" charset="0"/>
                          <a:cs typeface="Calibri" panose="020F0502020204030204" pitchFamily="34" charset="0"/>
                          <a:sym typeface="Wingdings" panose="05000000000000000000" pitchFamily="2" charset="2"/>
                        </a:rPr>
                        <a:t></a:t>
                      </a:r>
                      <a:r>
                        <a:rPr lang="en-US" sz="1200" dirty="0">
                          <a:effectLst/>
                          <a:latin typeface="Calibri" panose="020F0502020204030204" pitchFamily="34" charset="0"/>
                          <a:cs typeface="Calibri" panose="020F0502020204030204" pitchFamily="34" charset="0"/>
                        </a:rPr>
                        <a:t> </a:t>
                      </a:r>
                      <a:r>
                        <a:rPr lang="en-US" sz="1200" dirty="0">
                          <a:solidFill>
                            <a:srgbClr val="FF0000"/>
                          </a:solidFill>
                          <a:effectLst/>
                          <a:latin typeface="Calibri" panose="020F0502020204030204" pitchFamily="34" charset="0"/>
                          <a:cs typeface="Calibri" panose="020F0502020204030204" pitchFamily="34" charset="0"/>
                        </a:rPr>
                        <a:t>collaborator</a:t>
                      </a:r>
                    </a:p>
                  </a:txBody>
                  <a:tcPr marR="228600" marT="95250" marB="95250"/>
                </a:tc>
                <a:tc>
                  <a:txBody>
                    <a:bodyPr/>
                    <a:lstStyle/>
                    <a:p>
                      <a:pPr fontAlgn="t">
                        <a:buNone/>
                      </a:pPr>
                      <a:r>
                        <a:rPr lang="en-US" sz="1200" dirty="0">
                          <a:effectLst/>
                          <a:latin typeface="Calibri" panose="020F0502020204030204" pitchFamily="34" charset="0"/>
                          <a:cs typeface="Calibri" panose="020F0502020204030204" pitchFamily="34" charset="0"/>
                        </a:rPr>
                        <a:t>Link</a:t>
                      </a:r>
                    </a:p>
                  </a:txBody>
                  <a:tcPr marR="228600" marT="95250" marB="95250"/>
                </a:tc>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en-US" sz="1200" dirty="0">
                          <a:latin typeface="Calibri" panose="020F0502020204030204" pitchFamily="34" charset="0"/>
                          <a:cs typeface="Calibri" panose="020F0502020204030204" pitchFamily="34" charset="0"/>
                        </a:rPr>
                        <a:t>GET</a:t>
                      </a:r>
                    </a:p>
                  </a:txBody>
                  <a:tcPr marR="228600" marT="95250" marB="95250"/>
                </a:tc>
                <a:tc>
                  <a:txBody>
                    <a:bodyPr/>
                    <a:lstStyle/>
                    <a:p>
                      <a:pPr marL="0" marR="0" indent="0" algn="l" defTabSz="914400" rtl="0" eaLnBrk="1" fontAlgn="t" latinLnBrk="0" hangingPunct="1">
                        <a:lnSpc>
                          <a:spcPct val="100000"/>
                        </a:lnSpc>
                        <a:spcBef>
                          <a:spcPts val="0"/>
                        </a:spcBef>
                        <a:spcAft>
                          <a:spcPts val="0"/>
                        </a:spcAft>
                        <a:buClrTx/>
                        <a:buSzTx/>
                        <a:buFontTx/>
                        <a:buNone/>
                        <a:tabLst/>
                        <a:defRPr/>
                      </a:pPr>
                      <a:r>
                        <a:rPr lang="en-US" sz="1200" dirty="0">
                          <a:effectLst/>
                          <a:latin typeface="Calibri" panose="020F0502020204030204" pitchFamily="34" charset="0"/>
                          <a:cs typeface="Calibri" panose="020F0502020204030204" pitchFamily="34" charset="0"/>
                        </a:rPr>
                        <a:t>home collaborator page</a:t>
                      </a:r>
                    </a:p>
                  </a:txBody>
                  <a:tcPr marT="95250" marB="95250"/>
                </a:tc>
                <a:extLst>
                  <a:ext uri="{0D108BD9-81ED-4DB2-BD59-A6C34878D82A}">
                    <a16:rowId xmlns:a16="http://schemas.microsoft.com/office/drawing/2014/main" val="2739746182"/>
                  </a:ext>
                </a:extLst>
              </a:tr>
              <a:tr h="0">
                <a:tc>
                  <a:txBody>
                    <a:bodyPr/>
                    <a:lstStyle/>
                    <a:p>
                      <a:pPr fontAlgn="t">
                        <a:buNone/>
                      </a:pPr>
                      <a:r>
                        <a:rPr lang="en-US" sz="1200" dirty="0">
                          <a:effectLst/>
                          <a:latin typeface="Calibri" panose="020F0502020204030204" pitchFamily="34" charset="0"/>
                          <a:cs typeface="Calibri" panose="020F0502020204030204" pitchFamily="34" charset="0"/>
                        </a:rPr>
                        <a:t>Technical Role Selector </a:t>
                      </a:r>
                      <a:r>
                        <a:rPr lang="it-IT" sz="1200" baseline="0" noProof="0" dirty="0">
                          <a:latin typeface="Calibri" panose="020F0502020204030204" pitchFamily="34" charset="0"/>
                          <a:cs typeface="Calibri" panose="020F0502020204030204" pitchFamily="34" charset="0"/>
                          <a:sym typeface="Wingdings" panose="05000000000000000000" pitchFamily="2" charset="2"/>
                        </a:rPr>
                        <a:t></a:t>
                      </a:r>
                      <a:r>
                        <a:rPr lang="en-US" sz="1200" dirty="0">
                          <a:effectLst/>
                          <a:latin typeface="Calibri" panose="020F0502020204030204" pitchFamily="34" charset="0"/>
                          <a:cs typeface="Calibri" panose="020F0502020204030204" pitchFamily="34" charset="0"/>
                        </a:rPr>
                        <a:t> </a:t>
                      </a:r>
                      <a:r>
                        <a:rPr lang="en-US" sz="1200" dirty="0">
                          <a:solidFill>
                            <a:srgbClr val="FF0000"/>
                          </a:solidFill>
                          <a:effectLst/>
                          <a:latin typeface="Calibri" panose="020F0502020204030204" pitchFamily="34" charset="0"/>
                          <a:cs typeface="Calibri" panose="020F0502020204030204" pitchFamily="34" charset="0"/>
                        </a:rPr>
                        <a:t>manager</a:t>
                      </a:r>
                    </a:p>
                  </a:txBody>
                  <a:tcPr marR="0" marT="95250" marB="95250"/>
                </a:tc>
                <a:tc>
                  <a:txBody>
                    <a:bodyPr/>
                    <a:lstStyle/>
                    <a:p>
                      <a:pPr fontAlgn="t">
                        <a:buNone/>
                      </a:pPr>
                      <a:r>
                        <a:rPr lang="en-US" sz="1200" dirty="0">
                          <a:effectLst/>
                          <a:latin typeface="Calibri" panose="020F0502020204030204" pitchFamily="34" charset="0"/>
                          <a:cs typeface="Calibri" panose="020F0502020204030204" pitchFamily="34" charset="0"/>
                        </a:rPr>
                        <a:t>Link</a:t>
                      </a:r>
                    </a:p>
                  </a:txBody>
                  <a:tcPr marR="228600" marT="95250" marB="95250"/>
                </a:tc>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en-US" sz="1200" dirty="0">
                          <a:latin typeface="Calibri" panose="020F0502020204030204" pitchFamily="34" charset="0"/>
                          <a:cs typeface="Calibri" panose="020F0502020204030204" pitchFamily="34" charset="0"/>
                        </a:rPr>
                        <a:t>GET</a:t>
                      </a:r>
                    </a:p>
                  </a:txBody>
                  <a:tcPr marR="228600" marT="95250" marB="95250"/>
                </a:tc>
                <a:tc>
                  <a:txBody>
                    <a:bodyPr/>
                    <a:lstStyle/>
                    <a:p>
                      <a:pPr marL="0" marR="0" indent="0" algn="l" defTabSz="914400" rtl="0" eaLnBrk="1" fontAlgn="t" latinLnBrk="0" hangingPunct="1">
                        <a:lnSpc>
                          <a:spcPct val="100000"/>
                        </a:lnSpc>
                        <a:spcBef>
                          <a:spcPts val="0"/>
                        </a:spcBef>
                        <a:spcAft>
                          <a:spcPts val="0"/>
                        </a:spcAft>
                        <a:buClrTx/>
                        <a:buSzTx/>
                        <a:buFontTx/>
                        <a:buNone/>
                        <a:tabLst/>
                        <a:defRPr/>
                      </a:pPr>
                      <a:r>
                        <a:rPr lang="en-US" sz="1200" dirty="0">
                          <a:effectLst/>
                          <a:latin typeface="Calibri" panose="020F0502020204030204" pitchFamily="34" charset="0"/>
                          <a:cs typeface="Calibri" panose="020F0502020204030204" pitchFamily="34" charset="0"/>
                        </a:rPr>
                        <a:t>home manager page</a:t>
                      </a:r>
                    </a:p>
                  </a:txBody>
                  <a:tcPr marT="95250" marB="95250"/>
                </a:tc>
                <a:extLst>
                  <a:ext uri="{0D108BD9-81ED-4DB2-BD59-A6C34878D82A}">
                    <a16:rowId xmlns:a16="http://schemas.microsoft.com/office/drawing/2014/main" val="954604780"/>
                  </a:ext>
                </a:extLst>
              </a:tr>
              <a:tr h="0">
                <a:tc>
                  <a:txBody>
                    <a:bodyPr/>
                    <a:lstStyle/>
                    <a:p>
                      <a:pPr marL="0" marR="0" lvl="0" indent="0" algn="l" defTabSz="914400" rtl="0" eaLnBrk="1" fontAlgn="t" latinLnBrk="0" hangingPunct="1">
                        <a:lnSpc>
                          <a:spcPct val="100000"/>
                        </a:lnSpc>
                        <a:spcBef>
                          <a:spcPts val="0"/>
                        </a:spcBef>
                        <a:spcAft>
                          <a:spcPts val="0"/>
                        </a:spcAft>
                        <a:buClrTx/>
                        <a:buSzTx/>
                        <a:buFontTx/>
                        <a:buNone/>
                        <a:tabLst/>
                        <a:defRPr/>
                      </a:pPr>
                      <a:r>
                        <a:rPr lang="en-US" sz="1200" dirty="0">
                          <a:solidFill>
                            <a:srgbClr val="FF0000"/>
                          </a:solidFill>
                          <a:latin typeface="Calibri" panose="020F0502020204030204" pitchFamily="34" charset="0"/>
                          <a:cs typeface="Calibri" panose="020F0502020204030204" pitchFamily="34" charset="0"/>
                        </a:rPr>
                        <a:t>Logout </a:t>
                      </a:r>
                      <a:r>
                        <a:rPr lang="en-US" sz="1200" dirty="0">
                          <a:solidFill>
                            <a:schemeClr val="tx1"/>
                          </a:solidFill>
                          <a:latin typeface="Calibri" panose="020F0502020204030204" pitchFamily="34" charset="0"/>
                          <a:cs typeface="Calibri" panose="020F0502020204030204" pitchFamily="34" charset="0"/>
                        </a:rPr>
                        <a:t>(</a:t>
                      </a:r>
                      <a:r>
                        <a:rPr lang="en-US" sz="1200" dirty="0" err="1">
                          <a:solidFill>
                            <a:schemeClr val="tx1"/>
                          </a:solidFill>
                          <a:latin typeface="Calibri" panose="020F0502020204030204" pitchFamily="34" charset="0"/>
                          <a:cs typeface="Calibri" panose="020F0502020204030204" pitchFamily="34" charset="0"/>
                        </a:rPr>
                        <a:t>comune</a:t>
                      </a:r>
                      <a:r>
                        <a:rPr lang="en-US" sz="1200" dirty="0">
                          <a:solidFill>
                            <a:schemeClr val="tx1"/>
                          </a:solidFill>
                          <a:latin typeface="Calibri" panose="020F0502020204030204" pitchFamily="34" charset="0"/>
                          <a:cs typeface="Calibri" panose="020F0502020204030204" pitchFamily="34" charset="0"/>
                        </a:rPr>
                        <a:t> a tutte le </a:t>
                      </a:r>
                      <a:r>
                        <a:rPr lang="en-US" sz="1200" dirty="0" err="1">
                          <a:solidFill>
                            <a:schemeClr val="tx1"/>
                          </a:solidFill>
                          <a:latin typeface="Calibri" panose="020F0502020204030204" pitchFamily="34" charset="0"/>
                          <a:cs typeface="Calibri" panose="020F0502020204030204" pitchFamily="34" charset="0"/>
                        </a:rPr>
                        <a:t>pagine</a:t>
                      </a:r>
                      <a:r>
                        <a:rPr lang="en-US" sz="1200" dirty="0">
                          <a:solidFill>
                            <a:schemeClr val="tx1"/>
                          </a:solidFill>
                          <a:latin typeface="Calibri" panose="020F0502020204030204" pitchFamily="34" charset="0"/>
                          <a:cs typeface="Calibri" panose="020F0502020204030204" pitchFamily="34" charset="0"/>
                        </a:rPr>
                        <a:t>)</a:t>
                      </a:r>
                    </a:p>
                  </a:txBody>
                  <a:tcPr marR="0" marT="95250" marB="95250"/>
                </a:tc>
                <a:tc>
                  <a:txBody>
                    <a:bodyPr/>
                    <a:lstStyle/>
                    <a:p>
                      <a:pPr marL="0" marR="0" indent="0" algn="l" defTabSz="914400" rtl="0" eaLnBrk="1" fontAlgn="t" latinLnBrk="0" hangingPunct="1">
                        <a:lnSpc>
                          <a:spcPct val="100000"/>
                        </a:lnSpc>
                        <a:spcBef>
                          <a:spcPts val="0"/>
                        </a:spcBef>
                        <a:spcAft>
                          <a:spcPts val="0"/>
                        </a:spcAft>
                        <a:buClrTx/>
                        <a:buSzTx/>
                        <a:buFontTx/>
                        <a:buNone/>
                        <a:tabLst/>
                        <a:defRPr/>
                      </a:pPr>
                      <a:r>
                        <a:rPr lang="en-US" sz="1200" dirty="0">
                          <a:effectLst/>
                          <a:latin typeface="Calibri" panose="020F0502020204030204" pitchFamily="34" charset="0"/>
                          <a:cs typeface="Calibri" panose="020F0502020204030204" pitchFamily="34" charset="0"/>
                        </a:rPr>
                        <a:t>Function logout</a:t>
                      </a:r>
                    </a:p>
                  </a:txBody>
                  <a:tcPr marR="228600" marT="95250" marB="95250"/>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latin typeface="Calibri" panose="020F0502020204030204" pitchFamily="34" charset="0"/>
                          <a:cs typeface="Calibri" panose="020F0502020204030204" pitchFamily="34" charset="0"/>
                        </a:rPr>
                        <a:t>GET</a:t>
                      </a:r>
                    </a:p>
                  </a:txBody>
                  <a:tcPr marR="228600" marT="95250" marB="95250"/>
                </a:tc>
                <a:tc>
                  <a:txBody>
                    <a:bodyPr/>
                    <a:lstStyle/>
                    <a:p>
                      <a:pPr marL="0" marR="0" indent="0" algn="l" defTabSz="914400" rtl="0" eaLnBrk="1" fontAlgn="t" latinLnBrk="0" hangingPunct="1">
                        <a:lnSpc>
                          <a:spcPct val="100000"/>
                        </a:lnSpc>
                        <a:spcBef>
                          <a:spcPts val="0"/>
                        </a:spcBef>
                        <a:spcAft>
                          <a:spcPts val="0"/>
                        </a:spcAft>
                        <a:buClrTx/>
                        <a:buSzTx/>
                        <a:buFontTx/>
                        <a:buNone/>
                        <a:tabLst/>
                        <a:defRPr/>
                      </a:pPr>
                      <a:r>
                        <a:rPr lang="en-US" sz="1200" dirty="0">
                          <a:effectLst/>
                          <a:latin typeface="Calibri" panose="020F0502020204030204" pitchFamily="34" charset="0"/>
                          <a:cs typeface="Calibri" panose="020F0502020204030204" pitchFamily="34" charset="0"/>
                        </a:rPr>
                        <a:t>Logout servlet</a:t>
                      </a:r>
                    </a:p>
                  </a:txBody>
                  <a:tcPr marT="95250" marB="95250"/>
                </a:tc>
                <a:extLst>
                  <a:ext uri="{0D108BD9-81ED-4DB2-BD59-A6C34878D82A}">
                    <a16:rowId xmlns:a16="http://schemas.microsoft.com/office/drawing/2014/main" val="1839903382"/>
                  </a:ext>
                </a:extLst>
              </a:tr>
            </a:tbl>
          </a:graphicData>
        </a:graphic>
      </p:graphicFrame>
    </p:spTree>
    <p:extLst>
      <p:ext uri="{BB962C8B-B14F-4D97-AF65-F5344CB8AC3E}">
        <p14:creationId xmlns:p14="http://schemas.microsoft.com/office/powerpoint/2010/main" val="1633787976"/>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3B998EF-787D-A86C-41DD-C7206A00022C}"/>
            </a:ext>
          </a:extLst>
        </p:cNvPr>
        <p:cNvGrpSpPr/>
        <p:nvPr/>
      </p:nvGrpSpPr>
      <p:grpSpPr>
        <a:xfrm>
          <a:off x="0" y="0"/>
          <a:ext cx="0" cy="0"/>
          <a:chOff x="0" y="0"/>
          <a:chExt cx="0" cy="0"/>
        </a:xfrm>
      </p:grpSpPr>
      <p:sp>
        <p:nvSpPr>
          <p:cNvPr id="4" name="Google Shape;135;p26">
            <a:extLst>
              <a:ext uri="{FF2B5EF4-FFF2-40B4-BE49-F238E27FC236}">
                <a16:creationId xmlns:a16="http://schemas.microsoft.com/office/drawing/2014/main" id="{2F399A16-8E01-B138-43F3-209FE54A3851}"/>
              </a:ext>
            </a:extLst>
          </p:cNvPr>
          <p:cNvSpPr txBox="1">
            <a:spLocks/>
          </p:cNvSpPr>
          <p:nvPr/>
        </p:nvSpPr>
        <p:spPr>
          <a:xfrm>
            <a:off x="426631" y="258833"/>
            <a:ext cx="11338737" cy="1143000"/>
          </a:xfrm>
          <a:prstGeom prst="rect">
            <a:avLst/>
          </a:prstGeom>
          <a:noFill/>
          <a:ln>
            <a:noFill/>
          </a:ln>
        </p:spPr>
        <p:txBody>
          <a:bodyPr spcFirstLastPara="1" wrap="square" lIns="107269" tIns="53620" rIns="107269" bIns="53620" anchor="ctr" anchorCtr="0">
            <a:noAutofit/>
          </a:bodyPr>
          <a:lstStyle>
            <a:defPPr marR="0" lvl="0" algn="l" rtl="0">
              <a:lnSpc>
                <a:spcPct val="100000"/>
              </a:lnSpc>
              <a:spcBef>
                <a:spcPts val="0"/>
              </a:spcBef>
              <a:spcAft>
                <a:spcPts val="0"/>
              </a:spcAft>
            </a:defPPr>
            <a:lvl1pPr marR="0" lvl="0" algn="ctr" rtl="0">
              <a:lnSpc>
                <a:spcPct val="100000"/>
              </a:lnSpc>
              <a:spcBef>
                <a:spcPts val="0"/>
              </a:spcBef>
              <a:spcAft>
                <a:spcPts val="0"/>
              </a:spcAft>
              <a:buClr>
                <a:schemeClr val="dk1"/>
              </a:buClr>
              <a:buSzPts val="1800"/>
              <a:buFont typeface="Calibri"/>
              <a:buNone/>
              <a:defRPr sz="44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9pPr>
          </a:lstStyle>
          <a:p>
            <a:pPr>
              <a:buClr>
                <a:prstClr val="black"/>
              </a:buClr>
              <a:defRPr/>
            </a:pPr>
            <a:r>
              <a:rPr kumimoji="0" lang="en-US" sz="4400" b="0" i="0" u="none" strike="noStrike" kern="1200" cap="none" spc="0" normalizeH="0" baseline="0" noProof="1">
                <a:ln>
                  <a:noFill/>
                </a:ln>
                <a:solidFill>
                  <a:schemeClr val="tx1"/>
                </a:solidFill>
                <a:effectLst/>
                <a:uLnTx/>
                <a:uFillTx/>
                <a:latin typeface="Calibri"/>
                <a:cs typeface="Calibri"/>
                <a:sym typeface="Calibri"/>
              </a:rPr>
              <a:t>Eventi e Azioni (admin)</a:t>
            </a:r>
          </a:p>
        </p:txBody>
      </p:sp>
      <p:graphicFrame>
        <p:nvGraphicFramePr>
          <p:cNvPr id="2" name="Table 1">
            <a:extLst>
              <a:ext uri="{FF2B5EF4-FFF2-40B4-BE49-F238E27FC236}">
                <a16:creationId xmlns:a16="http://schemas.microsoft.com/office/drawing/2014/main" id="{84B41084-D0B7-BA43-70BA-DC90D6DF8087}"/>
              </a:ext>
            </a:extLst>
          </p:cNvPr>
          <p:cNvGraphicFramePr>
            <a:graphicFrameLocks noGrp="1"/>
          </p:cNvGraphicFramePr>
          <p:nvPr>
            <p:extLst>
              <p:ext uri="{D42A27DB-BD31-4B8C-83A1-F6EECF244321}">
                <p14:modId xmlns:p14="http://schemas.microsoft.com/office/powerpoint/2010/main" val="1866625282"/>
              </p:ext>
            </p:extLst>
          </p:nvPr>
        </p:nvGraphicFramePr>
        <p:xfrm>
          <a:off x="340768" y="1195397"/>
          <a:ext cx="11510462" cy="5559733"/>
        </p:xfrm>
        <a:graphic>
          <a:graphicData uri="http://schemas.openxmlformats.org/drawingml/2006/table">
            <a:tbl>
              <a:tblPr firstRow="1" bandRow="1">
                <a:tableStyleId>{00A15C55-8517-42AA-B614-E9B94910E393}</a:tableStyleId>
              </a:tblPr>
              <a:tblGrid>
                <a:gridCol w="2558098">
                  <a:extLst>
                    <a:ext uri="{9D8B030D-6E8A-4147-A177-3AD203B41FA5}">
                      <a16:colId xmlns:a16="http://schemas.microsoft.com/office/drawing/2014/main" val="235445318"/>
                    </a:ext>
                  </a:extLst>
                </a:gridCol>
                <a:gridCol w="3943786">
                  <a:extLst>
                    <a:ext uri="{9D8B030D-6E8A-4147-A177-3AD203B41FA5}">
                      <a16:colId xmlns:a16="http://schemas.microsoft.com/office/drawing/2014/main" val="2807583141"/>
                    </a:ext>
                  </a:extLst>
                </a:gridCol>
                <a:gridCol w="1968403">
                  <a:extLst>
                    <a:ext uri="{9D8B030D-6E8A-4147-A177-3AD203B41FA5}">
                      <a16:colId xmlns:a16="http://schemas.microsoft.com/office/drawing/2014/main" val="3946285172"/>
                    </a:ext>
                  </a:extLst>
                </a:gridCol>
                <a:gridCol w="3040175">
                  <a:extLst>
                    <a:ext uri="{9D8B030D-6E8A-4147-A177-3AD203B41FA5}">
                      <a16:colId xmlns:a16="http://schemas.microsoft.com/office/drawing/2014/main" val="455709899"/>
                    </a:ext>
                  </a:extLst>
                </a:gridCol>
              </a:tblGrid>
              <a:tr h="374904">
                <a:tc gridSpan="2">
                  <a:txBody>
                    <a:bodyPr/>
                    <a:lstStyle/>
                    <a:p>
                      <a:pPr algn="ctr"/>
                      <a:r>
                        <a:rPr lang="en-US" sz="1200" dirty="0">
                          <a:latin typeface="Calibri" panose="020F0502020204030204" pitchFamily="34" charset="0"/>
                          <a:cs typeface="Calibri" panose="020F0502020204030204" pitchFamily="34" charset="0"/>
                        </a:rPr>
                        <a:t>Client Side</a:t>
                      </a:r>
                    </a:p>
                  </a:txBody>
                  <a:tcPr anchor="ctr"/>
                </a:tc>
                <a:tc hMerge="1">
                  <a:txBody>
                    <a:bodyPr/>
                    <a:lstStyle/>
                    <a:p>
                      <a:endParaRPr lang="en-US" dirty="0"/>
                    </a:p>
                  </a:txBody>
                  <a:tcPr/>
                </a:tc>
                <a:tc gridSpan="2">
                  <a:txBody>
                    <a:bodyPr/>
                    <a:lstStyle/>
                    <a:p>
                      <a:pPr algn="ctr"/>
                      <a:r>
                        <a:rPr lang="en-US" sz="1200" dirty="0">
                          <a:latin typeface="Calibri" panose="020F0502020204030204" pitchFamily="34" charset="0"/>
                          <a:cs typeface="Calibri" panose="020F0502020204030204" pitchFamily="34" charset="0"/>
                        </a:rPr>
                        <a:t>Server Side</a:t>
                      </a:r>
                    </a:p>
                  </a:txBody>
                  <a:tcPr anchor="ctr"/>
                </a:tc>
                <a:tc hMerge="1">
                  <a:txBody>
                    <a:bodyPr/>
                    <a:lstStyle/>
                    <a:p>
                      <a:endParaRPr lang="en-US" dirty="0"/>
                    </a:p>
                  </a:txBody>
                  <a:tcPr/>
                </a:tc>
                <a:extLst>
                  <a:ext uri="{0D108BD9-81ED-4DB2-BD59-A6C34878D82A}">
                    <a16:rowId xmlns:a16="http://schemas.microsoft.com/office/drawing/2014/main" val="3065940527"/>
                  </a:ext>
                </a:extLst>
              </a:tr>
              <a:tr h="338509">
                <a:tc>
                  <a:txBody>
                    <a:bodyPr/>
                    <a:lstStyle/>
                    <a:p>
                      <a:pPr algn="ctr"/>
                      <a:r>
                        <a:rPr lang="en-US" sz="1200" dirty="0" err="1">
                          <a:latin typeface="Calibri" panose="020F0502020204030204" pitchFamily="34" charset="0"/>
                          <a:cs typeface="Calibri" panose="020F0502020204030204" pitchFamily="34" charset="0"/>
                        </a:rPr>
                        <a:t>Evento</a:t>
                      </a:r>
                      <a:endParaRPr lang="en-US" sz="1200" dirty="0">
                        <a:latin typeface="Calibri" panose="020F0502020204030204" pitchFamily="34" charset="0"/>
                        <a:cs typeface="Calibri" panose="020F0502020204030204" pitchFamily="34" charset="0"/>
                      </a:endParaRPr>
                    </a:p>
                  </a:txBody>
                  <a:tcPr anchor="ctr"/>
                </a:tc>
                <a:tc>
                  <a:txBody>
                    <a:bodyPr/>
                    <a:lstStyle/>
                    <a:p>
                      <a:pPr algn="ctr"/>
                      <a:r>
                        <a:rPr lang="en-US" sz="1200" dirty="0">
                          <a:latin typeface="Calibri" panose="020F0502020204030204" pitchFamily="34" charset="0"/>
                          <a:cs typeface="Calibri" panose="020F0502020204030204" pitchFamily="34" charset="0"/>
                        </a:rPr>
                        <a:t>Azione</a:t>
                      </a:r>
                    </a:p>
                  </a:txBody>
                  <a:tcPr anchor="ctr"/>
                </a:tc>
                <a:tc>
                  <a:txBody>
                    <a:bodyPr/>
                    <a:lstStyle/>
                    <a:p>
                      <a:pPr algn="ctr"/>
                      <a:r>
                        <a:rPr lang="en-US" sz="1200" dirty="0" err="1">
                          <a:latin typeface="Calibri" panose="020F0502020204030204" pitchFamily="34" charset="0"/>
                          <a:cs typeface="Calibri" panose="020F0502020204030204" pitchFamily="34" charset="0"/>
                        </a:rPr>
                        <a:t>Evento</a:t>
                      </a:r>
                      <a:endParaRPr lang="en-US" sz="1200" dirty="0">
                        <a:latin typeface="Calibri" panose="020F0502020204030204" pitchFamily="34" charset="0"/>
                        <a:cs typeface="Calibri" panose="020F0502020204030204" pitchFamily="34" charset="0"/>
                      </a:endParaRPr>
                    </a:p>
                  </a:txBody>
                  <a:tcPr anchor="ctr"/>
                </a:tc>
                <a:tc>
                  <a:txBody>
                    <a:bodyPr/>
                    <a:lstStyle/>
                    <a:p>
                      <a:pPr algn="ctr"/>
                      <a:r>
                        <a:rPr lang="en-US" sz="1200" dirty="0">
                          <a:latin typeface="Calibri" panose="020F0502020204030204" pitchFamily="34" charset="0"/>
                          <a:cs typeface="Calibri" panose="020F0502020204030204" pitchFamily="34" charset="0"/>
                        </a:rPr>
                        <a:t>Azione</a:t>
                      </a:r>
                    </a:p>
                  </a:txBody>
                  <a:tcPr anchor="ctr"/>
                </a:tc>
                <a:extLst>
                  <a:ext uri="{0D108BD9-81ED-4DB2-BD59-A6C34878D82A}">
                    <a16:rowId xmlns:a16="http://schemas.microsoft.com/office/drawing/2014/main" val="3343563429"/>
                  </a:ext>
                </a:extLst>
              </a:tr>
              <a:tr h="372961">
                <a:tc>
                  <a:txBody>
                    <a:bodyPr/>
                    <a:lstStyle/>
                    <a:p>
                      <a:pPr fontAlgn="t">
                        <a:buNone/>
                      </a:pPr>
                      <a:r>
                        <a:rPr lang="en-US" sz="1200" dirty="0">
                          <a:effectLst/>
                          <a:latin typeface="Calibri" panose="020F0502020204030204" pitchFamily="34" charset="0"/>
                          <a:cs typeface="Calibri" panose="020F0502020204030204" pitchFamily="34" charset="0"/>
                        </a:rPr>
                        <a:t>Home Admin </a:t>
                      </a:r>
                      <a:r>
                        <a:rPr lang="it-IT" sz="1200" baseline="0" noProof="0" dirty="0">
                          <a:latin typeface="Calibri" panose="020F0502020204030204" pitchFamily="34" charset="0"/>
                          <a:cs typeface="Calibri" panose="020F0502020204030204" pitchFamily="34" charset="0"/>
                          <a:sym typeface="Wingdings" panose="05000000000000000000" pitchFamily="2" charset="2"/>
                        </a:rPr>
                        <a:t></a:t>
                      </a:r>
                      <a:r>
                        <a:rPr lang="en-US" sz="1200" dirty="0">
                          <a:effectLst/>
                          <a:latin typeface="Calibri" panose="020F0502020204030204" pitchFamily="34" charset="0"/>
                          <a:cs typeface="Calibri" panose="020F0502020204030204" pitchFamily="34" charset="0"/>
                        </a:rPr>
                        <a:t> </a:t>
                      </a:r>
                      <a:r>
                        <a:rPr lang="en-US" sz="1200" dirty="0">
                          <a:solidFill>
                            <a:srgbClr val="FF0000"/>
                          </a:solidFill>
                          <a:effectLst/>
                          <a:latin typeface="Calibri" panose="020F0502020204030204" pitchFamily="34" charset="0"/>
                          <a:cs typeface="Calibri" panose="020F0502020204030204" pitchFamily="34" charset="0"/>
                        </a:rPr>
                        <a:t>load</a:t>
                      </a:r>
                    </a:p>
                  </a:txBody>
                  <a:tcPr marR="228600" marT="95250" marB="95250"/>
                </a:tc>
                <a:tc>
                  <a:txBody>
                    <a:bodyPr/>
                    <a:lstStyle/>
                    <a:p>
                      <a:pPr marL="0" marR="0" indent="0" algn="l" defTabSz="914400" rtl="0" eaLnBrk="1" fontAlgn="t" latinLnBrk="0" hangingPunct="1">
                        <a:lnSpc>
                          <a:spcPct val="100000"/>
                        </a:lnSpc>
                        <a:spcBef>
                          <a:spcPts val="0"/>
                        </a:spcBef>
                        <a:spcAft>
                          <a:spcPts val="0"/>
                        </a:spcAft>
                        <a:buClrTx/>
                        <a:buSzTx/>
                        <a:buFontTx/>
                        <a:buNone/>
                        <a:tabLst/>
                        <a:defRPr/>
                      </a:pPr>
                      <a:r>
                        <a:rPr lang="en-US" sz="1200" dirty="0" err="1">
                          <a:effectLst/>
                          <a:latin typeface="Calibri" panose="020F0502020204030204" pitchFamily="34" charset="0"/>
                          <a:cs typeface="Calibri" panose="020F0502020204030204" pitchFamily="34" charset="0"/>
                        </a:rPr>
                        <a:t>Inizializza</a:t>
                      </a:r>
                      <a:r>
                        <a:rPr lang="en-US" sz="1200" dirty="0">
                          <a:effectLst/>
                          <a:latin typeface="Calibri" panose="020F0502020204030204" pitchFamily="34" charset="0"/>
                          <a:cs typeface="Calibri" panose="020F0502020204030204" pitchFamily="34" charset="0"/>
                        </a:rPr>
                        <a:t> </a:t>
                      </a:r>
                      <a:r>
                        <a:rPr lang="en-US" sz="1200" dirty="0" err="1">
                          <a:effectLst/>
                          <a:latin typeface="Calibri" panose="020F0502020204030204" pitchFamily="34" charset="0"/>
                          <a:cs typeface="Calibri" panose="020F0502020204030204" pitchFamily="34" charset="0"/>
                        </a:rPr>
                        <a:t>pagina</a:t>
                      </a:r>
                      <a:r>
                        <a:rPr lang="en-US" sz="1200" dirty="0">
                          <a:effectLst/>
                          <a:latin typeface="Calibri" panose="020F0502020204030204" pitchFamily="34" charset="0"/>
                          <a:cs typeface="Calibri" panose="020F0502020204030204" pitchFamily="34" charset="0"/>
                        </a:rPr>
                        <a:t>, </a:t>
                      </a:r>
                      <a:r>
                        <a:rPr lang="en-US" sz="1200" dirty="0" err="1">
                          <a:effectLst/>
                          <a:latin typeface="Calibri" panose="020F0502020204030204" pitchFamily="34" charset="0"/>
                          <a:cs typeface="Calibri" panose="020F0502020204030204" pitchFamily="34" charset="0"/>
                        </a:rPr>
                        <a:t>prepara</a:t>
                      </a:r>
                      <a:r>
                        <a:rPr lang="en-US" sz="1200" dirty="0">
                          <a:effectLst/>
                          <a:latin typeface="Calibri" panose="020F0502020204030204" pitchFamily="34" charset="0"/>
                          <a:cs typeface="Calibri" panose="020F0502020204030204" pitchFamily="34" charset="0"/>
                        </a:rPr>
                        <a:t> area draft, carica </a:t>
                      </a:r>
                      <a:r>
                        <a:rPr lang="en-US" sz="1200" dirty="0" err="1">
                          <a:effectLst/>
                          <a:latin typeface="Calibri" panose="020F0502020204030204" pitchFamily="34" charset="0"/>
                          <a:cs typeface="Calibri" panose="020F0502020204030204" pitchFamily="34" charset="0"/>
                        </a:rPr>
                        <a:t>utenti</a:t>
                      </a:r>
                      <a:r>
                        <a:rPr lang="en-US" sz="1200" dirty="0">
                          <a:effectLst/>
                          <a:latin typeface="Calibri" panose="020F0502020204030204" pitchFamily="34" charset="0"/>
                          <a:cs typeface="Calibri" panose="020F0502020204030204" pitchFamily="34" charset="0"/>
                        </a:rPr>
                        <a:t> </a:t>
                      </a:r>
                      <a:r>
                        <a:rPr lang="en-US" sz="1200" dirty="0" err="1">
                          <a:effectLst/>
                          <a:latin typeface="Calibri" panose="020F0502020204030204" pitchFamily="34" charset="0"/>
                          <a:cs typeface="Calibri" panose="020F0502020204030204" pitchFamily="34" charset="0"/>
                        </a:rPr>
                        <a:t>tecnici</a:t>
                      </a:r>
                      <a:r>
                        <a:rPr lang="en-US" sz="1200" dirty="0">
                          <a:effectLst/>
                          <a:latin typeface="Calibri" panose="020F0502020204030204" pitchFamily="34" charset="0"/>
                          <a:cs typeface="Calibri" panose="020F0502020204030204" pitchFamily="34" charset="0"/>
                        </a:rPr>
                        <a:t> e </a:t>
                      </a:r>
                      <a:r>
                        <a:rPr lang="en-US" sz="1200" dirty="0" err="1">
                          <a:effectLst/>
                          <a:latin typeface="Calibri" panose="020F0502020204030204" pitchFamily="34" charset="0"/>
                          <a:cs typeface="Calibri" panose="020F0502020204030204" pitchFamily="34" charset="0"/>
                        </a:rPr>
                        <a:t>lista</a:t>
                      </a:r>
                      <a:r>
                        <a:rPr lang="en-US" sz="1200" dirty="0">
                          <a:effectLst/>
                          <a:latin typeface="Calibri" panose="020F0502020204030204" pitchFamily="34" charset="0"/>
                          <a:cs typeface="Calibri" panose="020F0502020204030204" pitchFamily="34" charset="0"/>
                        </a:rPr>
                        <a:t> </a:t>
                      </a:r>
                      <a:r>
                        <a:rPr lang="en-US" sz="1200" dirty="0" err="1">
                          <a:effectLst/>
                          <a:latin typeface="Calibri" panose="020F0502020204030204" pitchFamily="34" charset="0"/>
                          <a:cs typeface="Calibri" panose="020F0502020204030204" pitchFamily="34" charset="0"/>
                        </a:rPr>
                        <a:t>progetti</a:t>
                      </a:r>
                      <a:endParaRPr lang="en-US" sz="1200" dirty="0">
                        <a:effectLst/>
                        <a:latin typeface="Calibri" panose="020F0502020204030204" pitchFamily="34" charset="0"/>
                        <a:cs typeface="Calibri" panose="020F0502020204030204" pitchFamily="34" charset="0"/>
                      </a:endParaRPr>
                    </a:p>
                  </a:txBody>
                  <a:tcPr marR="228600" marT="95250" marB="95250"/>
                </a:tc>
                <a:tc>
                  <a:txBody>
                    <a:bodyPr/>
                    <a:lstStyle/>
                    <a:p>
                      <a:pPr fontAlgn="t">
                        <a:buNone/>
                      </a:pPr>
                      <a:r>
                        <a:rPr lang="en-US" sz="1200" dirty="0">
                          <a:effectLst/>
                          <a:latin typeface="Calibri" panose="020F0502020204030204" pitchFamily="34" charset="0"/>
                          <a:cs typeface="Calibri" panose="020F0502020204030204" pitchFamily="34" charset="0"/>
                        </a:rPr>
                        <a:t>GET</a:t>
                      </a:r>
                    </a:p>
                    <a:p>
                      <a:pPr marL="0" marR="0" lvl="0" indent="0" algn="l" defTabSz="914400" rtl="0" eaLnBrk="1" fontAlgn="t" latinLnBrk="0" hangingPunct="1">
                        <a:lnSpc>
                          <a:spcPct val="100000"/>
                        </a:lnSpc>
                        <a:spcBef>
                          <a:spcPts val="0"/>
                        </a:spcBef>
                        <a:spcAft>
                          <a:spcPts val="0"/>
                        </a:spcAft>
                        <a:buClrTx/>
                        <a:buSzTx/>
                        <a:buFontTx/>
                        <a:buNone/>
                        <a:tabLst/>
                        <a:defRPr/>
                      </a:pPr>
                      <a:r>
                        <a:rPr lang="en-US" sz="1200" dirty="0">
                          <a:effectLst/>
                          <a:latin typeface="Calibri" panose="020F0502020204030204" pitchFamily="34" charset="0"/>
                          <a:cs typeface="Calibri" panose="020F0502020204030204" pitchFamily="34" charset="0"/>
                        </a:rPr>
                        <a:t>GET</a:t>
                      </a:r>
                    </a:p>
                  </a:txBody>
                  <a:tcPr marR="228600" marT="95250" marB="95250"/>
                </a:tc>
                <a:tc>
                  <a:txBody>
                    <a:bodyPr/>
                    <a:lstStyle/>
                    <a:p>
                      <a:pPr fontAlgn="t">
                        <a:buNone/>
                      </a:pPr>
                      <a:r>
                        <a:rPr lang="en-US" sz="1200" dirty="0" err="1">
                          <a:effectLst/>
                          <a:latin typeface="Calibri" panose="020F0502020204030204" pitchFamily="34" charset="0"/>
                          <a:cs typeface="Calibri" panose="020F0502020204030204" pitchFamily="34" charset="0"/>
                        </a:rPr>
                        <a:t>Estrae</a:t>
                      </a:r>
                      <a:r>
                        <a:rPr lang="en-US" sz="1200" dirty="0">
                          <a:effectLst/>
                          <a:latin typeface="Calibri" panose="020F0502020204030204" pitchFamily="34" charset="0"/>
                          <a:cs typeface="Calibri" panose="020F0502020204030204" pitchFamily="34" charset="0"/>
                        </a:rPr>
                        <a:t> </a:t>
                      </a:r>
                      <a:r>
                        <a:rPr lang="en-US" sz="1200" dirty="0" err="1">
                          <a:effectLst/>
                          <a:latin typeface="Calibri" panose="020F0502020204030204" pitchFamily="34" charset="0"/>
                          <a:cs typeface="Calibri" panose="020F0502020204030204" pitchFamily="34" charset="0"/>
                        </a:rPr>
                        <a:t>utenti</a:t>
                      </a:r>
                      <a:r>
                        <a:rPr lang="en-US" sz="1200" dirty="0">
                          <a:effectLst/>
                          <a:latin typeface="Calibri" panose="020F0502020204030204" pitchFamily="34" charset="0"/>
                          <a:cs typeface="Calibri" panose="020F0502020204030204" pitchFamily="34" charset="0"/>
                        </a:rPr>
                        <a:t> technical</a:t>
                      </a:r>
                    </a:p>
                    <a:p>
                      <a:pPr fontAlgn="t">
                        <a:buNone/>
                      </a:pPr>
                      <a:r>
                        <a:rPr lang="en-US" sz="1200" dirty="0" err="1">
                          <a:effectLst/>
                          <a:latin typeface="Calibri" panose="020F0502020204030204" pitchFamily="34" charset="0"/>
                          <a:cs typeface="Calibri" panose="020F0502020204030204" pitchFamily="34" charset="0"/>
                        </a:rPr>
                        <a:t>Estrae</a:t>
                      </a:r>
                      <a:r>
                        <a:rPr lang="en-US" sz="1200" dirty="0">
                          <a:effectLst/>
                          <a:latin typeface="Calibri" panose="020F0502020204030204" pitchFamily="34" charset="0"/>
                          <a:cs typeface="Calibri" panose="020F0502020204030204" pitchFamily="34" charset="0"/>
                        </a:rPr>
                        <a:t> </a:t>
                      </a:r>
                      <a:r>
                        <a:rPr lang="en-US" sz="1200" dirty="0" err="1">
                          <a:effectLst/>
                          <a:latin typeface="Calibri" panose="020F0502020204030204" pitchFamily="34" charset="0"/>
                          <a:cs typeface="Calibri" panose="020F0502020204030204" pitchFamily="34" charset="0"/>
                        </a:rPr>
                        <a:t>strutture</a:t>
                      </a:r>
                      <a:r>
                        <a:rPr lang="en-US" sz="1200" dirty="0">
                          <a:effectLst/>
                          <a:latin typeface="Calibri" panose="020F0502020204030204" pitchFamily="34" charset="0"/>
                          <a:cs typeface="Calibri" panose="020F0502020204030204" pitchFamily="34" charset="0"/>
                        </a:rPr>
                        <a:t> </a:t>
                      </a:r>
                      <a:r>
                        <a:rPr lang="en-US" sz="1200" dirty="0" err="1">
                          <a:effectLst/>
                          <a:latin typeface="Calibri" panose="020F0502020204030204" pitchFamily="34" charset="0"/>
                          <a:cs typeface="Calibri" panose="020F0502020204030204" pitchFamily="34" charset="0"/>
                        </a:rPr>
                        <a:t>dei</a:t>
                      </a:r>
                      <a:r>
                        <a:rPr lang="en-US" sz="1200" dirty="0">
                          <a:effectLst/>
                          <a:latin typeface="Calibri" panose="020F0502020204030204" pitchFamily="34" charset="0"/>
                          <a:cs typeface="Calibri" panose="020F0502020204030204" pitchFamily="34" charset="0"/>
                        </a:rPr>
                        <a:t> </a:t>
                      </a:r>
                      <a:r>
                        <a:rPr lang="en-US" sz="1200" dirty="0" err="1">
                          <a:effectLst/>
                          <a:latin typeface="Calibri" panose="020F0502020204030204" pitchFamily="34" charset="0"/>
                          <a:cs typeface="Calibri" panose="020F0502020204030204" pitchFamily="34" charset="0"/>
                        </a:rPr>
                        <a:t>progetti</a:t>
                      </a:r>
                      <a:r>
                        <a:rPr lang="en-US" sz="1200" dirty="0">
                          <a:effectLst/>
                          <a:latin typeface="Calibri" panose="020F0502020204030204" pitchFamily="34" charset="0"/>
                          <a:cs typeface="Calibri" panose="020F0502020204030204" pitchFamily="34" charset="0"/>
                        </a:rPr>
                        <a:t> </a:t>
                      </a:r>
                      <a:r>
                        <a:rPr lang="en-US" sz="1200" dirty="0" err="1">
                          <a:effectLst/>
                          <a:latin typeface="Calibri" panose="020F0502020204030204" pitchFamily="34" charset="0"/>
                          <a:cs typeface="Calibri" panose="020F0502020204030204" pitchFamily="34" charset="0"/>
                        </a:rPr>
                        <a:t>creati</a:t>
                      </a:r>
                      <a:r>
                        <a:rPr lang="en-US" sz="1200" dirty="0">
                          <a:effectLst/>
                          <a:latin typeface="Calibri" panose="020F0502020204030204" pitchFamily="34" charset="0"/>
                          <a:cs typeface="Calibri" panose="020F0502020204030204" pitchFamily="34" charset="0"/>
                        </a:rPr>
                        <a:t> </a:t>
                      </a:r>
                      <a:r>
                        <a:rPr lang="en-US" sz="1200" dirty="0" err="1">
                          <a:effectLst/>
                          <a:latin typeface="Calibri" panose="020F0502020204030204" pitchFamily="34" charset="0"/>
                          <a:cs typeface="Calibri" panose="020F0502020204030204" pitchFamily="34" charset="0"/>
                        </a:rPr>
                        <a:t>dall’admin</a:t>
                      </a:r>
                      <a:endParaRPr lang="en-US" sz="1200" dirty="0">
                        <a:effectLst/>
                        <a:latin typeface="Calibri" panose="020F0502020204030204" pitchFamily="34" charset="0"/>
                        <a:cs typeface="Calibri" panose="020F0502020204030204" pitchFamily="34" charset="0"/>
                      </a:endParaRPr>
                    </a:p>
                  </a:txBody>
                  <a:tcPr marT="95250" marB="95250"/>
                </a:tc>
                <a:extLst>
                  <a:ext uri="{0D108BD9-81ED-4DB2-BD59-A6C34878D82A}">
                    <a16:rowId xmlns:a16="http://schemas.microsoft.com/office/drawing/2014/main" val="2881289089"/>
                  </a:ext>
                </a:extLst>
              </a:tr>
              <a:tr h="331616">
                <a:tc>
                  <a:txBody>
                    <a:bodyPr/>
                    <a:lstStyle/>
                    <a:p>
                      <a:pPr fontAlgn="t">
                        <a:buNone/>
                      </a:pPr>
                      <a:r>
                        <a:rPr lang="en-US" sz="1200" dirty="0">
                          <a:effectLst/>
                          <a:latin typeface="Calibri" panose="020F0502020204030204" pitchFamily="34" charset="0"/>
                          <a:cs typeface="Calibri" panose="020F0502020204030204" pitchFamily="34" charset="0"/>
                        </a:rPr>
                        <a:t>Project Header Form </a:t>
                      </a:r>
                      <a:r>
                        <a:rPr lang="it-IT" sz="1200" baseline="0" noProof="0" dirty="0">
                          <a:latin typeface="Calibri" panose="020F0502020204030204" pitchFamily="34" charset="0"/>
                          <a:cs typeface="Calibri" panose="020F0502020204030204" pitchFamily="34" charset="0"/>
                          <a:sym typeface="Wingdings" panose="05000000000000000000" pitchFamily="2" charset="2"/>
                        </a:rPr>
                        <a:t></a:t>
                      </a:r>
                      <a:r>
                        <a:rPr lang="en-US" sz="1200" dirty="0">
                          <a:effectLst/>
                          <a:latin typeface="Calibri" panose="020F0502020204030204" pitchFamily="34" charset="0"/>
                          <a:cs typeface="Calibri" panose="020F0502020204030204" pitchFamily="34" charset="0"/>
                        </a:rPr>
                        <a:t> </a:t>
                      </a:r>
                      <a:r>
                        <a:rPr lang="en-US" sz="1200" dirty="0">
                          <a:solidFill>
                            <a:srgbClr val="FF0000"/>
                          </a:solidFill>
                          <a:effectLst/>
                          <a:latin typeface="Calibri" panose="020F0502020204030204" pitchFamily="34" charset="0"/>
                          <a:cs typeface="Calibri" panose="020F0502020204030204" pitchFamily="34" charset="0"/>
                        </a:rPr>
                        <a:t>next</a:t>
                      </a:r>
                    </a:p>
                  </a:txBody>
                  <a:tcPr marR="228600" marT="95250" marB="95250"/>
                </a:tc>
                <a:tc>
                  <a:txBody>
                    <a:bodyPr/>
                    <a:lstStyle/>
                    <a:p>
                      <a:pPr fontAlgn="t">
                        <a:buNone/>
                      </a:pPr>
                      <a:r>
                        <a:rPr lang="en-US" sz="1200" dirty="0">
                          <a:effectLst/>
                          <a:latin typeface="Calibri" panose="020F0502020204030204" pitchFamily="34" charset="0"/>
                          <a:cs typeface="Calibri" panose="020F0502020204030204" pitchFamily="34" charset="0"/>
                        </a:rPr>
                        <a:t>Crea </a:t>
                      </a:r>
                      <a:r>
                        <a:rPr lang="en-US" sz="1200" dirty="0" err="1">
                          <a:effectLst/>
                          <a:latin typeface="Calibri" panose="020F0502020204030204" pitchFamily="34" charset="0"/>
                          <a:cs typeface="Calibri" panose="020F0502020204030204" pitchFamily="34" charset="0"/>
                        </a:rPr>
                        <a:t>bozza</a:t>
                      </a:r>
                      <a:r>
                        <a:rPr lang="en-US" sz="1200" dirty="0">
                          <a:effectLst/>
                          <a:latin typeface="Calibri" panose="020F0502020204030204" pitchFamily="34" charset="0"/>
                          <a:cs typeface="Calibri" panose="020F0502020204030204" pitchFamily="34" charset="0"/>
                        </a:rPr>
                        <a:t> </a:t>
                      </a:r>
                      <a:r>
                        <a:rPr lang="en-US" sz="1200" dirty="0" err="1">
                          <a:effectLst/>
                          <a:latin typeface="Calibri" panose="020F0502020204030204" pitchFamily="34" charset="0"/>
                          <a:cs typeface="Calibri" panose="020F0502020204030204" pitchFamily="34" charset="0"/>
                        </a:rPr>
                        <a:t>progetto</a:t>
                      </a:r>
                      <a:r>
                        <a:rPr lang="en-US" sz="1200" dirty="0">
                          <a:effectLst/>
                          <a:latin typeface="Calibri" panose="020F0502020204030204" pitchFamily="34" charset="0"/>
                          <a:cs typeface="Calibri" panose="020F0502020204030204" pitchFamily="34" charset="0"/>
                        </a:rPr>
                        <a:t> lato client, </a:t>
                      </a:r>
                      <a:r>
                        <a:rPr lang="en-US" sz="1200" dirty="0" err="1">
                          <a:effectLst/>
                          <a:latin typeface="Calibri" panose="020F0502020204030204" pitchFamily="34" charset="0"/>
                          <a:cs typeface="Calibri" panose="020F0502020204030204" pitchFamily="34" charset="0"/>
                        </a:rPr>
                        <a:t>renderizza</a:t>
                      </a:r>
                      <a:r>
                        <a:rPr lang="en-US" sz="1200" dirty="0">
                          <a:effectLst/>
                          <a:latin typeface="Calibri" panose="020F0502020204030204" pitchFamily="34" charset="0"/>
                          <a:cs typeface="Calibri" panose="020F0502020204030204" pitchFamily="34" charset="0"/>
                        </a:rPr>
                        <a:t> draft structure</a:t>
                      </a:r>
                    </a:p>
                  </a:txBody>
                  <a:tcPr marR="228600" marT="95250" marB="95250"/>
                </a:tc>
                <a:tc>
                  <a:txBody>
                    <a:bodyPr/>
                    <a:lstStyle/>
                    <a:p>
                      <a:pPr fontAlgn="t">
                        <a:buNone/>
                      </a:pPr>
                      <a:r>
                        <a:rPr lang="en-US" sz="1200">
                          <a:effectLst/>
                          <a:latin typeface="Calibri" panose="020F0502020204030204" pitchFamily="34" charset="0"/>
                          <a:cs typeface="Calibri" panose="020F0502020204030204" pitchFamily="34" charset="0"/>
                        </a:rPr>
                        <a:t>-</a:t>
                      </a:r>
                    </a:p>
                  </a:txBody>
                  <a:tcPr marR="228600" marT="95250" marB="95250"/>
                </a:tc>
                <a:tc>
                  <a:txBody>
                    <a:bodyPr/>
                    <a:lstStyle/>
                    <a:p>
                      <a:pPr fontAlgn="t">
                        <a:buNone/>
                      </a:pPr>
                      <a:r>
                        <a:rPr lang="en-US" sz="1200" dirty="0">
                          <a:effectLst/>
                          <a:latin typeface="Calibri" panose="020F0502020204030204" pitchFamily="34" charset="0"/>
                          <a:cs typeface="Calibri" panose="020F0502020204030204" pitchFamily="34" charset="0"/>
                        </a:rPr>
                        <a:t>-</a:t>
                      </a:r>
                    </a:p>
                  </a:txBody>
                  <a:tcPr marT="95250" marB="95250"/>
                </a:tc>
                <a:extLst>
                  <a:ext uri="{0D108BD9-81ED-4DB2-BD59-A6C34878D82A}">
                    <a16:rowId xmlns:a16="http://schemas.microsoft.com/office/drawing/2014/main" val="2739746182"/>
                  </a:ext>
                </a:extLst>
              </a:tr>
              <a:tr h="0">
                <a:tc>
                  <a:txBody>
                    <a:bodyPr/>
                    <a:lstStyle/>
                    <a:p>
                      <a:pPr fontAlgn="t">
                        <a:buNone/>
                      </a:pPr>
                      <a:r>
                        <a:rPr lang="en-US" sz="1200" dirty="0">
                          <a:effectLst/>
                          <a:latin typeface="Calibri" panose="020F0502020204030204" pitchFamily="34" charset="0"/>
                          <a:cs typeface="Calibri" panose="020F0502020204030204" pitchFamily="34" charset="0"/>
                        </a:rPr>
                        <a:t>Project Structure Panel </a:t>
                      </a:r>
                      <a:r>
                        <a:rPr lang="it-IT" sz="1200" baseline="0" noProof="0" dirty="0">
                          <a:latin typeface="Calibri" panose="020F0502020204030204" pitchFamily="34" charset="0"/>
                          <a:cs typeface="Calibri" panose="020F0502020204030204" pitchFamily="34" charset="0"/>
                          <a:sym typeface="Wingdings" panose="05000000000000000000" pitchFamily="2" charset="2"/>
                        </a:rPr>
                        <a:t></a:t>
                      </a:r>
                      <a:r>
                        <a:rPr lang="en-US" sz="1200" dirty="0">
                          <a:effectLst/>
                          <a:latin typeface="Calibri" panose="020F0502020204030204" pitchFamily="34" charset="0"/>
                          <a:cs typeface="Calibri" panose="020F0502020204030204" pitchFamily="34" charset="0"/>
                        </a:rPr>
                        <a:t> </a:t>
                      </a:r>
                      <a:r>
                        <a:rPr lang="en-US" sz="1200" dirty="0">
                          <a:solidFill>
                            <a:srgbClr val="FF0000"/>
                          </a:solidFill>
                          <a:effectLst/>
                          <a:latin typeface="Calibri" panose="020F0502020204030204" pitchFamily="34" charset="0"/>
                          <a:cs typeface="Calibri" panose="020F0502020204030204" pitchFamily="34" charset="0"/>
                        </a:rPr>
                        <a:t>+ WP</a:t>
                      </a:r>
                    </a:p>
                  </a:txBody>
                  <a:tcPr marR="228600" marT="95250" marB="95250"/>
                </a:tc>
                <a:tc>
                  <a:txBody>
                    <a:bodyPr/>
                    <a:lstStyle/>
                    <a:p>
                      <a:pPr fontAlgn="t">
                        <a:buNone/>
                      </a:pPr>
                      <a:r>
                        <a:rPr lang="en-US" sz="1200" dirty="0" err="1">
                          <a:effectLst/>
                          <a:latin typeface="Calibri" panose="020F0502020204030204" pitchFamily="34" charset="0"/>
                          <a:cs typeface="Calibri" panose="020F0502020204030204" pitchFamily="34" charset="0"/>
                        </a:rPr>
                        <a:t>Aggiunge</a:t>
                      </a:r>
                      <a:r>
                        <a:rPr lang="en-US" sz="1200" dirty="0">
                          <a:effectLst/>
                          <a:latin typeface="Calibri" panose="020F0502020204030204" pitchFamily="34" charset="0"/>
                          <a:cs typeface="Calibri" panose="020F0502020204030204" pitchFamily="34" charset="0"/>
                        </a:rPr>
                        <a:t> WP alla </a:t>
                      </a:r>
                      <a:r>
                        <a:rPr lang="en-US" sz="1200" dirty="0" err="1">
                          <a:effectLst/>
                          <a:latin typeface="Calibri" panose="020F0502020204030204" pitchFamily="34" charset="0"/>
                          <a:cs typeface="Calibri" panose="020F0502020204030204" pitchFamily="34" charset="0"/>
                        </a:rPr>
                        <a:t>bozza</a:t>
                      </a:r>
                      <a:r>
                        <a:rPr lang="en-US" sz="1200" dirty="0">
                          <a:effectLst/>
                          <a:latin typeface="Calibri" panose="020F0502020204030204" pitchFamily="34" charset="0"/>
                          <a:cs typeface="Calibri" panose="020F0502020204030204" pitchFamily="34" charset="0"/>
                        </a:rPr>
                        <a:t>, </a:t>
                      </a:r>
                      <a:r>
                        <a:rPr lang="en-US" sz="1200" dirty="0" err="1">
                          <a:effectLst/>
                          <a:latin typeface="Calibri" panose="020F0502020204030204" pitchFamily="34" charset="0"/>
                          <a:cs typeface="Calibri" panose="020F0502020204030204" pitchFamily="34" charset="0"/>
                        </a:rPr>
                        <a:t>aggiorna</a:t>
                      </a:r>
                      <a:r>
                        <a:rPr lang="en-US" sz="1200" dirty="0">
                          <a:effectLst/>
                          <a:latin typeface="Calibri" panose="020F0502020204030204" pitchFamily="34" charset="0"/>
                          <a:cs typeface="Calibri" panose="020F0502020204030204" pitchFamily="34" charset="0"/>
                        </a:rPr>
                        <a:t> </a:t>
                      </a:r>
                      <a:r>
                        <a:rPr lang="en-US" sz="1200" dirty="0" err="1">
                          <a:effectLst/>
                          <a:latin typeface="Calibri" panose="020F0502020204030204" pitchFamily="34" charset="0"/>
                          <a:cs typeface="Calibri" panose="020F0502020204030204" pitchFamily="34" charset="0"/>
                        </a:rPr>
                        <a:t>numerazione</a:t>
                      </a:r>
                      <a:endParaRPr lang="en-US" sz="1200" dirty="0">
                        <a:effectLst/>
                        <a:latin typeface="Calibri" panose="020F0502020204030204" pitchFamily="34" charset="0"/>
                        <a:cs typeface="Calibri" panose="020F0502020204030204" pitchFamily="34" charset="0"/>
                      </a:endParaRPr>
                    </a:p>
                  </a:txBody>
                  <a:tcPr marR="228600" marT="95250" marB="95250"/>
                </a:tc>
                <a:tc>
                  <a:txBody>
                    <a:bodyPr/>
                    <a:lstStyle/>
                    <a:p>
                      <a:pPr fontAlgn="t">
                        <a:buNone/>
                      </a:pPr>
                      <a:r>
                        <a:rPr lang="en-US" sz="1200">
                          <a:effectLst/>
                          <a:latin typeface="Calibri" panose="020F0502020204030204" pitchFamily="34" charset="0"/>
                          <a:cs typeface="Calibri" panose="020F0502020204030204" pitchFamily="34" charset="0"/>
                        </a:rPr>
                        <a:t>-</a:t>
                      </a:r>
                    </a:p>
                  </a:txBody>
                  <a:tcPr marR="228600" marT="95250" marB="95250"/>
                </a:tc>
                <a:tc>
                  <a:txBody>
                    <a:bodyPr/>
                    <a:lstStyle/>
                    <a:p>
                      <a:pPr fontAlgn="t">
                        <a:buNone/>
                      </a:pPr>
                      <a:r>
                        <a:rPr lang="en-US" sz="1200" dirty="0">
                          <a:effectLst/>
                          <a:latin typeface="Calibri" panose="020F0502020204030204" pitchFamily="34" charset="0"/>
                          <a:cs typeface="Calibri" panose="020F0502020204030204" pitchFamily="34" charset="0"/>
                        </a:rPr>
                        <a:t>-</a:t>
                      </a:r>
                    </a:p>
                  </a:txBody>
                  <a:tcPr marT="95250" marB="95250"/>
                </a:tc>
                <a:extLst>
                  <a:ext uri="{0D108BD9-81ED-4DB2-BD59-A6C34878D82A}">
                    <a16:rowId xmlns:a16="http://schemas.microsoft.com/office/drawing/2014/main" val="954604780"/>
                  </a:ext>
                </a:extLst>
              </a:tr>
              <a:tr h="0">
                <a:tc>
                  <a:txBody>
                    <a:bodyPr/>
                    <a:lstStyle/>
                    <a:p>
                      <a:pPr fontAlgn="t">
                        <a:buNone/>
                      </a:pPr>
                      <a:r>
                        <a:rPr lang="en-US" sz="1200" dirty="0">
                          <a:effectLst/>
                          <a:latin typeface="Calibri" panose="020F0502020204030204" pitchFamily="34" charset="0"/>
                          <a:cs typeface="Calibri" panose="020F0502020204030204" pitchFamily="34" charset="0"/>
                        </a:rPr>
                        <a:t>Project Structure Panel </a:t>
                      </a:r>
                      <a:r>
                        <a:rPr lang="it-IT" sz="1200" baseline="0" noProof="0" dirty="0">
                          <a:latin typeface="Calibri" panose="020F0502020204030204" pitchFamily="34" charset="0"/>
                          <a:cs typeface="Calibri" panose="020F0502020204030204" pitchFamily="34" charset="0"/>
                          <a:sym typeface="Wingdings" panose="05000000000000000000" pitchFamily="2" charset="2"/>
                        </a:rPr>
                        <a:t></a:t>
                      </a:r>
                      <a:r>
                        <a:rPr lang="en-US" sz="1200" dirty="0">
                          <a:effectLst/>
                          <a:latin typeface="Calibri" panose="020F0502020204030204" pitchFamily="34" charset="0"/>
                          <a:cs typeface="Calibri" panose="020F0502020204030204" pitchFamily="34" charset="0"/>
                        </a:rPr>
                        <a:t> </a:t>
                      </a:r>
                      <a:r>
                        <a:rPr lang="en-US" sz="1200" dirty="0">
                          <a:solidFill>
                            <a:srgbClr val="FF0000"/>
                          </a:solidFill>
                          <a:effectLst/>
                          <a:latin typeface="Calibri" panose="020F0502020204030204" pitchFamily="34" charset="0"/>
                          <a:cs typeface="Calibri" panose="020F0502020204030204" pitchFamily="34" charset="0"/>
                        </a:rPr>
                        <a:t>- WP</a:t>
                      </a:r>
                    </a:p>
                  </a:txBody>
                  <a:tcPr marR="228600" marT="95250" marB="95250"/>
                </a:tc>
                <a:tc>
                  <a:txBody>
                    <a:bodyPr/>
                    <a:lstStyle/>
                    <a:p>
                      <a:pPr fontAlgn="t">
                        <a:buNone/>
                      </a:pPr>
                      <a:r>
                        <a:rPr lang="en-US" sz="1200" dirty="0" err="1">
                          <a:effectLst/>
                          <a:latin typeface="Calibri" panose="020F0502020204030204" pitchFamily="34" charset="0"/>
                          <a:cs typeface="Calibri" panose="020F0502020204030204" pitchFamily="34" charset="0"/>
                        </a:rPr>
                        <a:t>Elimina</a:t>
                      </a:r>
                      <a:r>
                        <a:rPr lang="en-US" sz="1200" dirty="0">
                          <a:effectLst/>
                          <a:latin typeface="Calibri" panose="020F0502020204030204" pitchFamily="34" charset="0"/>
                          <a:cs typeface="Calibri" panose="020F0502020204030204" pitchFamily="34" charset="0"/>
                        </a:rPr>
                        <a:t> WP e task </a:t>
                      </a:r>
                      <a:r>
                        <a:rPr lang="en-US" sz="1200" dirty="0" err="1">
                          <a:effectLst/>
                          <a:latin typeface="Calibri" panose="020F0502020204030204" pitchFamily="34" charset="0"/>
                          <a:cs typeface="Calibri" panose="020F0502020204030204" pitchFamily="34" charset="0"/>
                        </a:rPr>
                        <a:t>figli</a:t>
                      </a:r>
                      <a:r>
                        <a:rPr lang="en-US" sz="1200" dirty="0">
                          <a:effectLst/>
                          <a:latin typeface="Calibri" panose="020F0502020204030204" pitchFamily="34" charset="0"/>
                          <a:cs typeface="Calibri" panose="020F0502020204030204" pitchFamily="34" charset="0"/>
                        </a:rPr>
                        <a:t>, </a:t>
                      </a:r>
                      <a:r>
                        <a:rPr lang="en-US" sz="1200" dirty="0" err="1">
                          <a:effectLst/>
                          <a:latin typeface="Calibri" panose="020F0502020204030204" pitchFamily="34" charset="0"/>
                          <a:cs typeface="Calibri" panose="020F0502020204030204" pitchFamily="34" charset="0"/>
                        </a:rPr>
                        <a:t>aggiorna</a:t>
                      </a:r>
                      <a:r>
                        <a:rPr lang="en-US" sz="1200" dirty="0">
                          <a:effectLst/>
                          <a:latin typeface="Calibri" panose="020F0502020204030204" pitchFamily="34" charset="0"/>
                          <a:cs typeface="Calibri" panose="020F0502020204030204" pitchFamily="34" charset="0"/>
                        </a:rPr>
                        <a:t> </a:t>
                      </a:r>
                      <a:r>
                        <a:rPr lang="en-US" sz="1200" dirty="0" err="1">
                          <a:effectLst/>
                          <a:latin typeface="Calibri" panose="020F0502020204030204" pitchFamily="34" charset="0"/>
                          <a:cs typeface="Calibri" panose="020F0502020204030204" pitchFamily="34" charset="0"/>
                        </a:rPr>
                        <a:t>numerazione</a:t>
                      </a:r>
                      <a:endParaRPr lang="en-US" sz="1200" dirty="0">
                        <a:effectLst/>
                        <a:latin typeface="Calibri" panose="020F0502020204030204" pitchFamily="34" charset="0"/>
                        <a:cs typeface="Calibri" panose="020F0502020204030204" pitchFamily="34" charset="0"/>
                      </a:endParaRPr>
                    </a:p>
                  </a:txBody>
                  <a:tcPr marR="228600" marT="95250" marB="95250"/>
                </a:tc>
                <a:tc>
                  <a:txBody>
                    <a:bodyPr/>
                    <a:lstStyle/>
                    <a:p>
                      <a:pPr fontAlgn="t">
                        <a:buNone/>
                      </a:pPr>
                      <a:r>
                        <a:rPr lang="en-US" sz="1200">
                          <a:effectLst/>
                          <a:latin typeface="Calibri" panose="020F0502020204030204" pitchFamily="34" charset="0"/>
                          <a:cs typeface="Calibri" panose="020F0502020204030204" pitchFamily="34" charset="0"/>
                        </a:rPr>
                        <a:t>-</a:t>
                      </a:r>
                    </a:p>
                  </a:txBody>
                  <a:tcPr marR="228600" marT="95250" marB="95250"/>
                </a:tc>
                <a:tc>
                  <a:txBody>
                    <a:bodyPr/>
                    <a:lstStyle/>
                    <a:p>
                      <a:pPr fontAlgn="t">
                        <a:buNone/>
                      </a:pPr>
                      <a:r>
                        <a:rPr lang="en-US" sz="1200" dirty="0">
                          <a:effectLst/>
                          <a:latin typeface="Calibri" panose="020F0502020204030204" pitchFamily="34" charset="0"/>
                          <a:cs typeface="Calibri" panose="020F0502020204030204" pitchFamily="34" charset="0"/>
                        </a:rPr>
                        <a:t>-</a:t>
                      </a:r>
                    </a:p>
                  </a:txBody>
                  <a:tcPr marT="95250" marB="95250"/>
                </a:tc>
                <a:extLst>
                  <a:ext uri="{0D108BD9-81ED-4DB2-BD59-A6C34878D82A}">
                    <a16:rowId xmlns:a16="http://schemas.microsoft.com/office/drawing/2014/main" val="2154432009"/>
                  </a:ext>
                </a:extLst>
              </a:tr>
              <a:tr h="223598">
                <a:tc>
                  <a:txBody>
                    <a:bodyPr/>
                    <a:lstStyle/>
                    <a:p>
                      <a:pPr fontAlgn="t">
                        <a:buNone/>
                      </a:pPr>
                      <a:r>
                        <a:rPr lang="en-US" sz="1200" dirty="0">
                          <a:effectLst/>
                          <a:latin typeface="Calibri" panose="020F0502020204030204" pitchFamily="34" charset="0"/>
                          <a:cs typeface="Calibri" panose="020F0502020204030204" pitchFamily="34" charset="0"/>
                        </a:rPr>
                        <a:t>Project Structure Panel </a:t>
                      </a:r>
                      <a:r>
                        <a:rPr lang="it-IT" sz="1200" baseline="0" noProof="0" dirty="0">
                          <a:latin typeface="Calibri" panose="020F0502020204030204" pitchFamily="34" charset="0"/>
                          <a:cs typeface="Calibri" panose="020F0502020204030204" pitchFamily="34" charset="0"/>
                          <a:sym typeface="Wingdings" panose="05000000000000000000" pitchFamily="2" charset="2"/>
                        </a:rPr>
                        <a:t></a:t>
                      </a:r>
                      <a:r>
                        <a:rPr lang="en-US" sz="1200" dirty="0">
                          <a:effectLst/>
                          <a:latin typeface="Calibri" panose="020F0502020204030204" pitchFamily="34" charset="0"/>
                          <a:cs typeface="Calibri" panose="020F0502020204030204" pitchFamily="34" charset="0"/>
                        </a:rPr>
                        <a:t> </a:t>
                      </a:r>
                      <a:r>
                        <a:rPr lang="en-US" sz="1200" dirty="0">
                          <a:solidFill>
                            <a:srgbClr val="FF0000"/>
                          </a:solidFill>
                          <a:effectLst/>
                          <a:latin typeface="Calibri" panose="020F0502020204030204" pitchFamily="34" charset="0"/>
                          <a:cs typeface="Calibri" panose="020F0502020204030204" pitchFamily="34" charset="0"/>
                        </a:rPr>
                        <a:t>+ Task</a:t>
                      </a:r>
                    </a:p>
                  </a:txBody>
                  <a:tcPr marR="228600" marT="95250" marB="95250"/>
                </a:tc>
                <a:tc>
                  <a:txBody>
                    <a:bodyPr/>
                    <a:lstStyle/>
                    <a:p>
                      <a:pPr fontAlgn="t">
                        <a:buNone/>
                      </a:pPr>
                      <a:r>
                        <a:rPr lang="en-US" sz="1200" dirty="0" err="1">
                          <a:effectLst/>
                          <a:latin typeface="Calibri" panose="020F0502020204030204" pitchFamily="34" charset="0"/>
                          <a:cs typeface="Calibri" panose="020F0502020204030204" pitchFamily="34" charset="0"/>
                        </a:rPr>
                        <a:t>Aggiunge</a:t>
                      </a:r>
                      <a:r>
                        <a:rPr lang="en-US" sz="1200" dirty="0">
                          <a:effectLst/>
                          <a:latin typeface="Calibri" panose="020F0502020204030204" pitchFamily="34" charset="0"/>
                          <a:cs typeface="Calibri" panose="020F0502020204030204" pitchFamily="34" charset="0"/>
                        </a:rPr>
                        <a:t> task alla </a:t>
                      </a:r>
                      <a:r>
                        <a:rPr lang="en-US" sz="1200" dirty="0" err="1">
                          <a:effectLst/>
                          <a:latin typeface="Calibri" panose="020F0502020204030204" pitchFamily="34" charset="0"/>
                          <a:cs typeface="Calibri" panose="020F0502020204030204" pitchFamily="34" charset="0"/>
                        </a:rPr>
                        <a:t>bozza</a:t>
                      </a:r>
                      <a:r>
                        <a:rPr lang="en-US" sz="1200" dirty="0">
                          <a:effectLst/>
                          <a:latin typeface="Calibri" panose="020F0502020204030204" pitchFamily="34" charset="0"/>
                          <a:cs typeface="Calibri" panose="020F0502020204030204" pitchFamily="34" charset="0"/>
                        </a:rPr>
                        <a:t>, </a:t>
                      </a:r>
                      <a:r>
                        <a:rPr lang="en-US" sz="1200" dirty="0" err="1">
                          <a:effectLst/>
                          <a:latin typeface="Calibri" panose="020F0502020204030204" pitchFamily="34" charset="0"/>
                          <a:cs typeface="Calibri" panose="020F0502020204030204" pitchFamily="34" charset="0"/>
                        </a:rPr>
                        <a:t>aggiorna</a:t>
                      </a:r>
                      <a:r>
                        <a:rPr lang="en-US" sz="1200" dirty="0">
                          <a:effectLst/>
                          <a:latin typeface="Calibri" panose="020F0502020204030204" pitchFamily="34" charset="0"/>
                          <a:cs typeface="Calibri" panose="020F0502020204030204" pitchFamily="34" charset="0"/>
                        </a:rPr>
                        <a:t> </a:t>
                      </a:r>
                      <a:r>
                        <a:rPr lang="en-US" sz="1200" dirty="0" err="1">
                          <a:effectLst/>
                          <a:latin typeface="Calibri" panose="020F0502020204030204" pitchFamily="34" charset="0"/>
                          <a:cs typeface="Calibri" panose="020F0502020204030204" pitchFamily="34" charset="0"/>
                        </a:rPr>
                        <a:t>numerazione</a:t>
                      </a:r>
                      <a:endParaRPr lang="en-US" sz="1200" dirty="0">
                        <a:effectLst/>
                        <a:latin typeface="Calibri" panose="020F0502020204030204" pitchFamily="34" charset="0"/>
                        <a:cs typeface="Calibri" panose="020F0502020204030204" pitchFamily="34" charset="0"/>
                      </a:endParaRPr>
                    </a:p>
                  </a:txBody>
                  <a:tcPr marR="228600" marT="95250" marB="95250"/>
                </a:tc>
                <a:tc>
                  <a:txBody>
                    <a:bodyPr/>
                    <a:lstStyle/>
                    <a:p>
                      <a:pPr fontAlgn="t">
                        <a:buNone/>
                      </a:pPr>
                      <a:r>
                        <a:rPr lang="en-US" sz="1200">
                          <a:effectLst/>
                          <a:latin typeface="Calibri" panose="020F0502020204030204" pitchFamily="34" charset="0"/>
                          <a:cs typeface="Calibri" panose="020F0502020204030204" pitchFamily="34" charset="0"/>
                        </a:rPr>
                        <a:t>-</a:t>
                      </a:r>
                    </a:p>
                  </a:txBody>
                  <a:tcPr marR="228600" marT="95250" marB="95250"/>
                </a:tc>
                <a:tc>
                  <a:txBody>
                    <a:bodyPr/>
                    <a:lstStyle/>
                    <a:p>
                      <a:pPr fontAlgn="t">
                        <a:buNone/>
                      </a:pPr>
                      <a:r>
                        <a:rPr lang="en-US" sz="1200" dirty="0">
                          <a:effectLst/>
                          <a:latin typeface="Calibri" panose="020F0502020204030204" pitchFamily="34" charset="0"/>
                          <a:cs typeface="Calibri" panose="020F0502020204030204" pitchFamily="34" charset="0"/>
                        </a:rPr>
                        <a:t>-</a:t>
                      </a:r>
                    </a:p>
                  </a:txBody>
                  <a:tcPr marT="95250" marB="95250"/>
                </a:tc>
                <a:extLst>
                  <a:ext uri="{0D108BD9-81ED-4DB2-BD59-A6C34878D82A}">
                    <a16:rowId xmlns:a16="http://schemas.microsoft.com/office/drawing/2014/main" val="839894636"/>
                  </a:ext>
                </a:extLst>
              </a:tr>
              <a:tr h="0">
                <a:tc>
                  <a:txBody>
                    <a:bodyPr/>
                    <a:lstStyle/>
                    <a:p>
                      <a:pPr fontAlgn="t">
                        <a:buNone/>
                      </a:pPr>
                      <a:r>
                        <a:rPr lang="en-US" sz="1200" dirty="0">
                          <a:effectLst/>
                          <a:latin typeface="Calibri" panose="020F0502020204030204" pitchFamily="34" charset="0"/>
                          <a:cs typeface="Calibri" panose="020F0502020204030204" pitchFamily="34" charset="0"/>
                        </a:rPr>
                        <a:t>Project Structure Panel </a:t>
                      </a:r>
                      <a:r>
                        <a:rPr lang="it-IT" sz="1200" baseline="0" noProof="0" dirty="0">
                          <a:latin typeface="Calibri" panose="020F0502020204030204" pitchFamily="34" charset="0"/>
                          <a:cs typeface="Calibri" panose="020F0502020204030204" pitchFamily="34" charset="0"/>
                          <a:sym typeface="Wingdings" panose="05000000000000000000" pitchFamily="2" charset="2"/>
                        </a:rPr>
                        <a:t></a:t>
                      </a:r>
                      <a:r>
                        <a:rPr lang="en-US" sz="1200" dirty="0">
                          <a:effectLst/>
                          <a:latin typeface="Calibri" panose="020F0502020204030204" pitchFamily="34" charset="0"/>
                          <a:cs typeface="Calibri" panose="020F0502020204030204" pitchFamily="34" charset="0"/>
                        </a:rPr>
                        <a:t> </a:t>
                      </a:r>
                      <a:r>
                        <a:rPr lang="en-US" sz="1200" dirty="0">
                          <a:solidFill>
                            <a:srgbClr val="FF0000"/>
                          </a:solidFill>
                          <a:effectLst/>
                          <a:latin typeface="Calibri" panose="020F0502020204030204" pitchFamily="34" charset="0"/>
                          <a:cs typeface="Calibri" panose="020F0502020204030204" pitchFamily="34" charset="0"/>
                        </a:rPr>
                        <a:t>- Task</a:t>
                      </a:r>
                    </a:p>
                  </a:txBody>
                  <a:tcPr marR="228600" marT="95250" marB="95250"/>
                </a:tc>
                <a:tc>
                  <a:txBody>
                    <a:bodyPr/>
                    <a:lstStyle/>
                    <a:p>
                      <a:pPr fontAlgn="t">
                        <a:buNone/>
                      </a:pPr>
                      <a:r>
                        <a:rPr lang="en-US" sz="1200" dirty="0" err="1">
                          <a:effectLst/>
                          <a:latin typeface="Calibri" panose="020F0502020204030204" pitchFamily="34" charset="0"/>
                          <a:cs typeface="Calibri" panose="020F0502020204030204" pitchFamily="34" charset="0"/>
                        </a:rPr>
                        <a:t>Elimina</a:t>
                      </a:r>
                      <a:r>
                        <a:rPr lang="en-US" sz="1200" dirty="0">
                          <a:effectLst/>
                          <a:latin typeface="Calibri" panose="020F0502020204030204" pitchFamily="34" charset="0"/>
                          <a:cs typeface="Calibri" panose="020F0502020204030204" pitchFamily="34" charset="0"/>
                        </a:rPr>
                        <a:t> task, </a:t>
                      </a:r>
                      <a:r>
                        <a:rPr lang="en-US" sz="1200" dirty="0" err="1">
                          <a:effectLst/>
                          <a:latin typeface="Calibri" panose="020F0502020204030204" pitchFamily="34" charset="0"/>
                          <a:cs typeface="Calibri" panose="020F0502020204030204" pitchFamily="34" charset="0"/>
                        </a:rPr>
                        <a:t>aggiorna</a:t>
                      </a:r>
                      <a:r>
                        <a:rPr lang="en-US" sz="1200" dirty="0">
                          <a:effectLst/>
                          <a:latin typeface="Calibri" panose="020F0502020204030204" pitchFamily="34" charset="0"/>
                          <a:cs typeface="Calibri" panose="020F0502020204030204" pitchFamily="34" charset="0"/>
                        </a:rPr>
                        <a:t> </a:t>
                      </a:r>
                      <a:r>
                        <a:rPr lang="en-US" sz="1200" dirty="0" err="1">
                          <a:effectLst/>
                          <a:latin typeface="Calibri" panose="020F0502020204030204" pitchFamily="34" charset="0"/>
                          <a:cs typeface="Calibri" panose="020F0502020204030204" pitchFamily="34" charset="0"/>
                        </a:rPr>
                        <a:t>numerazione</a:t>
                      </a:r>
                      <a:endParaRPr lang="en-US" sz="1200" dirty="0">
                        <a:effectLst/>
                        <a:latin typeface="Calibri" panose="020F0502020204030204" pitchFamily="34" charset="0"/>
                        <a:cs typeface="Calibri" panose="020F0502020204030204" pitchFamily="34" charset="0"/>
                      </a:endParaRPr>
                    </a:p>
                  </a:txBody>
                  <a:tcPr marR="228600" marT="95250" marB="95250"/>
                </a:tc>
                <a:tc>
                  <a:txBody>
                    <a:bodyPr/>
                    <a:lstStyle/>
                    <a:p>
                      <a:pPr fontAlgn="t">
                        <a:buNone/>
                      </a:pPr>
                      <a:r>
                        <a:rPr lang="en-US" sz="1200">
                          <a:effectLst/>
                          <a:latin typeface="Calibri" panose="020F0502020204030204" pitchFamily="34" charset="0"/>
                          <a:cs typeface="Calibri" panose="020F0502020204030204" pitchFamily="34" charset="0"/>
                        </a:rPr>
                        <a:t>-</a:t>
                      </a:r>
                    </a:p>
                  </a:txBody>
                  <a:tcPr marR="228600" marT="95250" marB="95250"/>
                </a:tc>
                <a:tc>
                  <a:txBody>
                    <a:bodyPr/>
                    <a:lstStyle/>
                    <a:p>
                      <a:pPr fontAlgn="t">
                        <a:buNone/>
                      </a:pPr>
                      <a:r>
                        <a:rPr lang="en-US" sz="1200" dirty="0">
                          <a:effectLst/>
                          <a:latin typeface="Calibri" panose="020F0502020204030204" pitchFamily="34" charset="0"/>
                          <a:cs typeface="Calibri" panose="020F0502020204030204" pitchFamily="34" charset="0"/>
                        </a:rPr>
                        <a:t>-</a:t>
                      </a:r>
                    </a:p>
                  </a:txBody>
                  <a:tcPr marT="95250" marB="95250"/>
                </a:tc>
                <a:extLst>
                  <a:ext uri="{0D108BD9-81ED-4DB2-BD59-A6C34878D82A}">
                    <a16:rowId xmlns:a16="http://schemas.microsoft.com/office/drawing/2014/main" val="2640082781"/>
                  </a:ext>
                </a:extLst>
              </a:tr>
              <a:tr h="0">
                <a:tc>
                  <a:txBody>
                    <a:bodyPr/>
                    <a:lstStyle/>
                    <a:p>
                      <a:pPr fontAlgn="t">
                        <a:buNone/>
                      </a:pPr>
                      <a:r>
                        <a:rPr lang="en-US" sz="1200" dirty="0">
                          <a:effectLst/>
                          <a:latin typeface="Calibri" panose="020F0502020204030204" pitchFamily="34" charset="0"/>
                          <a:cs typeface="Calibri" panose="020F0502020204030204" pitchFamily="34" charset="0"/>
                        </a:rPr>
                        <a:t>WP/Task List </a:t>
                      </a:r>
                      <a:r>
                        <a:rPr lang="it-IT" sz="1200" baseline="0" noProof="0" dirty="0">
                          <a:latin typeface="Calibri" panose="020F0502020204030204" pitchFamily="34" charset="0"/>
                          <a:cs typeface="Calibri" panose="020F0502020204030204" pitchFamily="34" charset="0"/>
                          <a:sym typeface="Wingdings" panose="05000000000000000000" pitchFamily="2" charset="2"/>
                        </a:rPr>
                        <a:t></a:t>
                      </a:r>
                      <a:r>
                        <a:rPr lang="en-US" sz="1200" dirty="0">
                          <a:effectLst/>
                          <a:latin typeface="Calibri" panose="020F0502020204030204" pitchFamily="34" charset="0"/>
                          <a:cs typeface="Calibri" panose="020F0502020204030204" pitchFamily="34" charset="0"/>
                        </a:rPr>
                        <a:t> </a:t>
                      </a:r>
                      <a:r>
                        <a:rPr lang="en-US" sz="1200" dirty="0">
                          <a:solidFill>
                            <a:srgbClr val="FF0000"/>
                          </a:solidFill>
                          <a:effectLst/>
                          <a:latin typeface="Calibri" panose="020F0502020204030204" pitchFamily="34" charset="0"/>
                          <a:cs typeface="Calibri" panose="020F0502020204030204" pitchFamily="34" charset="0"/>
                        </a:rPr>
                        <a:t>edit</a:t>
                      </a:r>
                    </a:p>
                  </a:txBody>
                  <a:tcPr marR="228600" marT="95250" marB="95250"/>
                </a:tc>
                <a:tc>
                  <a:txBody>
                    <a:bodyPr/>
                    <a:lstStyle/>
                    <a:p>
                      <a:pPr fontAlgn="t">
                        <a:buNone/>
                      </a:pPr>
                      <a:r>
                        <a:rPr lang="en-US" sz="1200" dirty="0" err="1">
                          <a:effectLst/>
                          <a:latin typeface="Calibri" panose="020F0502020204030204" pitchFamily="34" charset="0"/>
                          <a:cs typeface="Calibri" panose="020F0502020204030204" pitchFamily="34" charset="0"/>
                        </a:rPr>
                        <a:t>Aggiorna</a:t>
                      </a:r>
                      <a:r>
                        <a:rPr lang="en-US" sz="1200" dirty="0">
                          <a:effectLst/>
                          <a:latin typeface="Calibri" panose="020F0502020204030204" pitchFamily="34" charset="0"/>
                          <a:cs typeface="Calibri" panose="020F0502020204030204" pitchFamily="34" charset="0"/>
                        </a:rPr>
                        <a:t> </a:t>
                      </a:r>
                      <a:r>
                        <a:rPr lang="en-US" sz="1200" dirty="0" err="1">
                          <a:effectLst/>
                          <a:latin typeface="Calibri" panose="020F0502020204030204" pitchFamily="34" charset="0"/>
                          <a:cs typeface="Calibri" panose="020F0502020204030204" pitchFamily="34" charset="0"/>
                        </a:rPr>
                        <a:t>titolo</a:t>
                      </a:r>
                      <a:r>
                        <a:rPr lang="en-US" sz="1200" dirty="0">
                          <a:effectLst/>
                          <a:latin typeface="Calibri" panose="020F0502020204030204" pitchFamily="34" charset="0"/>
                          <a:cs typeface="Calibri" panose="020F0502020204030204" pitchFamily="34" charset="0"/>
                        </a:rPr>
                        <a:t>/</a:t>
                      </a:r>
                      <a:r>
                        <a:rPr lang="en-US" sz="1200" dirty="0" err="1">
                          <a:effectLst/>
                          <a:latin typeface="Calibri" panose="020F0502020204030204" pitchFamily="34" charset="0"/>
                          <a:cs typeface="Calibri" panose="020F0502020204030204" pitchFamily="34" charset="0"/>
                        </a:rPr>
                        <a:t>descrizione</a:t>
                      </a:r>
                      <a:r>
                        <a:rPr lang="en-US" sz="1200" dirty="0">
                          <a:effectLst/>
                          <a:latin typeface="Calibri" panose="020F0502020204030204" pitchFamily="34" charset="0"/>
                          <a:cs typeface="Calibri" panose="020F0502020204030204" pitchFamily="34" charset="0"/>
                        </a:rPr>
                        <a:t>/</a:t>
                      </a:r>
                      <a:r>
                        <a:rPr lang="en-US" sz="1200" dirty="0" err="1">
                          <a:effectLst/>
                          <a:latin typeface="Calibri" panose="020F0502020204030204" pitchFamily="34" charset="0"/>
                          <a:cs typeface="Calibri" panose="020F0502020204030204" pitchFamily="34" charset="0"/>
                        </a:rPr>
                        <a:t>mesi</a:t>
                      </a:r>
                      <a:r>
                        <a:rPr lang="en-US" sz="1200" dirty="0">
                          <a:effectLst/>
                          <a:latin typeface="Calibri" panose="020F0502020204030204" pitchFamily="34" charset="0"/>
                          <a:cs typeface="Calibri" panose="020F0502020204030204" pitchFamily="34" charset="0"/>
                        </a:rPr>
                        <a:t> </a:t>
                      </a:r>
                      <a:r>
                        <a:rPr lang="en-US" sz="1200" dirty="0" err="1">
                          <a:effectLst/>
                          <a:latin typeface="Calibri" panose="020F0502020204030204" pitchFamily="34" charset="0"/>
                          <a:cs typeface="Calibri" panose="020F0502020204030204" pitchFamily="34" charset="0"/>
                        </a:rPr>
                        <a:t>nella</a:t>
                      </a:r>
                      <a:r>
                        <a:rPr lang="en-US" sz="1200" dirty="0">
                          <a:effectLst/>
                          <a:latin typeface="Calibri" panose="020F0502020204030204" pitchFamily="34" charset="0"/>
                          <a:cs typeface="Calibri" panose="020F0502020204030204" pitchFamily="34" charset="0"/>
                        </a:rPr>
                        <a:t> </a:t>
                      </a:r>
                      <a:r>
                        <a:rPr lang="en-US" sz="1200" dirty="0" err="1">
                          <a:effectLst/>
                          <a:latin typeface="Calibri" panose="020F0502020204030204" pitchFamily="34" charset="0"/>
                          <a:cs typeface="Calibri" panose="020F0502020204030204" pitchFamily="34" charset="0"/>
                        </a:rPr>
                        <a:t>bozza</a:t>
                      </a:r>
                      <a:endParaRPr lang="en-US" sz="1200" dirty="0">
                        <a:effectLst/>
                        <a:latin typeface="Calibri" panose="020F0502020204030204" pitchFamily="34" charset="0"/>
                        <a:cs typeface="Calibri" panose="020F0502020204030204" pitchFamily="34" charset="0"/>
                      </a:endParaRPr>
                    </a:p>
                  </a:txBody>
                  <a:tcPr marR="228600" marT="95250" marB="95250"/>
                </a:tc>
                <a:tc>
                  <a:txBody>
                    <a:bodyPr/>
                    <a:lstStyle/>
                    <a:p>
                      <a:pPr fontAlgn="t">
                        <a:buNone/>
                      </a:pPr>
                      <a:r>
                        <a:rPr lang="en-US" sz="1200">
                          <a:effectLst/>
                          <a:latin typeface="Calibri" panose="020F0502020204030204" pitchFamily="34" charset="0"/>
                          <a:cs typeface="Calibri" panose="020F0502020204030204" pitchFamily="34" charset="0"/>
                        </a:rPr>
                        <a:t>-</a:t>
                      </a:r>
                    </a:p>
                  </a:txBody>
                  <a:tcPr marR="228600" marT="95250" marB="95250"/>
                </a:tc>
                <a:tc>
                  <a:txBody>
                    <a:bodyPr/>
                    <a:lstStyle/>
                    <a:p>
                      <a:pPr fontAlgn="t">
                        <a:buNone/>
                      </a:pPr>
                      <a:r>
                        <a:rPr lang="en-US" sz="1200" dirty="0">
                          <a:effectLst/>
                          <a:latin typeface="Calibri" panose="020F0502020204030204" pitchFamily="34" charset="0"/>
                          <a:cs typeface="Calibri" panose="020F0502020204030204" pitchFamily="34" charset="0"/>
                        </a:rPr>
                        <a:t>-</a:t>
                      </a:r>
                    </a:p>
                  </a:txBody>
                  <a:tcPr marT="95250" marB="95250"/>
                </a:tc>
                <a:extLst>
                  <a:ext uri="{0D108BD9-81ED-4DB2-BD59-A6C34878D82A}">
                    <a16:rowId xmlns:a16="http://schemas.microsoft.com/office/drawing/2014/main" val="480730769"/>
                  </a:ext>
                </a:extLst>
              </a:tr>
              <a:tr h="0">
                <a:tc>
                  <a:txBody>
                    <a:bodyPr/>
                    <a:lstStyle/>
                    <a:p>
                      <a:pPr fontAlgn="t">
                        <a:buNone/>
                      </a:pPr>
                      <a:r>
                        <a:rPr lang="en-US" sz="1200" dirty="0">
                          <a:effectLst/>
                          <a:latin typeface="Calibri" panose="020F0502020204030204" pitchFamily="34" charset="0"/>
                          <a:cs typeface="Calibri" panose="020F0502020204030204" pitchFamily="34" charset="0"/>
                        </a:rPr>
                        <a:t>Project Structure Panel </a:t>
                      </a:r>
                      <a:r>
                        <a:rPr lang="it-IT" sz="1200" baseline="0" noProof="0" dirty="0">
                          <a:latin typeface="Calibri" panose="020F0502020204030204" pitchFamily="34" charset="0"/>
                          <a:cs typeface="Calibri" panose="020F0502020204030204" pitchFamily="34" charset="0"/>
                          <a:sym typeface="Wingdings" panose="05000000000000000000" pitchFamily="2" charset="2"/>
                        </a:rPr>
                        <a:t></a:t>
                      </a:r>
                      <a:r>
                        <a:rPr lang="en-US" sz="1200" dirty="0">
                          <a:effectLst/>
                          <a:latin typeface="Calibri" panose="020F0502020204030204" pitchFamily="34" charset="0"/>
                          <a:cs typeface="Calibri" panose="020F0502020204030204" pitchFamily="34" charset="0"/>
                        </a:rPr>
                        <a:t> </a:t>
                      </a:r>
                      <a:r>
                        <a:rPr lang="en-US" sz="1200" dirty="0">
                          <a:solidFill>
                            <a:srgbClr val="FF0000"/>
                          </a:solidFill>
                          <a:effectLst/>
                          <a:latin typeface="Calibri" panose="020F0502020204030204" pitchFamily="34" charset="0"/>
                          <a:cs typeface="Calibri" panose="020F0502020204030204" pitchFamily="34" charset="0"/>
                        </a:rPr>
                        <a:t>undo</a:t>
                      </a:r>
                    </a:p>
                  </a:txBody>
                  <a:tcPr marR="228600" marT="95250" marB="95250"/>
                </a:tc>
                <a:tc>
                  <a:txBody>
                    <a:bodyPr/>
                    <a:lstStyle/>
                    <a:p>
                      <a:pPr fontAlgn="t">
                        <a:buNone/>
                      </a:pPr>
                      <a:r>
                        <a:rPr lang="en-US" sz="1200" dirty="0" err="1">
                          <a:effectLst/>
                          <a:latin typeface="Calibri" panose="020F0502020204030204" pitchFamily="34" charset="0"/>
                          <a:cs typeface="Calibri" panose="020F0502020204030204" pitchFamily="34" charset="0"/>
                        </a:rPr>
                        <a:t>Ripristina</a:t>
                      </a:r>
                      <a:r>
                        <a:rPr lang="en-US" sz="1200" dirty="0">
                          <a:effectLst/>
                          <a:latin typeface="Calibri" panose="020F0502020204030204" pitchFamily="34" charset="0"/>
                          <a:cs typeface="Calibri" panose="020F0502020204030204" pitchFamily="34" charset="0"/>
                        </a:rPr>
                        <a:t> </a:t>
                      </a:r>
                      <a:r>
                        <a:rPr lang="en-US" sz="1200" dirty="0" err="1">
                          <a:effectLst/>
                          <a:latin typeface="Calibri" panose="020F0502020204030204" pitchFamily="34" charset="0"/>
                          <a:cs typeface="Calibri" panose="020F0502020204030204" pitchFamily="34" charset="0"/>
                        </a:rPr>
                        <a:t>stato</a:t>
                      </a:r>
                      <a:r>
                        <a:rPr lang="en-US" sz="1200" dirty="0">
                          <a:effectLst/>
                          <a:latin typeface="Calibri" panose="020F0502020204030204" pitchFamily="34" charset="0"/>
                          <a:cs typeface="Calibri" panose="020F0502020204030204" pitchFamily="34" charset="0"/>
                        </a:rPr>
                        <a:t> </a:t>
                      </a:r>
                      <a:r>
                        <a:rPr lang="en-US" sz="1200" dirty="0" err="1">
                          <a:effectLst/>
                          <a:latin typeface="Calibri" panose="020F0502020204030204" pitchFamily="34" charset="0"/>
                          <a:cs typeface="Calibri" panose="020F0502020204030204" pitchFamily="34" charset="0"/>
                        </a:rPr>
                        <a:t>precedente</a:t>
                      </a:r>
                      <a:r>
                        <a:rPr lang="en-US" sz="1200" dirty="0">
                          <a:effectLst/>
                          <a:latin typeface="Calibri" panose="020F0502020204030204" pitchFamily="34" charset="0"/>
                          <a:cs typeface="Calibri" panose="020F0502020204030204" pitchFamily="34" charset="0"/>
                        </a:rPr>
                        <a:t> della </a:t>
                      </a:r>
                      <a:r>
                        <a:rPr lang="en-US" sz="1200" dirty="0" err="1">
                          <a:effectLst/>
                          <a:latin typeface="Calibri" panose="020F0502020204030204" pitchFamily="34" charset="0"/>
                          <a:cs typeface="Calibri" panose="020F0502020204030204" pitchFamily="34" charset="0"/>
                        </a:rPr>
                        <a:t>bozza</a:t>
                      </a:r>
                      <a:endParaRPr lang="en-US" sz="1200" dirty="0">
                        <a:effectLst/>
                        <a:latin typeface="Calibri" panose="020F0502020204030204" pitchFamily="34" charset="0"/>
                        <a:cs typeface="Calibri" panose="020F0502020204030204" pitchFamily="34" charset="0"/>
                      </a:endParaRPr>
                    </a:p>
                  </a:txBody>
                  <a:tcPr marR="228600" marT="95250" marB="95250"/>
                </a:tc>
                <a:tc>
                  <a:txBody>
                    <a:bodyPr/>
                    <a:lstStyle/>
                    <a:p>
                      <a:pPr fontAlgn="t">
                        <a:buNone/>
                      </a:pPr>
                      <a:r>
                        <a:rPr lang="en-US" sz="1200">
                          <a:effectLst/>
                          <a:latin typeface="Calibri" panose="020F0502020204030204" pitchFamily="34" charset="0"/>
                          <a:cs typeface="Calibri" panose="020F0502020204030204" pitchFamily="34" charset="0"/>
                        </a:rPr>
                        <a:t>-</a:t>
                      </a:r>
                    </a:p>
                  </a:txBody>
                  <a:tcPr marR="228600" marT="95250" marB="95250"/>
                </a:tc>
                <a:tc>
                  <a:txBody>
                    <a:bodyPr/>
                    <a:lstStyle/>
                    <a:p>
                      <a:pPr fontAlgn="t">
                        <a:buNone/>
                      </a:pPr>
                      <a:r>
                        <a:rPr lang="en-US" sz="1200" dirty="0">
                          <a:effectLst/>
                          <a:latin typeface="Calibri" panose="020F0502020204030204" pitchFamily="34" charset="0"/>
                          <a:cs typeface="Calibri" panose="020F0502020204030204" pitchFamily="34" charset="0"/>
                        </a:rPr>
                        <a:t>-</a:t>
                      </a:r>
                    </a:p>
                  </a:txBody>
                  <a:tcPr marT="95250" marB="95250"/>
                </a:tc>
                <a:extLst>
                  <a:ext uri="{0D108BD9-81ED-4DB2-BD59-A6C34878D82A}">
                    <a16:rowId xmlns:a16="http://schemas.microsoft.com/office/drawing/2014/main" val="4180485815"/>
                  </a:ext>
                </a:extLst>
              </a:tr>
              <a:tr h="0">
                <a:tc>
                  <a:txBody>
                    <a:bodyPr/>
                    <a:lstStyle/>
                    <a:p>
                      <a:pPr fontAlgn="t">
                        <a:buNone/>
                      </a:pPr>
                      <a:r>
                        <a:rPr lang="en-US" sz="1200" dirty="0">
                          <a:effectLst/>
                          <a:latin typeface="Calibri" panose="020F0502020204030204" pitchFamily="34" charset="0"/>
                          <a:cs typeface="Calibri" panose="020F0502020204030204" pitchFamily="34" charset="0"/>
                        </a:rPr>
                        <a:t>Project Structure Panel </a:t>
                      </a:r>
                      <a:r>
                        <a:rPr lang="it-IT" sz="1200" baseline="0" noProof="0" dirty="0">
                          <a:latin typeface="Calibri" panose="020F0502020204030204" pitchFamily="34" charset="0"/>
                          <a:cs typeface="Calibri" panose="020F0502020204030204" pitchFamily="34" charset="0"/>
                          <a:sym typeface="Wingdings" panose="05000000000000000000" pitchFamily="2" charset="2"/>
                        </a:rPr>
                        <a:t></a:t>
                      </a:r>
                      <a:r>
                        <a:rPr lang="en-US" sz="1200" dirty="0">
                          <a:effectLst/>
                          <a:latin typeface="Calibri" panose="020F0502020204030204" pitchFamily="34" charset="0"/>
                          <a:cs typeface="Calibri" panose="020F0502020204030204" pitchFamily="34" charset="0"/>
                        </a:rPr>
                        <a:t> </a:t>
                      </a:r>
                      <a:r>
                        <a:rPr lang="en-US" sz="1200" dirty="0">
                          <a:solidFill>
                            <a:srgbClr val="FF0000"/>
                          </a:solidFill>
                          <a:effectLst/>
                          <a:latin typeface="Calibri" panose="020F0502020204030204" pitchFamily="34" charset="0"/>
                          <a:cs typeface="Calibri" panose="020F0502020204030204" pitchFamily="34" charset="0"/>
                        </a:rPr>
                        <a:t>redo</a:t>
                      </a:r>
                    </a:p>
                  </a:txBody>
                  <a:tcPr marR="228600" marT="95250" marB="95250"/>
                </a:tc>
                <a:tc>
                  <a:txBody>
                    <a:bodyPr/>
                    <a:lstStyle/>
                    <a:p>
                      <a:pPr fontAlgn="t">
                        <a:buNone/>
                      </a:pPr>
                      <a:r>
                        <a:rPr lang="en-US" sz="1200" dirty="0" err="1">
                          <a:effectLst/>
                          <a:latin typeface="Calibri" panose="020F0502020204030204" pitchFamily="34" charset="0"/>
                          <a:cs typeface="Calibri" panose="020F0502020204030204" pitchFamily="34" charset="0"/>
                        </a:rPr>
                        <a:t>Ripristina</a:t>
                      </a:r>
                      <a:r>
                        <a:rPr lang="en-US" sz="1200" dirty="0">
                          <a:effectLst/>
                          <a:latin typeface="Calibri" panose="020F0502020204030204" pitchFamily="34" charset="0"/>
                          <a:cs typeface="Calibri" panose="020F0502020204030204" pitchFamily="34" charset="0"/>
                        </a:rPr>
                        <a:t> </a:t>
                      </a:r>
                      <a:r>
                        <a:rPr lang="en-US" sz="1200" dirty="0" err="1">
                          <a:effectLst/>
                          <a:latin typeface="Calibri" panose="020F0502020204030204" pitchFamily="34" charset="0"/>
                          <a:cs typeface="Calibri" panose="020F0502020204030204" pitchFamily="34" charset="0"/>
                        </a:rPr>
                        <a:t>stato</a:t>
                      </a:r>
                      <a:r>
                        <a:rPr lang="en-US" sz="1200" dirty="0">
                          <a:effectLst/>
                          <a:latin typeface="Calibri" panose="020F0502020204030204" pitchFamily="34" charset="0"/>
                          <a:cs typeface="Calibri" panose="020F0502020204030204" pitchFamily="34" charset="0"/>
                        </a:rPr>
                        <a:t> </a:t>
                      </a:r>
                      <a:r>
                        <a:rPr lang="en-US" sz="1200" dirty="0" err="1">
                          <a:effectLst/>
                          <a:latin typeface="Calibri" panose="020F0502020204030204" pitchFamily="34" charset="0"/>
                          <a:cs typeface="Calibri" panose="020F0502020204030204" pitchFamily="34" charset="0"/>
                        </a:rPr>
                        <a:t>successivo</a:t>
                      </a:r>
                      <a:r>
                        <a:rPr lang="en-US" sz="1200" dirty="0">
                          <a:effectLst/>
                          <a:latin typeface="Calibri" panose="020F0502020204030204" pitchFamily="34" charset="0"/>
                          <a:cs typeface="Calibri" panose="020F0502020204030204" pitchFamily="34" charset="0"/>
                        </a:rPr>
                        <a:t> della </a:t>
                      </a:r>
                      <a:r>
                        <a:rPr lang="en-US" sz="1200" dirty="0" err="1">
                          <a:effectLst/>
                          <a:latin typeface="Calibri" panose="020F0502020204030204" pitchFamily="34" charset="0"/>
                          <a:cs typeface="Calibri" panose="020F0502020204030204" pitchFamily="34" charset="0"/>
                        </a:rPr>
                        <a:t>bozza</a:t>
                      </a:r>
                      <a:endParaRPr lang="en-US" sz="1200" dirty="0">
                        <a:effectLst/>
                        <a:latin typeface="Calibri" panose="020F0502020204030204" pitchFamily="34" charset="0"/>
                        <a:cs typeface="Calibri" panose="020F0502020204030204" pitchFamily="34" charset="0"/>
                      </a:endParaRPr>
                    </a:p>
                  </a:txBody>
                  <a:tcPr marR="228600" marT="95250" marB="95250"/>
                </a:tc>
                <a:tc>
                  <a:txBody>
                    <a:bodyPr/>
                    <a:lstStyle/>
                    <a:p>
                      <a:pPr fontAlgn="t">
                        <a:buNone/>
                      </a:pPr>
                      <a:r>
                        <a:rPr lang="en-US" sz="1200">
                          <a:effectLst/>
                          <a:latin typeface="Calibri" panose="020F0502020204030204" pitchFamily="34" charset="0"/>
                          <a:cs typeface="Calibri" panose="020F0502020204030204" pitchFamily="34" charset="0"/>
                        </a:rPr>
                        <a:t>-</a:t>
                      </a:r>
                    </a:p>
                  </a:txBody>
                  <a:tcPr marR="228600" marT="95250" marB="95250"/>
                </a:tc>
                <a:tc>
                  <a:txBody>
                    <a:bodyPr/>
                    <a:lstStyle/>
                    <a:p>
                      <a:pPr fontAlgn="t">
                        <a:buNone/>
                      </a:pPr>
                      <a:r>
                        <a:rPr lang="en-US" sz="1200" dirty="0">
                          <a:effectLst/>
                          <a:latin typeface="Calibri" panose="020F0502020204030204" pitchFamily="34" charset="0"/>
                          <a:cs typeface="Calibri" panose="020F0502020204030204" pitchFamily="34" charset="0"/>
                        </a:rPr>
                        <a:t>-</a:t>
                      </a:r>
                    </a:p>
                  </a:txBody>
                  <a:tcPr marT="95250" marB="95250"/>
                </a:tc>
                <a:extLst>
                  <a:ext uri="{0D108BD9-81ED-4DB2-BD59-A6C34878D82A}">
                    <a16:rowId xmlns:a16="http://schemas.microsoft.com/office/drawing/2014/main" val="1226845777"/>
                  </a:ext>
                </a:extLst>
              </a:tr>
              <a:tr h="0">
                <a:tc>
                  <a:txBody>
                    <a:bodyPr/>
                    <a:lstStyle/>
                    <a:p>
                      <a:pPr fontAlgn="t">
                        <a:buNone/>
                      </a:pPr>
                      <a:r>
                        <a:rPr lang="en-US" sz="1200" dirty="0">
                          <a:effectLst/>
                          <a:latin typeface="Calibri" panose="020F0502020204030204" pitchFamily="34" charset="0"/>
                          <a:cs typeface="Calibri" panose="020F0502020204030204" pitchFamily="34" charset="0"/>
                        </a:rPr>
                        <a:t>Task List </a:t>
                      </a:r>
                      <a:r>
                        <a:rPr lang="it-IT" sz="1200" baseline="0" noProof="0" dirty="0">
                          <a:latin typeface="Calibri" panose="020F0502020204030204" pitchFamily="34" charset="0"/>
                          <a:cs typeface="Calibri" panose="020F0502020204030204" pitchFamily="34" charset="0"/>
                          <a:sym typeface="Wingdings" panose="05000000000000000000" pitchFamily="2" charset="2"/>
                        </a:rPr>
                        <a:t></a:t>
                      </a:r>
                      <a:r>
                        <a:rPr lang="en-US" sz="1200" dirty="0">
                          <a:effectLst/>
                          <a:latin typeface="Calibri" panose="020F0502020204030204" pitchFamily="34" charset="0"/>
                          <a:cs typeface="Calibri" panose="020F0502020204030204" pitchFamily="34" charset="0"/>
                        </a:rPr>
                        <a:t> </a:t>
                      </a:r>
                      <a:r>
                        <a:rPr lang="en-US" sz="1200" dirty="0">
                          <a:solidFill>
                            <a:srgbClr val="FF0000"/>
                          </a:solidFill>
                          <a:effectLst/>
                          <a:latin typeface="Calibri" panose="020F0502020204030204" pitchFamily="34" charset="0"/>
                          <a:cs typeface="Calibri" panose="020F0502020204030204" pitchFamily="34" charset="0"/>
                        </a:rPr>
                        <a:t>drag and drop</a:t>
                      </a:r>
                    </a:p>
                  </a:txBody>
                  <a:tcPr marR="228600" marT="95250" marB="95250"/>
                </a:tc>
                <a:tc>
                  <a:txBody>
                    <a:bodyPr/>
                    <a:lstStyle/>
                    <a:p>
                      <a:pPr fontAlgn="t">
                        <a:buNone/>
                      </a:pPr>
                      <a:r>
                        <a:rPr lang="en-US" sz="1200" dirty="0">
                          <a:effectLst/>
                          <a:latin typeface="Calibri" panose="020F0502020204030204" pitchFamily="34" charset="0"/>
                          <a:cs typeface="Calibri" panose="020F0502020204030204" pitchFamily="34" charset="0"/>
                        </a:rPr>
                        <a:t>Sposta task </a:t>
                      </a:r>
                      <a:r>
                        <a:rPr lang="en-US" sz="1200" dirty="0" err="1">
                          <a:effectLst/>
                          <a:latin typeface="Calibri" panose="020F0502020204030204" pitchFamily="34" charset="0"/>
                          <a:cs typeface="Calibri" panose="020F0502020204030204" pitchFamily="34" charset="0"/>
                        </a:rPr>
                        <a:t>tra</a:t>
                      </a:r>
                      <a:r>
                        <a:rPr lang="en-US" sz="1200" dirty="0">
                          <a:effectLst/>
                          <a:latin typeface="Calibri" panose="020F0502020204030204" pitchFamily="34" charset="0"/>
                          <a:cs typeface="Calibri" panose="020F0502020204030204" pitchFamily="34" charset="0"/>
                        </a:rPr>
                        <a:t> WP, </a:t>
                      </a:r>
                      <a:r>
                        <a:rPr lang="en-US" sz="1200" dirty="0" err="1">
                          <a:effectLst/>
                          <a:latin typeface="Calibri" panose="020F0502020204030204" pitchFamily="34" charset="0"/>
                          <a:cs typeface="Calibri" panose="020F0502020204030204" pitchFamily="34" charset="0"/>
                        </a:rPr>
                        <a:t>valida</a:t>
                      </a:r>
                      <a:r>
                        <a:rPr lang="en-US" sz="1200" dirty="0">
                          <a:effectLst/>
                          <a:latin typeface="Calibri" panose="020F0502020204030204" pitchFamily="34" charset="0"/>
                          <a:cs typeface="Calibri" panose="020F0502020204030204" pitchFamily="34" charset="0"/>
                        </a:rPr>
                        <a:t> </a:t>
                      </a:r>
                      <a:r>
                        <a:rPr lang="en-US" sz="1200" dirty="0" err="1">
                          <a:effectLst/>
                          <a:latin typeface="Calibri" panose="020F0502020204030204" pitchFamily="34" charset="0"/>
                          <a:cs typeface="Calibri" panose="020F0502020204030204" pitchFamily="34" charset="0"/>
                        </a:rPr>
                        <a:t>durata</a:t>
                      </a:r>
                      <a:r>
                        <a:rPr lang="en-US" sz="1200" dirty="0">
                          <a:effectLst/>
                          <a:latin typeface="Calibri" panose="020F0502020204030204" pitchFamily="34" charset="0"/>
                          <a:cs typeface="Calibri" panose="020F0502020204030204" pitchFamily="34" charset="0"/>
                        </a:rPr>
                        <a:t>, </a:t>
                      </a:r>
                      <a:r>
                        <a:rPr lang="en-US" sz="1200" dirty="0" err="1">
                          <a:effectLst/>
                          <a:latin typeface="Calibri" panose="020F0502020204030204" pitchFamily="34" charset="0"/>
                          <a:cs typeface="Calibri" panose="020F0502020204030204" pitchFamily="34" charset="0"/>
                        </a:rPr>
                        <a:t>rinumera</a:t>
                      </a:r>
                      <a:endParaRPr lang="en-US" sz="1200" dirty="0">
                        <a:effectLst/>
                        <a:latin typeface="Calibri" panose="020F0502020204030204" pitchFamily="34" charset="0"/>
                        <a:cs typeface="Calibri" panose="020F0502020204030204" pitchFamily="34" charset="0"/>
                      </a:endParaRPr>
                    </a:p>
                  </a:txBody>
                  <a:tcPr marR="228600" marT="95250" marB="95250"/>
                </a:tc>
                <a:tc>
                  <a:txBody>
                    <a:bodyPr/>
                    <a:lstStyle/>
                    <a:p>
                      <a:pPr fontAlgn="t">
                        <a:buNone/>
                      </a:pPr>
                      <a:r>
                        <a:rPr lang="en-US" sz="1200">
                          <a:effectLst/>
                          <a:latin typeface="Calibri" panose="020F0502020204030204" pitchFamily="34" charset="0"/>
                          <a:cs typeface="Calibri" panose="020F0502020204030204" pitchFamily="34" charset="0"/>
                        </a:rPr>
                        <a:t>-</a:t>
                      </a:r>
                    </a:p>
                  </a:txBody>
                  <a:tcPr marR="228600" marT="95250" marB="95250"/>
                </a:tc>
                <a:tc>
                  <a:txBody>
                    <a:bodyPr/>
                    <a:lstStyle/>
                    <a:p>
                      <a:pPr fontAlgn="t">
                        <a:buNone/>
                      </a:pPr>
                      <a:r>
                        <a:rPr lang="en-US" sz="1200" dirty="0">
                          <a:effectLst/>
                          <a:latin typeface="Calibri" panose="020F0502020204030204" pitchFamily="34" charset="0"/>
                          <a:cs typeface="Calibri" panose="020F0502020204030204" pitchFamily="34" charset="0"/>
                        </a:rPr>
                        <a:t>-</a:t>
                      </a:r>
                    </a:p>
                  </a:txBody>
                  <a:tcPr marT="95250" marB="95250"/>
                </a:tc>
                <a:extLst>
                  <a:ext uri="{0D108BD9-81ED-4DB2-BD59-A6C34878D82A}">
                    <a16:rowId xmlns:a16="http://schemas.microsoft.com/office/drawing/2014/main" val="2350050692"/>
                  </a:ext>
                </a:extLst>
              </a:tr>
              <a:tr h="0">
                <a:tc>
                  <a:txBody>
                    <a:bodyPr/>
                    <a:lstStyle/>
                    <a:p>
                      <a:pPr fontAlgn="t">
                        <a:buNone/>
                      </a:pPr>
                      <a:r>
                        <a:rPr lang="en-US" sz="1200" dirty="0">
                          <a:effectLst/>
                          <a:latin typeface="Calibri" panose="020F0502020204030204" pitchFamily="34" charset="0"/>
                          <a:cs typeface="Calibri" panose="020F0502020204030204" pitchFamily="34" charset="0"/>
                        </a:rPr>
                        <a:t>Project Structure Panel </a:t>
                      </a:r>
                      <a:r>
                        <a:rPr lang="it-IT" sz="1200" baseline="0" noProof="0" dirty="0">
                          <a:latin typeface="Calibri" panose="020F0502020204030204" pitchFamily="34" charset="0"/>
                          <a:cs typeface="Calibri" panose="020F0502020204030204" pitchFamily="34" charset="0"/>
                          <a:sym typeface="Wingdings" panose="05000000000000000000" pitchFamily="2" charset="2"/>
                        </a:rPr>
                        <a:t></a:t>
                      </a:r>
                      <a:r>
                        <a:rPr lang="en-US" sz="1200" dirty="0">
                          <a:effectLst/>
                          <a:latin typeface="Calibri" panose="020F0502020204030204" pitchFamily="34" charset="0"/>
                          <a:cs typeface="Calibri" panose="020F0502020204030204" pitchFamily="34" charset="0"/>
                        </a:rPr>
                        <a:t> </a:t>
                      </a:r>
                      <a:r>
                        <a:rPr lang="en-US" sz="1200" dirty="0">
                          <a:solidFill>
                            <a:srgbClr val="FF0000"/>
                          </a:solidFill>
                          <a:effectLst/>
                          <a:latin typeface="Calibri" panose="020F0502020204030204" pitchFamily="34" charset="0"/>
                          <a:cs typeface="Calibri" panose="020F0502020204030204" pitchFamily="34" charset="0"/>
                        </a:rPr>
                        <a:t>save</a:t>
                      </a:r>
                    </a:p>
                  </a:txBody>
                  <a:tcPr marR="228600" marT="95250" marB="95250"/>
                </a:tc>
                <a:tc>
                  <a:txBody>
                    <a:bodyPr/>
                    <a:lstStyle/>
                    <a:p>
                      <a:pPr fontAlgn="t">
                        <a:buNone/>
                      </a:pPr>
                      <a:r>
                        <a:rPr lang="en-US" sz="1200" dirty="0">
                          <a:effectLst/>
                          <a:latin typeface="Calibri" panose="020F0502020204030204" pitchFamily="34" charset="0"/>
                          <a:cs typeface="Calibri" panose="020F0502020204030204" pitchFamily="34" charset="0"/>
                        </a:rPr>
                        <a:t>Valida </a:t>
                      </a:r>
                      <a:r>
                        <a:rPr lang="en-US" sz="1200" dirty="0" err="1">
                          <a:effectLst/>
                          <a:latin typeface="Calibri" panose="020F0502020204030204" pitchFamily="34" charset="0"/>
                          <a:cs typeface="Calibri" panose="020F0502020204030204" pitchFamily="34" charset="0"/>
                        </a:rPr>
                        <a:t>struttura</a:t>
                      </a:r>
                      <a:r>
                        <a:rPr lang="en-US" sz="1200" dirty="0">
                          <a:effectLst/>
                          <a:latin typeface="Calibri" panose="020F0502020204030204" pitchFamily="34" charset="0"/>
                          <a:cs typeface="Calibri" panose="020F0502020204030204" pitchFamily="34" charset="0"/>
                        </a:rPr>
                        <a:t> completa, </a:t>
                      </a:r>
                      <a:r>
                        <a:rPr lang="en-US" sz="1200" dirty="0" err="1">
                          <a:effectLst/>
                          <a:latin typeface="Calibri" panose="020F0502020204030204" pitchFamily="34" charset="0"/>
                          <a:cs typeface="Calibri" panose="020F0502020204030204" pitchFamily="34" charset="0"/>
                        </a:rPr>
                        <a:t>invia</a:t>
                      </a:r>
                      <a:r>
                        <a:rPr lang="en-US" sz="1200" dirty="0">
                          <a:effectLst/>
                          <a:latin typeface="Calibri" panose="020F0502020204030204" pitchFamily="34" charset="0"/>
                          <a:cs typeface="Calibri" panose="020F0502020204030204" pitchFamily="34" charset="0"/>
                        </a:rPr>
                        <a:t> </a:t>
                      </a:r>
                      <a:r>
                        <a:rPr lang="en-US" sz="1200" dirty="0" err="1">
                          <a:effectLst/>
                          <a:latin typeface="Calibri" panose="020F0502020204030204" pitchFamily="34" charset="0"/>
                          <a:cs typeface="Calibri" panose="020F0502020204030204" pitchFamily="34" charset="0"/>
                        </a:rPr>
                        <a:t>bozza</a:t>
                      </a:r>
                      <a:endParaRPr lang="en-US" sz="1200" dirty="0">
                        <a:effectLst/>
                        <a:latin typeface="Calibri" panose="020F0502020204030204" pitchFamily="34" charset="0"/>
                        <a:cs typeface="Calibri" panose="020F0502020204030204" pitchFamily="34" charset="0"/>
                      </a:endParaRPr>
                    </a:p>
                  </a:txBody>
                  <a:tcPr marR="228600" marT="95250" marB="95250"/>
                </a:tc>
                <a:tc>
                  <a:txBody>
                    <a:bodyPr/>
                    <a:lstStyle/>
                    <a:p>
                      <a:pPr fontAlgn="t">
                        <a:buNone/>
                      </a:pPr>
                      <a:r>
                        <a:rPr lang="en-US" sz="1200" dirty="0">
                          <a:effectLst/>
                          <a:latin typeface="Calibri" panose="020F0502020204030204" pitchFamily="34" charset="0"/>
                          <a:cs typeface="Calibri" panose="020F0502020204030204" pitchFamily="34" charset="0"/>
                        </a:rPr>
                        <a:t>POST(project </a:t>
                      </a:r>
                      <a:r>
                        <a:rPr lang="en-US" sz="1200" dirty="0" err="1">
                          <a:effectLst/>
                          <a:latin typeface="Calibri" panose="020F0502020204030204" pitchFamily="34" charset="0"/>
                          <a:cs typeface="Calibri" panose="020F0502020204030204" pitchFamily="34" charset="0"/>
                        </a:rPr>
                        <a:t>json</a:t>
                      </a:r>
                      <a:r>
                        <a:rPr lang="en-US" sz="1200" dirty="0">
                          <a:effectLst/>
                          <a:latin typeface="Calibri" panose="020F0502020204030204" pitchFamily="34" charset="0"/>
                          <a:cs typeface="Calibri" panose="020F0502020204030204" pitchFamily="34" charset="0"/>
                        </a:rPr>
                        <a:t>)</a:t>
                      </a:r>
                    </a:p>
                  </a:txBody>
                  <a:tcPr marR="228600" marT="95250" marB="95250"/>
                </a:tc>
                <a:tc>
                  <a:txBody>
                    <a:bodyPr/>
                    <a:lstStyle/>
                    <a:p>
                      <a:pPr fontAlgn="t">
                        <a:buNone/>
                      </a:pPr>
                      <a:r>
                        <a:rPr lang="en-US" sz="1200" dirty="0">
                          <a:effectLst/>
                          <a:latin typeface="Calibri" panose="020F0502020204030204" pitchFamily="34" charset="0"/>
                          <a:cs typeface="Calibri" panose="020F0502020204030204" pitchFamily="34" charset="0"/>
                        </a:rPr>
                        <a:t>Valida e </a:t>
                      </a:r>
                      <a:r>
                        <a:rPr lang="en-US" sz="1200" dirty="0" err="1">
                          <a:effectLst/>
                          <a:latin typeface="Calibri" panose="020F0502020204030204" pitchFamily="34" charset="0"/>
                          <a:cs typeface="Calibri" panose="020F0502020204030204" pitchFamily="34" charset="0"/>
                        </a:rPr>
                        <a:t>salva</a:t>
                      </a:r>
                      <a:r>
                        <a:rPr lang="en-US" sz="1200" dirty="0">
                          <a:effectLst/>
                          <a:latin typeface="Calibri" panose="020F0502020204030204" pitchFamily="34" charset="0"/>
                          <a:cs typeface="Calibri" panose="020F0502020204030204" pitchFamily="34" charset="0"/>
                        </a:rPr>
                        <a:t> </a:t>
                      </a:r>
                      <a:r>
                        <a:rPr lang="en-US" sz="1200" dirty="0" err="1">
                          <a:effectLst/>
                          <a:latin typeface="Calibri" panose="020F0502020204030204" pitchFamily="34" charset="0"/>
                          <a:cs typeface="Calibri" panose="020F0502020204030204" pitchFamily="34" charset="0"/>
                        </a:rPr>
                        <a:t>progetto</a:t>
                      </a:r>
                      <a:r>
                        <a:rPr lang="en-US" sz="1200" dirty="0">
                          <a:effectLst/>
                          <a:latin typeface="Calibri" panose="020F0502020204030204" pitchFamily="34" charset="0"/>
                          <a:cs typeface="Calibri" panose="020F0502020204030204" pitchFamily="34" charset="0"/>
                        </a:rPr>
                        <a:t> </a:t>
                      </a:r>
                      <a:r>
                        <a:rPr lang="en-US" sz="1200" dirty="0" err="1">
                          <a:effectLst/>
                          <a:latin typeface="Calibri" panose="020F0502020204030204" pitchFamily="34" charset="0"/>
                          <a:cs typeface="Calibri" panose="020F0502020204030204" pitchFamily="34" charset="0"/>
                        </a:rPr>
                        <a:t>completo</a:t>
                      </a:r>
                      <a:endParaRPr lang="en-US" sz="1200" dirty="0">
                        <a:effectLst/>
                        <a:latin typeface="Calibri" panose="020F0502020204030204" pitchFamily="34" charset="0"/>
                        <a:cs typeface="Calibri" panose="020F0502020204030204" pitchFamily="34" charset="0"/>
                      </a:endParaRPr>
                    </a:p>
                  </a:txBody>
                  <a:tcPr marT="95250" marB="95250"/>
                </a:tc>
                <a:extLst>
                  <a:ext uri="{0D108BD9-81ED-4DB2-BD59-A6C34878D82A}">
                    <a16:rowId xmlns:a16="http://schemas.microsoft.com/office/drawing/2014/main" val="2409098851"/>
                  </a:ext>
                </a:extLst>
              </a:tr>
              <a:tr h="287234">
                <a:tc>
                  <a:txBody>
                    <a:bodyPr/>
                    <a:lstStyle/>
                    <a:p>
                      <a:pPr fontAlgn="t">
                        <a:buNone/>
                      </a:pPr>
                      <a:r>
                        <a:rPr lang="en-US" sz="1200" dirty="0">
                          <a:effectLst/>
                          <a:latin typeface="Calibri" panose="020F0502020204030204" pitchFamily="34" charset="0"/>
                          <a:cs typeface="Calibri" panose="020F0502020204030204" pitchFamily="34" charset="0"/>
                        </a:rPr>
                        <a:t>Projects List</a:t>
                      </a:r>
                      <a:r>
                        <a:rPr lang="it-IT" sz="1200" baseline="0" noProof="0" dirty="0">
                          <a:latin typeface="Calibri" panose="020F0502020204030204" pitchFamily="34" charset="0"/>
                          <a:cs typeface="Calibri" panose="020F0502020204030204" pitchFamily="34" charset="0"/>
                          <a:sym typeface="Wingdings" panose="05000000000000000000" pitchFamily="2" charset="2"/>
                        </a:rPr>
                        <a:t></a:t>
                      </a:r>
                      <a:r>
                        <a:rPr lang="en-US" sz="1200" dirty="0">
                          <a:effectLst/>
                          <a:latin typeface="Calibri" panose="020F0502020204030204" pitchFamily="34" charset="0"/>
                          <a:cs typeface="Calibri" panose="020F0502020204030204" pitchFamily="34" charset="0"/>
                        </a:rPr>
                        <a:t> </a:t>
                      </a:r>
                      <a:r>
                        <a:rPr lang="en-US" sz="1200" dirty="0">
                          <a:solidFill>
                            <a:srgbClr val="FF0000"/>
                          </a:solidFill>
                          <a:effectLst/>
                          <a:latin typeface="Calibri" panose="020F0502020204030204" pitchFamily="34" charset="0"/>
                          <a:cs typeface="Calibri" panose="020F0502020204030204" pitchFamily="34" charset="0"/>
                        </a:rPr>
                        <a:t>select project</a:t>
                      </a:r>
                    </a:p>
                  </a:txBody>
                  <a:tcPr marR="228600" marT="95250" marB="95250"/>
                </a:tc>
                <a:tc>
                  <a:txBody>
                    <a:bodyPr/>
                    <a:lstStyle/>
                    <a:p>
                      <a:pPr fontAlgn="t">
                        <a:buNone/>
                      </a:pPr>
                      <a:r>
                        <a:rPr lang="en-US" sz="1200" dirty="0" err="1">
                          <a:effectLst/>
                          <a:latin typeface="Calibri" panose="020F0502020204030204" pitchFamily="34" charset="0"/>
                          <a:cs typeface="Calibri" panose="020F0502020204030204" pitchFamily="34" charset="0"/>
                        </a:rPr>
                        <a:t>Richiede</a:t>
                      </a:r>
                      <a:r>
                        <a:rPr lang="en-US" sz="1200" dirty="0">
                          <a:effectLst/>
                          <a:latin typeface="Calibri" panose="020F0502020204030204" pitchFamily="34" charset="0"/>
                          <a:cs typeface="Calibri" panose="020F0502020204030204" pitchFamily="34" charset="0"/>
                        </a:rPr>
                        <a:t> e </a:t>
                      </a:r>
                      <a:r>
                        <a:rPr lang="en-US" sz="1200" dirty="0" err="1">
                          <a:effectLst/>
                          <a:latin typeface="Calibri" panose="020F0502020204030204" pitchFamily="34" charset="0"/>
                          <a:cs typeface="Calibri" panose="020F0502020204030204" pitchFamily="34" charset="0"/>
                        </a:rPr>
                        <a:t>mostra</a:t>
                      </a:r>
                      <a:r>
                        <a:rPr lang="en-US" sz="1200" dirty="0">
                          <a:effectLst/>
                          <a:latin typeface="Calibri" panose="020F0502020204030204" pitchFamily="34" charset="0"/>
                          <a:cs typeface="Calibri" panose="020F0502020204030204" pitchFamily="34" charset="0"/>
                        </a:rPr>
                        <a:t> la </a:t>
                      </a:r>
                      <a:r>
                        <a:rPr lang="en-US" sz="1200" dirty="0" err="1">
                          <a:effectLst/>
                          <a:latin typeface="Calibri" panose="020F0502020204030204" pitchFamily="34" charset="0"/>
                          <a:cs typeface="Calibri" panose="020F0502020204030204" pitchFamily="34" charset="0"/>
                        </a:rPr>
                        <a:t>struttura</a:t>
                      </a:r>
                      <a:r>
                        <a:rPr lang="en-US" sz="1200" dirty="0">
                          <a:effectLst/>
                          <a:latin typeface="Calibri" panose="020F0502020204030204" pitchFamily="34" charset="0"/>
                          <a:cs typeface="Calibri" panose="020F0502020204030204" pitchFamily="34" charset="0"/>
                        </a:rPr>
                        <a:t> completa del </a:t>
                      </a:r>
                      <a:r>
                        <a:rPr lang="en-US" sz="1200" dirty="0" err="1">
                          <a:effectLst/>
                          <a:latin typeface="Calibri" panose="020F0502020204030204" pitchFamily="34" charset="0"/>
                          <a:cs typeface="Calibri" panose="020F0502020204030204" pitchFamily="34" charset="0"/>
                        </a:rPr>
                        <a:t>progetto</a:t>
                      </a:r>
                      <a:r>
                        <a:rPr lang="en-US" sz="1200" dirty="0">
                          <a:effectLst/>
                          <a:latin typeface="Calibri" panose="020F0502020204030204" pitchFamily="34" charset="0"/>
                          <a:cs typeface="Calibri" panose="020F0502020204030204" pitchFamily="34" charset="0"/>
                        </a:rPr>
                        <a:t> </a:t>
                      </a:r>
                      <a:r>
                        <a:rPr lang="en-US" sz="1200" dirty="0" err="1">
                          <a:effectLst/>
                          <a:latin typeface="Calibri" panose="020F0502020204030204" pitchFamily="34" charset="0"/>
                          <a:cs typeface="Calibri" panose="020F0502020204030204" pitchFamily="34" charset="0"/>
                        </a:rPr>
                        <a:t>selezionato</a:t>
                      </a:r>
                      <a:endParaRPr lang="en-US" sz="1200" dirty="0">
                        <a:effectLst/>
                        <a:latin typeface="Calibri" panose="020F0502020204030204" pitchFamily="34" charset="0"/>
                        <a:cs typeface="Calibri" panose="020F0502020204030204" pitchFamily="34" charset="0"/>
                      </a:endParaRPr>
                    </a:p>
                  </a:txBody>
                  <a:tcPr marR="228600" marT="95250" marB="95250"/>
                </a:tc>
                <a:tc>
                  <a:txBody>
                    <a:bodyPr/>
                    <a:lstStyle/>
                    <a:p>
                      <a:pPr marL="0" marR="0" indent="0" algn="l" defTabSz="914400" rtl="0" eaLnBrk="1" fontAlgn="t" latinLnBrk="0" hangingPunct="1">
                        <a:lnSpc>
                          <a:spcPct val="100000"/>
                        </a:lnSpc>
                        <a:spcBef>
                          <a:spcPts val="0"/>
                        </a:spcBef>
                        <a:spcAft>
                          <a:spcPts val="0"/>
                        </a:spcAft>
                        <a:buClrTx/>
                        <a:buSzTx/>
                        <a:buFontTx/>
                        <a:buNone/>
                        <a:tabLst/>
                        <a:defRPr/>
                      </a:pPr>
                      <a:r>
                        <a:rPr lang="en-US" sz="1200" dirty="0">
                          <a:effectLst/>
                          <a:latin typeface="Calibri" panose="020F0502020204030204" pitchFamily="34" charset="0"/>
                          <a:cs typeface="Calibri" panose="020F0502020204030204" pitchFamily="34" charset="0"/>
                        </a:rPr>
                        <a:t>GET (</a:t>
                      </a:r>
                      <a:r>
                        <a:rPr lang="en-US" sz="1200" dirty="0" err="1">
                          <a:effectLst/>
                          <a:latin typeface="Calibri" panose="020F0502020204030204" pitchFamily="34" charset="0"/>
                          <a:cs typeface="Calibri" panose="020F0502020204030204" pitchFamily="34" charset="0"/>
                        </a:rPr>
                        <a:t>project.id</a:t>
                      </a:r>
                      <a:r>
                        <a:rPr lang="en-US" sz="1200" dirty="0">
                          <a:effectLst/>
                          <a:latin typeface="Calibri" panose="020F0502020204030204" pitchFamily="34" charset="0"/>
                          <a:cs typeface="Calibri" panose="020F0502020204030204" pitchFamily="34" charset="0"/>
                        </a:rPr>
                        <a:t>)</a:t>
                      </a:r>
                    </a:p>
                  </a:txBody>
                  <a:tcPr marR="228600" marT="95250" marB="95250"/>
                </a:tc>
                <a:tc>
                  <a:txBody>
                    <a:bodyPr/>
                    <a:lstStyle/>
                    <a:p>
                      <a:pPr fontAlgn="t">
                        <a:buNone/>
                      </a:pPr>
                      <a:r>
                        <a:rPr lang="en-US" sz="1200" dirty="0" err="1">
                          <a:effectLst/>
                          <a:latin typeface="Calibri" panose="020F0502020204030204" pitchFamily="34" charset="0"/>
                          <a:cs typeface="Calibri" panose="020F0502020204030204" pitchFamily="34" charset="0"/>
                        </a:rPr>
                        <a:t>Estrae</a:t>
                      </a:r>
                      <a:r>
                        <a:rPr lang="en-US" sz="1200" dirty="0">
                          <a:effectLst/>
                          <a:latin typeface="Calibri" panose="020F0502020204030204" pitchFamily="34" charset="0"/>
                          <a:cs typeface="Calibri" panose="020F0502020204030204" pitchFamily="34" charset="0"/>
                        </a:rPr>
                        <a:t> </a:t>
                      </a:r>
                      <a:r>
                        <a:rPr lang="en-US" sz="1200" dirty="0" err="1">
                          <a:effectLst/>
                          <a:latin typeface="Calibri" panose="020F0502020204030204" pitchFamily="34" charset="0"/>
                          <a:cs typeface="Calibri" panose="020F0502020204030204" pitchFamily="34" charset="0"/>
                        </a:rPr>
                        <a:t>struttura</a:t>
                      </a:r>
                      <a:r>
                        <a:rPr lang="en-US" sz="1200" dirty="0">
                          <a:effectLst/>
                          <a:latin typeface="Calibri" panose="020F0502020204030204" pitchFamily="34" charset="0"/>
                          <a:cs typeface="Calibri" panose="020F0502020204030204" pitchFamily="34" charset="0"/>
                        </a:rPr>
                        <a:t> completa del </a:t>
                      </a:r>
                      <a:r>
                        <a:rPr lang="en-US" sz="1200" dirty="0" err="1">
                          <a:effectLst/>
                          <a:latin typeface="Calibri" panose="020F0502020204030204" pitchFamily="34" charset="0"/>
                          <a:cs typeface="Calibri" panose="020F0502020204030204" pitchFamily="34" charset="0"/>
                        </a:rPr>
                        <a:t>progetto</a:t>
                      </a:r>
                      <a:r>
                        <a:rPr lang="en-US" sz="1200" dirty="0">
                          <a:effectLst/>
                          <a:latin typeface="Calibri" panose="020F0502020204030204" pitchFamily="34" charset="0"/>
                          <a:cs typeface="Calibri" panose="020F0502020204030204" pitchFamily="34" charset="0"/>
                        </a:rPr>
                        <a:t> </a:t>
                      </a:r>
                      <a:r>
                        <a:rPr lang="en-US" sz="1200" dirty="0" err="1">
                          <a:effectLst/>
                          <a:latin typeface="Calibri" panose="020F0502020204030204" pitchFamily="34" charset="0"/>
                          <a:cs typeface="Calibri" panose="020F0502020204030204" pitchFamily="34" charset="0"/>
                        </a:rPr>
                        <a:t>selezionato</a:t>
                      </a:r>
                      <a:endParaRPr lang="en-US" sz="1200" dirty="0">
                        <a:effectLst/>
                        <a:latin typeface="Calibri" panose="020F0502020204030204" pitchFamily="34" charset="0"/>
                        <a:cs typeface="Calibri" panose="020F0502020204030204" pitchFamily="34" charset="0"/>
                      </a:endParaRPr>
                    </a:p>
                  </a:txBody>
                  <a:tcPr marT="95250" marB="95250"/>
                </a:tc>
                <a:extLst>
                  <a:ext uri="{0D108BD9-81ED-4DB2-BD59-A6C34878D82A}">
                    <a16:rowId xmlns:a16="http://schemas.microsoft.com/office/drawing/2014/main" val="1211202458"/>
                  </a:ext>
                </a:extLst>
              </a:tr>
            </a:tbl>
          </a:graphicData>
        </a:graphic>
      </p:graphicFrame>
    </p:spTree>
    <p:extLst>
      <p:ext uri="{BB962C8B-B14F-4D97-AF65-F5344CB8AC3E}">
        <p14:creationId xmlns:p14="http://schemas.microsoft.com/office/powerpoint/2010/main" val="3753285178"/>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987F635-AA55-6FD3-E281-2A33F0CB6903}"/>
            </a:ext>
          </a:extLst>
        </p:cNvPr>
        <p:cNvGrpSpPr/>
        <p:nvPr/>
      </p:nvGrpSpPr>
      <p:grpSpPr>
        <a:xfrm>
          <a:off x="0" y="0"/>
          <a:ext cx="0" cy="0"/>
          <a:chOff x="0" y="0"/>
          <a:chExt cx="0" cy="0"/>
        </a:xfrm>
      </p:grpSpPr>
      <p:sp>
        <p:nvSpPr>
          <p:cNvPr id="4" name="Google Shape;135;p26">
            <a:extLst>
              <a:ext uri="{FF2B5EF4-FFF2-40B4-BE49-F238E27FC236}">
                <a16:creationId xmlns:a16="http://schemas.microsoft.com/office/drawing/2014/main" id="{A2250EAF-3843-7C71-E4F6-DC88802BFED6}"/>
              </a:ext>
            </a:extLst>
          </p:cNvPr>
          <p:cNvSpPr txBox="1">
            <a:spLocks/>
          </p:cNvSpPr>
          <p:nvPr/>
        </p:nvSpPr>
        <p:spPr>
          <a:xfrm>
            <a:off x="426631" y="258833"/>
            <a:ext cx="11338737" cy="1143000"/>
          </a:xfrm>
          <a:prstGeom prst="rect">
            <a:avLst/>
          </a:prstGeom>
          <a:noFill/>
          <a:ln>
            <a:noFill/>
          </a:ln>
        </p:spPr>
        <p:txBody>
          <a:bodyPr spcFirstLastPara="1" wrap="square" lIns="107269" tIns="53620" rIns="107269" bIns="53620" anchor="ctr" anchorCtr="0">
            <a:noAutofit/>
          </a:bodyPr>
          <a:lstStyle>
            <a:defPPr marR="0" lvl="0" algn="l" rtl="0">
              <a:lnSpc>
                <a:spcPct val="100000"/>
              </a:lnSpc>
              <a:spcBef>
                <a:spcPts val="0"/>
              </a:spcBef>
              <a:spcAft>
                <a:spcPts val="0"/>
              </a:spcAft>
            </a:defPPr>
            <a:lvl1pPr marR="0" lvl="0" algn="ctr" rtl="0">
              <a:lnSpc>
                <a:spcPct val="100000"/>
              </a:lnSpc>
              <a:spcBef>
                <a:spcPts val="0"/>
              </a:spcBef>
              <a:spcAft>
                <a:spcPts val="0"/>
              </a:spcAft>
              <a:buClr>
                <a:schemeClr val="dk1"/>
              </a:buClr>
              <a:buSzPts val="1800"/>
              <a:buFont typeface="Calibri"/>
              <a:buNone/>
              <a:defRPr sz="44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9pPr>
          </a:lstStyle>
          <a:p>
            <a:pPr>
              <a:buClr>
                <a:prstClr val="black"/>
              </a:buClr>
              <a:defRPr/>
            </a:pPr>
            <a:r>
              <a:rPr lang="en-US" noProof="1">
                <a:solidFill>
                  <a:schemeClr val="tx1"/>
                </a:solidFill>
              </a:rPr>
              <a:t>Controller / Event handler (</a:t>
            </a:r>
            <a:r>
              <a:rPr kumimoji="0" lang="en-US" sz="4400" b="0" i="0" u="none" strike="noStrike" kern="1200" cap="none" spc="0" normalizeH="0" baseline="0" noProof="1">
                <a:ln>
                  <a:noFill/>
                </a:ln>
                <a:solidFill>
                  <a:schemeClr val="tx1"/>
                </a:solidFill>
                <a:effectLst/>
                <a:uLnTx/>
                <a:uFillTx/>
                <a:latin typeface="Calibri"/>
                <a:cs typeface="Calibri"/>
                <a:sym typeface="Calibri"/>
              </a:rPr>
              <a:t>admin)</a:t>
            </a:r>
          </a:p>
        </p:txBody>
      </p:sp>
      <p:graphicFrame>
        <p:nvGraphicFramePr>
          <p:cNvPr id="2" name="Table 1">
            <a:extLst>
              <a:ext uri="{FF2B5EF4-FFF2-40B4-BE49-F238E27FC236}">
                <a16:creationId xmlns:a16="http://schemas.microsoft.com/office/drawing/2014/main" id="{8BDE38E7-7712-DB9E-4C3B-6CFC73C44A0C}"/>
              </a:ext>
            </a:extLst>
          </p:cNvPr>
          <p:cNvGraphicFramePr>
            <a:graphicFrameLocks noGrp="1"/>
          </p:cNvGraphicFramePr>
          <p:nvPr>
            <p:extLst>
              <p:ext uri="{D42A27DB-BD31-4B8C-83A1-F6EECF244321}">
                <p14:modId xmlns:p14="http://schemas.microsoft.com/office/powerpoint/2010/main" val="3251274739"/>
              </p:ext>
            </p:extLst>
          </p:nvPr>
        </p:nvGraphicFramePr>
        <p:xfrm>
          <a:off x="340768" y="1298267"/>
          <a:ext cx="11510462" cy="5559733"/>
        </p:xfrm>
        <a:graphic>
          <a:graphicData uri="http://schemas.openxmlformats.org/drawingml/2006/table">
            <a:tbl>
              <a:tblPr firstRow="1" bandRow="1">
                <a:tableStyleId>{00A15C55-8517-42AA-B614-E9B94910E393}</a:tableStyleId>
              </a:tblPr>
              <a:tblGrid>
                <a:gridCol w="2558098">
                  <a:extLst>
                    <a:ext uri="{9D8B030D-6E8A-4147-A177-3AD203B41FA5}">
                      <a16:colId xmlns:a16="http://schemas.microsoft.com/office/drawing/2014/main" val="235445318"/>
                    </a:ext>
                  </a:extLst>
                </a:gridCol>
                <a:gridCol w="3943786">
                  <a:extLst>
                    <a:ext uri="{9D8B030D-6E8A-4147-A177-3AD203B41FA5}">
                      <a16:colId xmlns:a16="http://schemas.microsoft.com/office/drawing/2014/main" val="2807583141"/>
                    </a:ext>
                  </a:extLst>
                </a:gridCol>
                <a:gridCol w="1968403">
                  <a:extLst>
                    <a:ext uri="{9D8B030D-6E8A-4147-A177-3AD203B41FA5}">
                      <a16:colId xmlns:a16="http://schemas.microsoft.com/office/drawing/2014/main" val="3946285172"/>
                    </a:ext>
                  </a:extLst>
                </a:gridCol>
                <a:gridCol w="3040175">
                  <a:extLst>
                    <a:ext uri="{9D8B030D-6E8A-4147-A177-3AD203B41FA5}">
                      <a16:colId xmlns:a16="http://schemas.microsoft.com/office/drawing/2014/main" val="455709899"/>
                    </a:ext>
                  </a:extLst>
                </a:gridCol>
              </a:tblGrid>
              <a:tr h="374904">
                <a:tc gridSpan="2">
                  <a:txBody>
                    <a:bodyPr/>
                    <a:lstStyle/>
                    <a:p>
                      <a:pPr algn="ctr"/>
                      <a:r>
                        <a:rPr lang="en-US" sz="1200" dirty="0">
                          <a:latin typeface="Calibri" panose="020F0502020204030204" pitchFamily="34" charset="0"/>
                          <a:cs typeface="Calibri" panose="020F0502020204030204" pitchFamily="34" charset="0"/>
                        </a:rPr>
                        <a:t>Client Side</a:t>
                      </a:r>
                    </a:p>
                  </a:txBody>
                  <a:tcPr anchor="ctr"/>
                </a:tc>
                <a:tc hMerge="1">
                  <a:txBody>
                    <a:bodyPr/>
                    <a:lstStyle/>
                    <a:p>
                      <a:endParaRPr lang="en-US" dirty="0"/>
                    </a:p>
                  </a:txBody>
                  <a:tcPr/>
                </a:tc>
                <a:tc gridSpan="2">
                  <a:txBody>
                    <a:bodyPr/>
                    <a:lstStyle/>
                    <a:p>
                      <a:pPr algn="ctr"/>
                      <a:r>
                        <a:rPr lang="en-US" sz="1200" dirty="0">
                          <a:latin typeface="Calibri" panose="020F0502020204030204" pitchFamily="34" charset="0"/>
                          <a:cs typeface="Calibri" panose="020F0502020204030204" pitchFamily="34" charset="0"/>
                        </a:rPr>
                        <a:t>Server Side</a:t>
                      </a:r>
                    </a:p>
                  </a:txBody>
                  <a:tcPr anchor="ctr"/>
                </a:tc>
                <a:tc hMerge="1">
                  <a:txBody>
                    <a:bodyPr/>
                    <a:lstStyle/>
                    <a:p>
                      <a:endParaRPr lang="en-US" dirty="0"/>
                    </a:p>
                  </a:txBody>
                  <a:tcPr/>
                </a:tc>
                <a:extLst>
                  <a:ext uri="{0D108BD9-81ED-4DB2-BD59-A6C34878D82A}">
                    <a16:rowId xmlns:a16="http://schemas.microsoft.com/office/drawing/2014/main" val="3065940527"/>
                  </a:ext>
                </a:extLst>
              </a:tr>
              <a:tr h="338509">
                <a:tc>
                  <a:txBody>
                    <a:bodyPr/>
                    <a:lstStyle/>
                    <a:p>
                      <a:pPr algn="ctr"/>
                      <a:r>
                        <a:rPr lang="en-US" sz="1200" dirty="0" err="1">
                          <a:latin typeface="Calibri" panose="020F0502020204030204" pitchFamily="34" charset="0"/>
                          <a:cs typeface="Calibri" panose="020F0502020204030204" pitchFamily="34" charset="0"/>
                        </a:rPr>
                        <a:t>Evento</a:t>
                      </a:r>
                      <a:endParaRPr lang="en-US" sz="1200" dirty="0">
                        <a:latin typeface="Calibri" panose="020F0502020204030204" pitchFamily="34" charset="0"/>
                        <a:cs typeface="Calibri" panose="020F0502020204030204" pitchFamily="34" charset="0"/>
                      </a:endParaRPr>
                    </a:p>
                  </a:txBody>
                  <a:tcPr anchor="ctr"/>
                </a:tc>
                <a:tc>
                  <a:txBody>
                    <a:bodyPr/>
                    <a:lstStyle/>
                    <a:p>
                      <a:pPr algn="ctr"/>
                      <a:r>
                        <a:rPr lang="en-US" sz="1200" dirty="0" err="1">
                          <a:latin typeface="Calibri" panose="020F0502020204030204" pitchFamily="34" charset="0"/>
                          <a:cs typeface="Calibri" panose="020F0502020204030204" pitchFamily="34" charset="0"/>
                        </a:rPr>
                        <a:t>Controllore</a:t>
                      </a:r>
                      <a:endParaRPr lang="en-US" sz="1200" dirty="0">
                        <a:latin typeface="Calibri" panose="020F0502020204030204" pitchFamily="34" charset="0"/>
                        <a:cs typeface="Calibri" panose="020F0502020204030204" pitchFamily="34" charset="0"/>
                      </a:endParaRPr>
                    </a:p>
                  </a:txBody>
                  <a:tcPr anchor="ctr"/>
                </a:tc>
                <a:tc>
                  <a:txBody>
                    <a:bodyPr/>
                    <a:lstStyle/>
                    <a:p>
                      <a:pPr algn="ctr"/>
                      <a:r>
                        <a:rPr lang="en-US" sz="1200" dirty="0" err="1">
                          <a:latin typeface="Calibri" panose="020F0502020204030204" pitchFamily="34" charset="0"/>
                          <a:cs typeface="Calibri" panose="020F0502020204030204" pitchFamily="34" charset="0"/>
                        </a:rPr>
                        <a:t>Evento</a:t>
                      </a:r>
                      <a:endParaRPr lang="en-US" sz="1200" dirty="0">
                        <a:latin typeface="Calibri" panose="020F0502020204030204" pitchFamily="34" charset="0"/>
                        <a:cs typeface="Calibri" panose="020F0502020204030204" pitchFamily="34" charset="0"/>
                      </a:endParaRPr>
                    </a:p>
                  </a:txBody>
                  <a:tcPr anchor="ctr"/>
                </a:tc>
                <a:tc>
                  <a:txBody>
                    <a:bodyPr/>
                    <a:lstStyle/>
                    <a:p>
                      <a:pPr algn="ctr"/>
                      <a:r>
                        <a:rPr lang="en-US" sz="1200" dirty="0" err="1">
                          <a:latin typeface="Calibri" panose="020F0502020204030204" pitchFamily="34" charset="0"/>
                          <a:cs typeface="Calibri" panose="020F0502020204030204" pitchFamily="34" charset="0"/>
                        </a:rPr>
                        <a:t>Controllore</a:t>
                      </a:r>
                      <a:endParaRPr lang="en-US" sz="1200" dirty="0">
                        <a:latin typeface="Calibri" panose="020F0502020204030204" pitchFamily="34" charset="0"/>
                        <a:cs typeface="Calibri" panose="020F0502020204030204" pitchFamily="34" charset="0"/>
                      </a:endParaRPr>
                    </a:p>
                  </a:txBody>
                  <a:tcPr anchor="ctr"/>
                </a:tc>
                <a:extLst>
                  <a:ext uri="{0D108BD9-81ED-4DB2-BD59-A6C34878D82A}">
                    <a16:rowId xmlns:a16="http://schemas.microsoft.com/office/drawing/2014/main" val="3343563429"/>
                  </a:ext>
                </a:extLst>
              </a:tr>
              <a:tr h="0">
                <a:tc>
                  <a:txBody>
                    <a:bodyPr/>
                    <a:lstStyle/>
                    <a:p>
                      <a:pPr fontAlgn="t">
                        <a:buNone/>
                      </a:pPr>
                      <a:r>
                        <a:rPr lang="en-US" sz="1200" dirty="0">
                          <a:effectLst/>
                          <a:latin typeface="Calibri" panose="020F0502020204030204" pitchFamily="34" charset="0"/>
                          <a:cs typeface="Calibri" panose="020F0502020204030204" pitchFamily="34" charset="0"/>
                        </a:rPr>
                        <a:t>Home Admin </a:t>
                      </a:r>
                      <a:r>
                        <a:rPr lang="it-IT" sz="1200" baseline="0" noProof="0" dirty="0">
                          <a:latin typeface="Calibri" panose="020F0502020204030204" pitchFamily="34" charset="0"/>
                          <a:cs typeface="Calibri" panose="020F0502020204030204" pitchFamily="34" charset="0"/>
                          <a:sym typeface="Wingdings" panose="05000000000000000000" pitchFamily="2" charset="2"/>
                        </a:rPr>
                        <a:t></a:t>
                      </a:r>
                      <a:r>
                        <a:rPr lang="en-US" sz="1200" dirty="0">
                          <a:effectLst/>
                          <a:latin typeface="Calibri" panose="020F0502020204030204" pitchFamily="34" charset="0"/>
                          <a:cs typeface="Calibri" panose="020F0502020204030204" pitchFamily="34" charset="0"/>
                        </a:rPr>
                        <a:t> </a:t>
                      </a:r>
                      <a:r>
                        <a:rPr lang="en-US" sz="1200" dirty="0">
                          <a:solidFill>
                            <a:srgbClr val="FF0000"/>
                          </a:solidFill>
                          <a:effectLst/>
                          <a:latin typeface="Calibri" panose="020F0502020204030204" pitchFamily="34" charset="0"/>
                          <a:cs typeface="Calibri" panose="020F0502020204030204" pitchFamily="34" charset="0"/>
                        </a:rPr>
                        <a:t>load</a:t>
                      </a:r>
                    </a:p>
                  </a:txBody>
                  <a:tcPr marR="228600" marT="95250" marB="95250"/>
                </a:tc>
                <a:tc>
                  <a:txBody>
                    <a:bodyPr/>
                    <a:lstStyle/>
                    <a:p>
                      <a:pPr marL="0" marR="0" indent="0" algn="l" defTabSz="914400" rtl="0" eaLnBrk="1" fontAlgn="t" latinLnBrk="0" hangingPunct="1">
                        <a:lnSpc>
                          <a:spcPct val="100000"/>
                        </a:lnSpc>
                        <a:spcBef>
                          <a:spcPts val="0"/>
                        </a:spcBef>
                        <a:spcAft>
                          <a:spcPts val="0"/>
                        </a:spcAft>
                        <a:buClrTx/>
                        <a:buSzTx/>
                        <a:buFontTx/>
                        <a:buNone/>
                        <a:tabLst/>
                        <a:defRPr/>
                      </a:pPr>
                      <a:r>
                        <a:rPr lang="en-US" sz="1200" dirty="0" err="1">
                          <a:effectLst/>
                          <a:latin typeface="Calibri" panose="020F0502020204030204" pitchFamily="34" charset="0"/>
                          <a:cs typeface="Calibri" panose="020F0502020204030204" pitchFamily="34" charset="0"/>
                        </a:rPr>
                        <a:t>AdminOrchestrator.start</a:t>
                      </a:r>
                      <a:br>
                        <a:rPr lang="en-US" sz="1200" dirty="0">
                          <a:effectLst/>
                          <a:latin typeface="Calibri" panose="020F0502020204030204" pitchFamily="34" charset="0"/>
                          <a:cs typeface="Calibri" panose="020F0502020204030204" pitchFamily="34" charset="0"/>
                        </a:rPr>
                      </a:br>
                      <a:r>
                        <a:rPr lang="en-US" sz="1200" dirty="0" err="1">
                          <a:effectLst/>
                          <a:latin typeface="Calibri" panose="020F0502020204030204" pitchFamily="34" charset="0"/>
                          <a:cs typeface="Calibri" panose="020F0502020204030204" pitchFamily="34" charset="0"/>
                        </a:rPr>
                        <a:t>CreateProjectStructureOrchestrator.start</a:t>
                      </a:r>
                      <a:br>
                        <a:rPr lang="en-US" sz="1200" dirty="0">
                          <a:effectLst/>
                          <a:latin typeface="Calibri" panose="020F0502020204030204" pitchFamily="34" charset="0"/>
                          <a:cs typeface="Calibri" panose="020F0502020204030204" pitchFamily="34" charset="0"/>
                        </a:rPr>
                      </a:br>
                      <a:r>
                        <a:rPr lang="en-US" sz="1200" dirty="0" err="1">
                          <a:effectLst/>
                          <a:latin typeface="Calibri" panose="020F0502020204030204" pitchFamily="34" charset="0"/>
                          <a:cs typeface="Calibri" panose="020F0502020204030204" pitchFamily="34" charset="0"/>
                        </a:rPr>
                        <a:t>VerifyProjectsOrchestrator.start</a:t>
                      </a:r>
                      <a:endParaRPr lang="en-US" sz="1200" dirty="0">
                        <a:effectLst/>
                        <a:latin typeface="Calibri" panose="020F0502020204030204" pitchFamily="34" charset="0"/>
                        <a:cs typeface="Calibri" panose="020F0502020204030204" pitchFamily="34" charset="0"/>
                      </a:endParaRPr>
                    </a:p>
                  </a:txBody>
                  <a:tcPr marR="228600" marT="95250" marB="95250"/>
                </a:tc>
                <a:tc>
                  <a:txBody>
                    <a:bodyPr/>
                    <a:lstStyle/>
                    <a:p>
                      <a:pPr fontAlgn="t">
                        <a:buNone/>
                      </a:pPr>
                      <a:endParaRPr lang="en-US" sz="1200" dirty="0">
                        <a:effectLst/>
                        <a:latin typeface="Calibri" panose="020F0502020204030204" pitchFamily="34" charset="0"/>
                        <a:cs typeface="Calibri" panose="020F0502020204030204" pitchFamily="34" charset="0"/>
                      </a:endParaRPr>
                    </a:p>
                    <a:p>
                      <a:pPr fontAlgn="t">
                        <a:buNone/>
                      </a:pPr>
                      <a:r>
                        <a:rPr lang="en-US" sz="1200" dirty="0">
                          <a:effectLst/>
                          <a:latin typeface="Calibri" panose="020F0502020204030204" pitchFamily="34" charset="0"/>
                          <a:cs typeface="Calibri" panose="020F0502020204030204" pitchFamily="34" charset="0"/>
                        </a:rPr>
                        <a:t>GET</a:t>
                      </a:r>
                    </a:p>
                    <a:p>
                      <a:pPr fontAlgn="t">
                        <a:buNone/>
                      </a:pPr>
                      <a:r>
                        <a:rPr lang="en-US" sz="1200" dirty="0">
                          <a:effectLst/>
                          <a:latin typeface="Calibri" panose="020F0502020204030204" pitchFamily="34" charset="0"/>
                          <a:cs typeface="Calibri" panose="020F0502020204030204" pitchFamily="34" charset="0"/>
                        </a:rPr>
                        <a:t>GET</a:t>
                      </a:r>
                    </a:p>
                  </a:txBody>
                  <a:tcPr marR="228600" marT="95250" marB="95250"/>
                </a:tc>
                <a:tc>
                  <a:txBody>
                    <a:bodyPr/>
                    <a:lstStyle/>
                    <a:p>
                      <a:pPr marL="0" marR="0" indent="0" algn="l" defTabSz="914400" rtl="0" eaLnBrk="1" fontAlgn="t" latinLnBrk="0" hangingPunct="1">
                        <a:lnSpc>
                          <a:spcPct val="100000"/>
                        </a:lnSpc>
                        <a:spcBef>
                          <a:spcPts val="0"/>
                        </a:spcBef>
                        <a:spcAft>
                          <a:spcPts val="0"/>
                        </a:spcAft>
                        <a:buClrTx/>
                        <a:buSzTx/>
                        <a:buFontTx/>
                        <a:buNone/>
                        <a:tabLst/>
                        <a:defRPr/>
                      </a:pPr>
                      <a:endParaRPr lang="en-US" sz="1200" dirty="0">
                        <a:effectLst/>
                        <a:latin typeface="Calibri" panose="020F0502020204030204" pitchFamily="34" charset="0"/>
                        <a:cs typeface="Calibri" panose="020F0502020204030204" pitchFamily="34" charset="0"/>
                      </a:endParaRPr>
                    </a:p>
                    <a:p>
                      <a:pPr marL="0" marR="0" indent="0" algn="l" defTabSz="914400" rtl="0" eaLnBrk="1" fontAlgn="t" latinLnBrk="0" hangingPunct="1">
                        <a:lnSpc>
                          <a:spcPct val="100000"/>
                        </a:lnSpc>
                        <a:spcBef>
                          <a:spcPts val="0"/>
                        </a:spcBef>
                        <a:spcAft>
                          <a:spcPts val="0"/>
                        </a:spcAft>
                        <a:buClrTx/>
                        <a:buSzTx/>
                        <a:buFontTx/>
                        <a:buNone/>
                        <a:tabLst/>
                        <a:defRPr/>
                      </a:pPr>
                      <a:r>
                        <a:rPr lang="en-US" sz="1200" dirty="0" err="1">
                          <a:effectLst/>
                          <a:latin typeface="Calibri" panose="020F0502020204030204" pitchFamily="34" charset="0"/>
                          <a:cs typeface="Calibri" panose="020F0502020204030204" pitchFamily="34" charset="0"/>
                        </a:rPr>
                        <a:t>GetTechnicalUsers</a:t>
                      </a:r>
                      <a:r>
                        <a:rPr lang="en-US" sz="1200" dirty="0">
                          <a:effectLst/>
                          <a:latin typeface="Calibri" panose="020F0502020204030204" pitchFamily="34" charset="0"/>
                          <a:cs typeface="Calibri" panose="020F0502020204030204" pitchFamily="34" charset="0"/>
                        </a:rPr>
                        <a:t> servlet</a:t>
                      </a:r>
                    </a:p>
                    <a:p>
                      <a:pPr marL="0" marR="0" indent="0" algn="l" defTabSz="914400" rtl="0" eaLnBrk="1" fontAlgn="t" latinLnBrk="0" hangingPunct="1">
                        <a:lnSpc>
                          <a:spcPct val="100000"/>
                        </a:lnSpc>
                        <a:spcBef>
                          <a:spcPts val="0"/>
                        </a:spcBef>
                        <a:spcAft>
                          <a:spcPts val="0"/>
                        </a:spcAft>
                        <a:buClrTx/>
                        <a:buSzTx/>
                        <a:buFontTx/>
                        <a:buNone/>
                        <a:tabLst/>
                        <a:defRPr/>
                      </a:pPr>
                      <a:r>
                        <a:rPr lang="en-US" sz="1200" dirty="0" err="1">
                          <a:effectLst/>
                          <a:latin typeface="Calibri" panose="020F0502020204030204" pitchFamily="34" charset="0"/>
                          <a:cs typeface="Calibri" panose="020F0502020204030204" pitchFamily="34" charset="0"/>
                        </a:rPr>
                        <a:t>GetProjects</a:t>
                      </a:r>
                      <a:r>
                        <a:rPr lang="en-US" sz="1200" dirty="0">
                          <a:effectLst/>
                          <a:latin typeface="Calibri" panose="020F0502020204030204" pitchFamily="34" charset="0"/>
                          <a:cs typeface="Calibri" panose="020F0502020204030204" pitchFamily="34" charset="0"/>
                        </a:rPr>
                        <a:t> servlet</a:t>
                      </a:r>
                    </a:p>
                  </a:txBody>
                  <a:tcPr marT="95250" marB="95250"/>
                </a:tc>
                <a:extLst>
                  <a:ext uri="{0D108BD9-81ED-4DB2-BD59-A6C34878D82A}">
                    <a16:rowId xmlns:a16="http://schemas.microsoft.com/office/drawing/2014/main" val="2881289089"/>
                  </a:ext>
                </a:extLst>
              </a:tr>
              <a:tr h="331616">
                <a:tc>
                  <a:txBody>
                    <a:bodyPr/>
                    <a:lstStyle/>
                    <a:p>
                      <a:pPr fontAlgn="t">
                        <a:buNone/>
                      </a:pPr>
                      <a:r>
                        <a:rPr lang="en-US" sz="1200" dirty="0">
                          <a:effectLst/>
                          <a:latin typeface="Calibri" panose="020F0502020204030204" pitchFamily="34" charset="0"/>
                          <a:cs typeface="Calibri" panose="020F0502020204030204" pitchFamily="34" charset="0"/>
                        </a:rPr>
                        <a:t>Project Header Form </a:t>
                      </a:r>
                      <a:r>
                        <a:rPr lang="it-IT" sz="1200" baseline="0" noProof="0" dirty="0">
                          <a:latin typeface="Calibri" panose="020F0502020204030204" pitchFamily="34" charset="0"/>
                          <a:cs typeface="Calibri" panose="020F0502020204030204" pitchFamily="34" charset="0"/>
                          <a:sym typeface="Wingdings" panose="05000000000000000000" pitchFamily="2" charset="2"/>
                        </a:rPr>
                        <a:t></a:t>
                      </a:r>
                      <a:r>
                        <a:rPr lang="en-US" sz="1200" dirty="0">
                          <a:effectLst/>
                          <a:latin typeface="Calibri" panose="020F0502020204030204" pitchFamily="34" charset="0"/>
                          <a:cs typeface="Calibri" panose="020F0502020204030204" pitchFamily="34" charset="0"/>
                        </a:rPr>
                        <a:t> </a:t>
                      </a:r>
                      <a:r>
                        <a:rPr lang="en-US" sz="1200" dirty="0">
                          <a:solidFill>
                            <a:srgbClr val="FF0000"/>
                          </a:solidFill>
                          <a:effectLst/>
                          <a:latin typeface="Calibri" panose="020F0502020204030204" pitchFamily="34" charset="0"/>
                          <a:cs typeface="Calibri" panose="020F0502020204030204" pitchFamily="34" charset="0"/>
                        </a:rPr>
                        <a:t>next</a:t>
                      </a:r>
                    </a:p>
                  </a:txBody>
                  <a:tcPr marR="228600" marT="95250" marB="95250"/>
                </a:tc>
                <a:tc>
                  <a:txBody>
                    <a:bodyPr/>
                    <a:lstStyle/>
                    <a:p>
                      <a:pPr marL="0" marR="0" indent="0" algn="l" defTabSz="914400" rtl="0" eaLnBrk="1" fontAlgn="t" latinLnBrk="0" hangingPunct="1">
                        <a:lnSpc>
                          <a:spcPct val="100000"/>
                        </a:lnSpc>
                        <a:spcBef>
                          <a:spcPts val="0"/>
                        </a:spcBef>
                        <a:spcAft>
                          <a:spcPts val="0"/>
                        </a:spcAft>
                        <a:buClrTx/>
                        <a:buSzTx/>
                        <a:buFontTx/>
                        <a:buNone/>
                        <a:tabLst/>
                        <a:defRPr/>
                      </a:pPr>
                      <a:r>
                        <a:rPr lang="en-US" sz="1200" dirty="0" err="1">
                          <a:effectLst/>
                          <a:latin typeface="Calibri" panose="020F0502020204030204" pitchFamily="34" charset="0"/>
                          <a:cs typeface="Calibri" panose="020F0502020204030204" pitchFamily="34" charset="0"/>
                        </a:rPr>
                        <a:t>CreateProjectStructureOrchestrator.enterStructurePhase</a:t>
                      </a:r>
                      <a:endParaRPr lang="en-US" sz="1200" dirty="0">
                        <a:effectLst/>
                        <a:latin typeface="Calibri" panose="020F0502020204030204" pitchFamily="34" charset="0"/>
                        <a:cs typeface="Calibri" panose="020F0502020204030204" pitchFamily="34" charset="0"/>
                      </a:endParaRPr>
                    </a:p>
                  </a:txBody>
                  <a:tcPr marR="228600" marT="95250" marB="95250"/>
                </a:tc>
                <a:tc>
                  <a:txBody>
                    <a:bodyPr/>
                    <a:lstStyle/>
                    <a:p>
                      <a:pPr fontAlgn="t">
                        <a:buNone/>
                      </a:pPr>
                      <a:r>
                        <a:rPr lang="en-US" sz="1200">
                          <a:effectLst/>
                          <a:latin typeface="Calibri" panose="020F0502020204030204" pitchFamily="34" charset="0"/>
                          <a:cs typeface="Calibri" panose="020F0502020204030204" pitchFamily="34" charset="0"/>
                        </a:rPr>
                        <a:t>-</a:t>
                      </a:r>
                    </a:p>
                  </a:txBody>
                  <a:tcPr marR="228600" marT="95250" marB="95250"/>
                </a:tc>
                <a:tc>
                  <a:txBody>
                    <a:bodyPr/>
                    <a:lstStyle/>
                    <a:p>
                      <a:pPr fontAlgn="t">
                        <a:buNone/>
                      </a:pPr>
                      <a:r>
                        <a:rPr lang="en-US" sz="1200" dirty="0">
                          <a:effectLst/>
                          <a:latin typeface="Calibri" panose="020F0502020204030204" pitchFamily="34" charset="0"/>
                          <a:cs typeface="Calibri" panose="020F0502020204030204" pitchFamily="34" charset="0"/>
                        </a:rPr>
                        <a:t>-</a:t>
                      </a:r>
                    </a:p>
                  </a:txBody>
                  <a:tcPr marT="95250" marB="95250"/>
                </a:tc>
                <a:extLst>
                  <a:ext uri="{0D108BD9-81ED-4DB2-BD59-A6C34878D82A}">
                    <a16:rowId xmlns:a16="http://schemas.microsoft.com/office/drawing/2014/main" val="2739746182"/>
                  </a:ext>
                </a:extLst>
              </a:tr>
              <a:tr h="0">
                <a:tc>
                  <a:txBody>
                    <a:bodyPr/>
                    <a:lstStyle/>
                    <a:p>
                      <a:pPr fontAlgn="t">
                        <a:buNone/>
                      </a:pPr>
                      <a:r>
                        <a:rPr lang="en-US" sz="1200" dirty="0">
                          <a:effectLst/>
                          <a:latin typeface="Calibri" panose="020F0502020204030204" pitchFamily="34" charset="0"/>
                          <a:cs typeface="Calibri" panose="020F0502020204030204" pitchFamily="34" charset="0"/>
                        </a:rPr>
                        <a:t>Project Structure Panel </a:t>
                      </a:r>
                      <a:r>
                        <a:rPr lang="it-IT" sz="1200" baseline="0" noProof="0" dirty="0">
                          <a:latin typeface="Calibri" panose="020F0502020204030204" pitchFamily="34" charset="0"/>
                          <a:cs typeface="Calibri" panose="020F0502020204030204" pitchFamily="34" charset="0"/>
                          <a:sym typeface="Wingdings" panose="05000000000000000000" pitchFamily="2" charset="2"/>
                        </a:rPr>
                        <a:t></a:t>
                      </a:r>
                      <a:r>
                        <a:rPr lang="en-US" sz="1200" dirty="0">
                          <a:effectLst/>
                          <a:latin typeface="Calibri" panose="020F0502020204030204" pitchFamily="34" charset="0"/>
                          <a:cs typeface="Calibri" panose="020F0502020204030204" pitchFamily="34" charset="0"/>
                        </a:rPr>
                        <a:t> </a:t>
                      </a:r>
                      <a:r>
                        <a:rPr lang="en-US" sz="1200" dirty="0">
                          <a:solidFill>
                            <a:srgbClr val="FF0000"/>
                          </a:solidFill>
                          <a:effectLst/>
                          <a:latin typeface="Calibri" panose="020F0502020204030204" pitchFamily="34" charset="0"/>
                          <a:cs typeface="Calibri" panose="020F0502020204030204" pitchFamily="34" charset="0"/>
                        </a:rPr>
                        <a:t>+ WP</a:t>
                      </a:r>
                    </a:p>
                  </a:txBody>
                  <a:tcPr marR="228600" marT="95250" marB="95250"/>
                </a:tc>
                <a:tc>
                  <a:txBody>
                    <a:bodyPr/>
                    <a:lstStyle/>
                    <a:p>
                      <a:pPr fontAlgn="t">
                        <a:buNone/>
                      </a:pPr>
                      <a:r>
                        <a:rPr lang="en-US" sz="1200" b="0" i="0" kern="1200" dirty="0" err="1">
                          <a:solidFill>
                            <a:schemeClr val="dk1"/>
                          </a:solidFill>
                          <a:effectLst/>
                          <a:latin typeface="Calibri" panose="020F0502020204030204" pitchFamily="34" charset="0"/>
                          <a:ea typeface="+mn-ea"/>
                          <a:cs typeface="Calibri" panose="020F0502020204030204" pitchFamily="34" charset="0"/>
                        </a:rPr>
                        <a:t>CreateProjectStructureOrchestrator.addWP</a:t>
                      </a:r>
                      <a:endParaRPr lang="en-US" sz="1200" dirty="0">
                        <a:effectLst/>
                        <a:latin typeface="Calibri" panose="020F0502020204030204" pitchFamily="34" charset="0"/>
                        <a:cs typeface="Calibri" panose="020F0502020204030204" pitchFamily="34" charset="0"/>
                      </a:endParaRPr>
                    </a:p>
                  </a:txBody>
                  <a:tcPr marR="228600" marT="95250" marB="95250"/>
                </a:tc>
                <a:tc>
                  <a:txBody>
                    <a:bodyPr/>
                    <a:lstStyle/>
                    <a:p>
                      <a:pPr fontAlgn="t">
                        <a:buNone/>
                      </a:pPr>
                      <a:r>
                        <a:rPr lang="en-US" sz="1200">
                          <a:effectLst/>
                          <a:latin typeface="Calibri" panose="020F0502020204030204" pitchFamily="34" charset="0"/>
                          <a:cs typeface="Calibri" panose="020F0502020204030204" pitchFamily="34" charset="0"/>
                        </a:rPr>
                        <a:t>-</a:t>
                      </a:r>
                    </a:p>
                  </a:txBody>
                  <a:tcPr marR="228600" marT="95250" marB="95250"/>
                </a:tc>
                <a:tc>
                  <a:txBody>
                    <a:bodyPr/>
                    <a:lstStyle/>
                    <a:p>
                      <a:pPr fontAlgn="t">
                        <a:buNone/>
                      </a:pPr>
                      <a:r>
                        <a:rPr lang="en-US" sz="1200" dirty="0">
                          <a:effectLst/>
                          <a:latin typeface="Calibri" panose="020F0502020204030204" pitchFamily="34" charset="0"/>
                          <a:cs typeface="Calibri" panose="020F0502020204030204" pitchFamily="34" charset="0"/>
                        </a:rPr>
                        <a:t>-</a:t>
                      </a:r>
                    </a:p>
                  </a:txBody>
                  <a:tcPr marT="95250" marB="95250"/>
                </a:tc>
                <a:extLst>
                  <a:ext uri="{0D108BD9-81ED-4DB2-BD59-A6C34878D82A}">
                    <a16:rowId xmlns:a16="http://schemas.microsoft.com/office/drawing/2014/main" val="954604780"/>
                  </a:ext>
                </a:extLst>
              </a:tr>
              <a:tr h="0">
                <a:tc>
                  <a:txBody>
                    <a:bodyPr/>
                    <a:lstStyle/>
                    <a:p>
                      <a:pPr fontAlgn="t">
                        <a:buNone/>
                      </a:pPr>
                      <a:r>
                        <a:rPr lang="en-US" sz="1200" dirty="0">
                          <a:effectLst/>
                          <a:latin typeface="Calibri" panose="020F0502020204030204" pitchFamily="34" charset="0"/>
                          <a:cs typeface="Calibri" panose="020F0502020204030204" pitchFamily="34" charset="0"/>
                        </a:rPr>
                        <a:t>Project Structure Panel </a:t>
                      </a:r>
                      <a:r>
                        <a:rPr lang="it-IT" sz="1200" baseline="0" noProof="0" dirty="0">
                          <a:latin typeface="Calibri" panose="020F0502020204030204" pitchFamily="34" charset="0"/>
                          <a:cs typeface="Calibri" panose="020F0502020204030204" pitchFamily="34" charset="0"/>
                          <a:sym typeface="Wingdings" panose="05000000000000000000" pitchFamily="2" charset="2"/>
                        </a:rPr>
                        <a:t></a:t>
                      </a:r>
                      <a:r>
                        <a:rPr lang="en-US" sz="1200" dirty="0">
                          <a:effectLst/>
                          <a:latin typeface="Calibri" panose="020F0502020204030204" pitchFamily="34" charset="0"/>
                          <a:cs typeface="Calibri" panose="020F0502020204030204" pitchFamily="34" charset="0"/>
                        </a:rPr>
                        <a:t> </a:t>
                      </a:r>
                      <a:r>
                        <a:rPr lang="en-US" sz="1200" dirty="0">
                          <a:solidFill>
                            <a:srgbClr val="FF0000"/>
                          </a:solidFill>
                          <a:effectLst/>
                          <a:latin typeface="Calibri" panose="020F0502020204030204" pitchFamily="34" charset="0"/>
                          <a:cs typeface="Calibri" panose="020F0502020204030204" pitchFamily="34" charset="0"/>
                        </a:rPr>
                        <a:t>- WP</a:t>
                      </a:r>
                    </a:p>
                  </a:txBody>
                  <a:tcPr marR="228600" marT="95250" marB="95250"/>
                </a:tc>
                <a:tc>
                  <a:txBody>
                    <a:bodyPr/>
                    <a:lstStyle/>
                    <a:p>
                      <a:pPr fontAlgn="t">
                        <a:buNone/>
                      </a:pPr>
                      <a:r>
                        <a:rPr lang="en-US" sz="1200" b="0" i="0" kern="1200" dirty="0" err="1">
                          <a:solidFill>
                            <a:schemeClr val="dk1"/>
                          </a:solidFill>
                          <a:effectLst/>
                          <a:latin typeface="Calibri" panose="020F0502020204030204" pitchFamily="34" charset="0"/>
                          <a:ea typeface="+mn-ea"/>
                          <a:cs typeface="Calibri" panose="020F0502020204030204" pitchFamily="34" charset="0"/>
                        </a:rPr>
                        <a:t>CreateProjectStructureOrchestrator.removeWP</a:t>
                      </a:r>
                      <a:endParaRPr lang="en-US" sz="1200" dirty="0">
                        <a:effectLst/>
                        <a:latin typeface="Calibri" panose="020F0502020204030204" pitchFamily="34" charset="0"/>
                        <a:cs typeface="Calibri" panose="020F0502020204030204" pitchFamily="34" charset="0"/>
                      </a:endParaRPr>
                    </a:p>
                  </a:txBody>
                  <a:tcPr marR="228600" marT="95250" marB="95250"/>
                </a:tc>
                <a:tc>
                  <a:txBody>
                    <a:bodyPr/>
                    <a:lstStyle/>
                    <a:p>
                      <a:pPr fontAlgn="t">
                        <a:buNone/>
                      </a:pPr>
                      <a:r>
                        <a:rPr lang="en-US" sz="1200">
                          <a:effectLst/>
                          <a:latin typeface="Calibri" panose="020F0502020204030204" pitchFamily="34" charset="0"/>
                          <a:cs typeface="Calibri" panose="020F0502020204030204" pitchFamily="34" charset="0"/>
                        </a:rPr>
                        <a:t>-</a:t>
                      </a:r>
                    </a:p>
                  </a:txBody>
                  <a:tcPr marR="228600" marT="95250" marB="95250"/>
                </a:tc>
                <a:tc>
                  <a:txBody>
                    <a:bodyPr/>
                    <a:lstStyle/>
                    <a:p>
                      <a:pPr fontAlgn="t">
                        <a:buNone/>
                      </a:pPr>
                      <a:r>
                        <a:rPr lang="en-US" sz="1200" dirty="0">
                          <a:effectLst/>
                          <a:latin typeface="Calibri" panose="020F0502020204030204" pitchFamily="34" charset="0"/>
                          <a:cs typeface="Calibri" panose="020F0502020204030204" pitchFamily="34" charset="0"/>
                        </a:rPr>
                        <a:t>-</a:t>
                      </a:r>
                    </a:p>
                  </a:txBody>
                  <a:tcPr marT="95250" marB="95250"/>
                </a:tc>
                <a:extLst>
                  <a:ext uri="{0D108BD9-81ED-4DB2-BD59-A6C34878D82A}">
                    <a16:rowId xmlns:a16="http://schemas.microsoft.com/office/drawing/2014/main" val="2154432009"/>
                  </a:ext>
                </a:extLst>
              </a:tr>
              <a:tr h="223598">
                <a:tc>
                  <a:txBody>
                    <a:bodyPr/>
                    <a:lstStyle/>
                    <a:p>
                      <a:pPr fontAlgn="t">
                        <a:buNone/>
                      </a:pPr>
                      <a:r>
                        <a:rPr lang="en-US" sz="1200" dirty="0">
                          <a:effectLst/>
                          <a:latin typeface="Calibri" panose="020F0502020204030204" pitchFamily="34" charset="0"/>
                          <a:cs typeface="Calibri" panose="020F0502020204030204" pitchFamily="34" charset="0"/>
                        </a:rPr>
                        <a:t>Project Structure Panel </a:t>
                      </a:r>
                      <a:r>
                        <a:rPr lang="it-IT" sz="1200" baseline="0" noProof="0" dirty="0">
                          <a:latin typeface="Calibri" panose="020F0502020204030204" pitchFamily="34" charset="0"/>
                          <a:cs typeface="Calibri" panose="020F0502020204030204" pitchFamily="34" charset="0"/>
                          <a:sym typeface="Wingdings" panose="05000000000000000000" pitchFamily="2" charset="2"/>
                        </a:rPr>
                        <a:t></a:t>
                      </a:r>
                      <a:r>
                        <a:rPr lang="en-US" sz="1200" dirty="0">
                          <a:effectLst/>
                          <a:latin typeface="Calibri" panose="020F0502020204030204" pitchFamily="34" charset="0"/>
                          <a:cs typeface="Calibri" panose="020F0502020204030204" pitchFamily="34" charset="0"/>
                        </a:rPr>
                        <a:t> </a:t>
                      </a:r>
                      <a:r>
                        <a:rPr lang="en-US" sz="1200" dirty="0">
                          <a:solidFill>
                            <a:srgbClr val="FF0000"/>
                          </a:solidFill>
                          <a:effectLst/>
                          <a:latin typeface="Calibri" panose="020F0502020204030204" pitchFamily="34" charset="0"/>
                          <a:cs typeface="Calibri" panose="020F0502020204030204" pitchFamily="34" charset="0"/>
                        </a:rPr>
                        <a:t>+ Task</a:t>
                      </a:r>
                    </a:p>
                  </a:txBody>
                  <a:tcPr marR="228600" marT="95250" marB="95250"/>
                </a:tc>
                <a:tc>
                  <a:txBody>
                    <a:bodyPr/>
                    <a:lstStyle/>
                    <a:p>
                      <a:pPr fontAlgn="t">
                        <a:buNone/>
                      </a:pPr>
                      <a:r>
                        <a:rPr lang="en-US" sz="1200" b="0" i="0" kern="1200" dirty="0" err="1">
                          <a:solidFill>
                            <a:schemeClr val="dk1"/>
                          </a:solidFill>
                          <a:effectLst/>
                          <a:latin typeface="Calibri" panose="020F0502020204030204" pitchFamily="34" charset="0"/>
                          <a:ea typeface="+mn-ea"/>
                          <a:cs typeface="Calibri" panose="020F0502020204030204" pitchFamily="34" charset="0"/>
                        </a:rPr>
                        <a:t>CreateProjectStructureOrchestrator.addTask</a:t>
                      </a:r>
                      <a:endParaRPr lang="en-US" sz="1200" dirty="0">
                        <a:effectLst/>
                        <a:latin typeface="Calibri" panose="020F0502020204030204" pitchFamily="34" charset="0"/>
                        <a:cs typeface="Calibri" panose="020F0502020204030204" pitchFamily="34" charset="0"/>
                      </a:endParaRPr>
                    </a:p>
                  </a:txBody>
                  <a:tcPr marR="228600" marT="95250" marB="95250"/>
                </a:tc>
                <a:tc>
                  <a:txBody>
                    <a:bodyPr/>
                    <a:lstStyle/>
                    <a:p>
                      <a:pPr fontAlgn="t">
                        <a:buNone/>
                      </a:pPr>
                      <a:r>
                        <a:rPr lang="en-US" sz="1200">
                          <a:effectLst/>
                          <a:latin typeface="Calibri" panose="020F0502020204030204" pitchFamily="34" charset="0"/>
                          <a:cs typeface="Calibri" panose="020F0502020204030204" pitchFamily="34" charset="0"/>
                        </a:rPr>
                        <a:t>-</a:t>
                      </a:r>
                    </a:p>
                  </a:txBody>
                  <a:tcPr marR="228600" marT="95250" marB="95250"/>
                </a:tc>
                <a:tc>
                  <a:txBody>
                    <a:bodyPr/>
                    <a:lstStyle/>
                    <a:p>
                      <a:pPr fontAlgn="t">
                        <a:buNone/>
                      </a:pPr>
                      <a:r>
                        <a:rPr lang="en-US" sz="1200" dirty="0">
                          <a:effectLst/>
                          <a:latin typeface="Calibri" panose="020F0502020204030204" pitchFamily="34" charset="0"/>
                          <a:cs typeface="Calibri" panose="020F0502020204030204" pitchFamily="34" charset="0"/>
                        </a:rPr>
                        <a:t>-</a:t>
                      </a:r>
                    </a:p>
                  </a:txBody>
                  <a:tcPr marT="95250" marB="95250"/>
                </a:tc>
                <a:extLst>
                  <a:ext uri="{0D108BD9-81ED-4DB2-BD59-A6C34878D82A}">
                    <a16:rowId xmlns:a16="http://schemas.microsoft.com/office/drawing/2014/main" val="839894636"/>
                  </a:ext>
                </a:extLst>
              </a:tr>
              <a:tr h="0">
                <a:tc>
                  <a:txBody>
                    <a:bodyPr/>
                    <a:lstStyle/>
                    <a:p>
                      <a:pPr fontAlgn="t">
                        <a:buNone/>
                      </a:pPr>
                      <a:r>
                        <a:rPr lang="en-US" sz="1200" dirty="0">
                          <a:effectLst/>
                          <a:latin typeface="Calibri" panose="020F0502020204030204" pitchFamily="34" charset="0"/>
                          <a:cs typeface="Calibri" panose="020F0502020204030204" pitchFamily="34" charset="0"/>
                        </a:rPr>
                        <a:t>Project Structure Panel </a:t>
                      </a:r>
                      <a:r>
                        <a:rPr lang="it-IT" sz="1200" baseline="0" noProof="0" dirty="0">
                          <a:latin typeface="Calibri" panose="020F0502020204030204" pitchFamily="34" charset="0"/>
                          <a:cs typeface="Calibri" panose="020F0502020204030204" pitchFamily="34" charset="0"/>
                          <a:sym typeface="Wingdings" panose="05000000000000000000" pitchFamily="2" charset="2"/>
                        </a:rPr>
                        <a:t></a:t>
                      </a:r>
                      <a:r>
                        <a:rPr lang="en-US" sz="1200" dirty="0">
                          <a:effectLst/>
                          <a:latin typeface="Calibri" panose="020F0502020204030204" pitchFamily="34" charset="0"/>
                          <a:cs typeface="Calibri" panose="020F0502020204030204" pitchFamily="34" charset="0"/>
                        </a:rPr>
                        <a:t> </a:t>
                      </a:r>
                      <a:r>
                        <a:rPr lang="en-US" sz="1200" dirty="0">
                          <a:solidFill>
                            <a:srgbClr val="FF0000"/>
                          </a:solidFill>
                          <a:effectLst/>
                          <a:latin typeface="Calibri" panose="020F0502020204030204" pitchFamily="34" charset="0"/>
                          <a:cs typeface="Calibri" panose="020F0502020204030204" pitchFamily="34" charset="0"/>
                        </a:rPr>
                        <a:t>- Task</a:t>
                      </a:r>
                    </a:p>
                  </a:txBody>
                  <a:tcPr marR="228600" marT="95250" marB="95250"/>
                </a:tc>
                <a:tc>
                  <a:txBody>
                    <a:bodyPr/>
                    <a:lstStyle/>
                    <a:p>
                      <a:pPr fontAlgn="t">
                        <a:buNone/>
                      </a:pPr>
                      <a:r>
                        <a:rPr lang="en-US" sz="1200" b="0" i="0" kern="1200" dirty="0" err="1">
                          <a:solidFill>
                            <a:schemeClr val="dk1"/>
                          </a:solidFill>
                          <a:effectLst/>
                          <a:latin typeface="Calibri" panose="020F0502020204030204" pitchFamily="34" charset="0"/>
                          <a:ea typeface="+mn-ea"/>
                          <a:cs typeface="Calibri" panose="020F0502020204030204" pitchFamily="34" charset="0"/>
                        </a:rPr>
                        <a:t>CreateProjectStructureOrchestrator.removeTask</a:t>
                      </a:r>
                      <a:endParaRPr lang="en-US" sz="1200" dirty="0">
                        <a:effectLst/>
                        <a:latin typeface="Calibri" panose="020F0502020204030204" pitchFamily="34" charset="0"/>
                        <a:cs typeface="Calibri" panose="020F0502020204030204" pitchFamily="34" charset="0"/>
                      </a:endParaRPr>
                    </a:p>
                  </a:txBody>
                  <a:tcPr marR="228600" marT="95250" marB="95250"/>
                </a:tc>
                <a:tc>
                  <a:txBody>
                    <a:bodyPr/>
                    <a:lstStyle/>
                    <a:p>
                      <a:pPr fontAlgn="t">
                        <a:buNone/>
                      </a:pPr>
                      <a:r>
                        <a:rPr lang="en-US" sz="1200">
                          <a:effectLst/>
                          <a:latin typeface="Calibri" panose="020F0502020204030204" pitchFamily="34" charset="0"/>
                          <a:cs typeface="Calibri" panose="020F0502020204030204" pitchFamily="34" charset="0"/>
                        </a:rPr>
                        <a:t>-</a:t>
                      </a:r>
                    </a:p>
                  </a:txBody>
                  <a:tcPr marR="228600" marT="95250" marB="95250"/>
                </a:tc>
                <a:tc>
                  <a:txBody>
                    <a:bodyPr/>
                    <a:lstStyle/>
                    <a:p>
                      <a:pPr fontAlgn="t">
                        <a:buNone/>
                      </a:pPr>
                      <a:r>
                        <a:rPr lang="en-US" sz="1200" dirty="0">
                          <a:effectLst/>
                          <a:latin typeface="Calibri" panose="020F0502020204030204" pitchFamily="34" charset="0"/>
                          <a:cs typeface="Calibri" panose="020F0502020204030204" pitchFamily="34" charset="0"/>
                        </a:rPr>
                        <a:t>-</a:t>
                      </a:r>
                    </a:p>
                  </a:txBody>
                  <a:tcPr marT="95250" marB="95250"/>
                </a:tc>
                <a:extLst>
                  <a:ext uri="{0D108BD9-81ED-4DB2-BD59-A6C34878D82A}">
                    <a16:rowId xmlns:a16="http://schemas.microsoft.com/office/drawing/2014/main" val="2640082781"/>
                  </a:ext>
                </a:extLst>
              </a:tr>
              <a:tr h="0">
                <a:tc>
                  <a:txBody>
                    <a:bodyPr/>
                    <a:lstStyle/>
                    <a:p>
                      <a:pPr fontAlgn="t">
                        <a:buNone/>
                      </a:pPr>
                      <a:r>
                        <a:rPr lang="en-US" sz="1200" dirty="0">
                          <a:effectLst/>
                          <a:latin typeface="Calibri" panose="020F0502020204030204" pitchFamily="34" charset="0"/>
                          <a:cs typeface="Calibri" panose="020F0502020204030204" pitchFamily="34" charset="0"/>
                        </a:rPr>
                        <a:t>WP/Task List </a:t>
                      </a:r>
                      <a:r>
                        <a:rPr lang="it-IT" sz="1200" baseline="0" noProof="0" dirty="0">
                          <a:latin typeface="Calibri" panose="020F0502020204030204" pitchFamily="34" charset="0"/>
                          <a:cs typeface="Calibri" panose="020F0502020204030204" pitchFamily="34" charset="0"/>
                          <a:sym typeface="Wingdings" panose="05000000000000000000" pitchFamily="2" charset="2"/>
                        </a:rPr>
                        <a:t></a:t>
                      </a:r>
                      <a:r>
                        <a:rPr lang="en-US" sz="1200" dirty="0">
                          <a:effectLst/>
                          <a:latin typeface="Calibri" panose="020F0502020204030204" pitchFamily="34" charset="0"/>
                          <a:cs typeface="Calibri" panose="020F0502020204030204" pitchFamily="34" charset="0"/>
                        </a:rPr>
                        <a:t> </a:t>
                      </a:r>
                      <a:r>
                        <a:rPr lang="en-US" sz="1200" dirty="0">
                          <a:solidFill>
                            <a:srgbClr val="FF0000"/>
                          </a:solidFill>
                          <a:effectLst/>
                          <a:latin typeface="Calibri" panose="020F0502020204030204" pitchFamily="34" charset="0"/>
                          <a:cs typeface="Calibri" panose="020F0502020204030204" pitchFamily="34" charset="0"/>
                        </a:rPr>
                        <a:t>edit</a:t>
                      </a:r>
                    </a:p>
                  </a:txBody>
                  <a:tcPr marR="228600" marT="95250" marB="95250"/>
                </a:tc>
                <a:tc>
                  <a:txBody>
                    <a:bodyPr/>
                    <a:lstStyle/>
                    <a:p>
                      <a:pPr fontAlgn="t">
                        <a:buNone/>
                      </a:pPr>
                      <a:r>
                        <a:rPr lang="en-US" sz="1200" b="0" i="0" kern="1200" dirty="0" err="1">
                          <a:solidFill>
                            <a:schemeClr val="dk1"/>
                          </a:solidFill>
                          <a:effectLst/>
                          <a:latin typeface="Calibri" panose="020F0502020204030204" pitchFamily="34" charset="0"/>
                          <a:ea typeface="+mn-ea"/>
                          <a:cs typeface="Calibri" panose="020F0502020204030204" pitchFamily="34" charset="0"/>
                        </a:rPr>
                        <a:t>CreateProjectStructureOrchestrator.updateDraft</a:t>
                      </a:r>
                      <a:endParaRPr lang="en-US" sz="1200" dirty="0">
                        <a:effectLst/>
                        <a:latin typeface="Calibri" panose="020F0502020204030204" pitchFamily="34" charset="0"/>
                        <a:cs typeface="Calibri" panose="020F0502020204030204" pitchFamily="34" charset="0"/>
                      </a:endParaRPr>
                    </a:p>
                  </a:txBody>
                  <a:tcPr marR="228600" marT="95250" marB="95250"/>
                </a:tc>
                <a:tc>
                  <a:txBody>
                    <a:bodyPr/>
                    <a:lstStyle/>
                    <a:p>
                      <a:pPr fontAlgn="t">
                        <a:buNone/>
                      </a:pPr>
                      <a:r>
                        <a:rPr lang="en-US" sz="1200">
                          <a:effectLst/>
                          <a:latin typeface="Calibri" panose="020F0502020204030204" pitchFamily="34" charset="0"/>
                          <a:cs typeface="Calibri" panose="020F0502020204030204" pitchFamily="34" charset="0"/>
                        </a:rPr>
                        <a:t>-</a:t>
                      </a:r>
                    </a:p>
                  </a:txBody>
                  <a:tcPr marR="228600" marT="95250" marB="95250"/>
                </a:tc>
                <a:tc>
                  <a:txBody>
                    <a:bodyPr/>
                    <a:lstStyle/>
                    <a:p>
                      <a:pPr fontAlgn="t">
                        <a:buNone/>
                      </a:pPr>
                      <a:r>
                        <a:rPr lang="en-US" sz="1200" dirty="0">
                          <a:effectLst/>
                          <a:latin typeface="Calibri" panose="020F0502020204030204" pitchFamily="34" charset="0"/>
                          <a:cs typeface="Calibri" panose="020F0502020204030204" pitchFamily="34" charset="0"/>
                        </a:rPr>
                        <a:t>-</a:t>
                      </a:r>
                    </a:p>
                  </a:txBody>
                  <a:tcPr marT="95250" marB="95250"/>
                </a:tc>
                <a:extLst>
                  <a:ext uri="{0D108BD9-81ED-4DB2-BD59-A6C34878D82A}">
                    <a16:rowId xmlns:a16="http://schemas.microsoft.com/office/drawing/2014/main" val="480730769"/>
                  </a:ext>
                </a:extLst>
              </a:tr>
              <a:tr h="0">
                <a:tc>
                  <a:txBody>
                    <a:bodyPr/>
                    <a:lstStyle/>
                    <a:p>
                      <a:pPr fontAlgn="t">
                        <a:buNone/>
                      </a:pPr>
                      <a:r>
                        <a:rPr lang="en-US" sz="1200" dirty="0">
                          <a:effectLst/>
                          <a:latin typeface="Calibri" panose="020F0502020204030204" pitchFamily="34" charset="0"/>
                          <a:cs typeface="Calibri" panose="020F0502020204030204" pitchFamily="34" charset="0"/>
                        </a:rPr>
                        <a:t>Project Structure Panel </a:t>
                      </a:r>
                      <a:r>
                        <a:rPr lang="it-IT" sz="1200" baseline="0" noProof="0" dirty="0">
                          <a:latin typeface="Calibri" panose="020F0502020204030204" pitchFamily="34" charset="0"/>
                          <a:cs typeface="Calibri" panose="020F0502020204030204" pitchFamily="34" charset="0"/>
                          <a:sym typeface="Wingdings" panose="05000000000000000000" pitchFamily="2" charset="2"/>
                        </a:rPr>
                        <a:t></a:t>
                      </a:r>
                      <a:r>
                        <a:rPr lang="en-US" sz="1200" dirty="0">
                          <a:effectLst/>
                          <a:latin typeface="Calibri" panose="020F0502020204030204" pitchFamily="34" charset="0"/>
                          <a:cs typeface="Calibri" panose="020F0502020204030204" pitchFamily="34" charset="0"/>
                        </a:rPr>
                        <a:t> </a:t>
                      </a:r>
                      <a:r>
                        <a:rPr lang="en-US" sz="1200" dirty="0">
                          <a:solidFill>
                            <a:srgbClr val="FF0000"/>
                          </a:solidFill>
                          <a:effectLst/>
                          <a:latin typeface="Calibri" panose="020F0502020204030204" pitchFamily="34" charset="0"/>
                          <a:cs typeface="Calibri" panose="020F0502020204030204" pitchFamily="34" charset="0"/>
                        </a:rPr>
                        <a:t>undo</a:t>
                      </a:r>
                    </a:p>
                  </a:txBody>
                  <a:tcPr marR="228600" marT="95250" marB="95250"/>
                </a:tc>
                <a:tc>
                  <a:txBody>
                    <a:bodyPr/>
                    <a:lstStyle/>
                    <a:p>
                      <a:pPr fontAlgn="t">
                        <a:buNone/>
                      </a:pPr>
                      <a:r>
                        <a:rPr lang="en-US" sz="1200" b="0" i="0" kern="1200" dirty="0" err="1">
                          <a:solidFill>
                            <a:schemeClr val="dk1"/>
                          </a:solidFill>
                          <a:effectLst/>
                          <a:latin typeface="Calibri" panose="020F0502020204030204" pitchFamily="34" charset="0"/>
                          <a:ea typeface="+mn-ea"/>
                          <a:cs typeface="Calibri" panose="020F0502020204030204" pitchFamily="34" charset="0"/>
                        </a:rPr>
                        <a:t>CreateProjectStructureOrchestrator.undoDraft</a:t>
                      </a:r>
                      <a:endParaRPr lang="en-US" sz="1200" dirty="0">
                        <a:effectLst/>
                        <a:latin typeface="Calibri" panose="020F0502020204030204" pitchFamily="34" charset="0"/>
                        <a:cs typeface="Calibri" panose="020F0502020204030204" pitchFamily="34" charset="0"/>
                      </a:endParaRPr>
                    </a:p>
                  </a:txBody>
                  <a:tcPr marR="228600" marT="95250" marB="95250"/>
                </a:tc>
                <a:tc>
                  <a:txBody>
                    <a:bodyPr/>
                    <a:lstStyle/>
                    <a:p>
                      <a:pPr fontAlgn="t">
                        <a:buNone/>
                      </a:pPr>
                      <a:r>
                        <a:rPr lang="en-US" sz="1200">
                          <a:effectLst/>
                          <a:latin typeface="Calibri" panose="020F0502020204030204" pitchFamily="34" charset="0"/>
                          <a:cs typeface="Calibri" panose="020F0502020204030204" pitchFamily="34" charset="0"/>
                        </a:rPr>
                        <a:t>-</a:t>
                      </a:r>
                    </a:p>
                  </a:txBody>
                  <a:tcPr marR="228600" marT="95250" marB="95250"/>
                </a:tc>
                <a:tc>
                  <a:txBody>
                    <a:bodyPr/>
                    <a:lstStyle/>
                    <a:p>
                      <a:pPr fontAlgn="t">
                        <a:buNone/>
                      </a:pPr>
                      <a:r>
                        <a:rPr lang="en-US" sz="1200" dirty="0">
                          <a:effectLst/>
                          <a:latin typeface="Calibri" panose="020F0502020204030204" pitchFamily="34" charset="0"/>
                          <a:cs typeface="Calibri" panose="020F0502020204030204" pitchFamily="34" charset="0"/>
                        </a:rPr>
                        <a:t>-</a:t>
                      </a:r>
                    </a:p>
                  </a:txBody>
                  <a:tcPr marT="95250" marB="95250"/>
                </a:tc>
                <a:extLst>
                  <a:ext uri="{0D108BD9-81ED-4DB2-BD59-A6C34878D82A}">
                    <a16:rowId xmlns:a16="http://schemas.microsoft.com/office/drawing/2014/main" val="4180485815"/>
                  </a:ext>
                </a:extLst>
              </a:tr>
              <a:tr h="0">
                <a:tc>
                  <a:txBody>
                    <a:bodyPr/>
                    <a:lstStyle/>
                    <a:p>
                      <a:pPr fontAlgn="t">
                        <a:buNone/>
                      </a:pPr>
                      <a:r>
                        <a:rPr lang="en-US" sz="1200" dirty="0">
                          <a:effectLst/>
                          <a:latin typeface="Calibri" panose="020F0502020204030204" pitchFamily="34" charset="0"/>
                          <a:cs typeface="Calibri" panose="020F0502020204030204" pitchFamily="34" charset="0"/>
                        </a:rPr>
                        <a:t>Project Structure Panel </a:t>
                      </a:r>
                      <a:r>
                        <a:rPr lang="it-IT" sz="1200" baseline="0" noProof="0" dirty="0">
                          <a:latin typeface="Calibri" panose="020F0502020204030204" pitchFamily="34" charset="0"/>
                          <a:cs typeface="Calibri" panose="020F0502020204030204" pitchFamily="34" charset="0"/>
                          <a:sym typeface="Wingdings" panose="05000000000000000000" pitchFamily="2" charset="2"/>
                        </a:rPr>
                        <a:t></a:t>
                      </a:r>
                      <a:r>
                        <a:rPr lang="en-US" sz="1200" dirty="0">
                          <a:effectLst/>
                          <a:latin typeface="Calibri" panose="020F0502020204030204" pitchFamily="34" charset="0"/>
                          <a:cs typeface="Calibri" panose="020F0502020204030204" pitchFamily="34" charset="0"/>
                        </a:rPr>
                        <a:t> </a:t>
                      </a:r>
                      <a:r>
                        <a:rPr lang="en-US" sz="1200" dirty="0">
                          <a:solidFill>
                            <a:srgbClr val="FF0000"/>
                          </a:solidFill>
                          <a:effectLst/>
                          <a:latin typeface="Calibri" panose="020F0502020204030204" pitchFamily="34" charset="0"/>
                          <a:cs typeface="Calibri" panose="020F0502020204030204" pitchFamily="34" charset="0"/>
                        </a:rPr>
                        <a:t>redo</a:t>
                      </a:r>
                    </a:p>
                  </a:txBody>
                  <a:tcPr marR="228600" marT="95250" marB="95250"/>
                </a:tc>
                <a:tc>
                  <a:txBody>
                    <a:bodyPr/>
                    <a:lstStyle/>
                    <a:p>
                      <a:pPr fontAlgn="t">
                        <a:buNone/>
                      </a:pPr>
                      <a:r>
                        <a:rPr lang="en-US" sz="1200" b="0" i="0" kern="1200" dirty="0" err="1">
                          <a:solidFill>
                            <a:schemeClr val="dk1"/>
                          </a:solidFill>
                          <a:effectLst/>
                          <a:latin typeface="Calibri" panose="020F0502020204030204" pitchFamily="34" charset="0"/>
                          <a:ea typeface="+mn-ea"/>
                          <a:cs typeface="Calibri" panose="020F0502020204030204" pitchFamily="34" charset="0"/>
                        </a:rPr>
                        <a:t>CreateProjectStructureOrchestrator.redoDraft</a:t>
                      </a:r>
                      <a:endParaRPr lang="en-US" sz="1200" dirty="0">
                        <a:effectLst/>
                        <a:latin typeface="Calibri" panose="020F0502020204030204" pitchFamily="34" charset="0"/>
                        <a:cs typeface="Calibri" panose="020F0502020204030204" pitchFamily="34" charset="0"/>
                      </a:endParaRPr>
                    </a:p>
                  </a:txBody>
                  <a:tcPr marR="228600" marT="95250" marB="95250"/>
                </a:tc>
                <a:tc>
                  <a:txBody>
                    <a:bodyPr/>
                    <a:lstStyle/>
                    <a:p>
                      <a:pPr fontAlgn="t">
                        <a:buNone/>
                      </a:pPr>
                      <a:r>
                        <a:rPr lang="en-US" sz="1200">
                          <a:effectLst/>
                          <a:latin typeface="Calibri" panose="020F0502020204030204" pitchFamily="34" charset="0"/>
                          <a:cs typeface="Calibri" panose="020F0502020204030204" pitchFamily="34" charset="0"/>
                        </a:rPr>
                        <a:t>-</a:t>
                      </a:r>
                    </a:p>
                  </a:txBody>
                  <a:tcPr marR="228600" marT="95250" marB="95250"/>
                </a:tc>
                <a:tc>
                  <a:txBody>
                    <a:bodyPr/>
                    <a:lstStyle/>
                    <a:p>
                      <a:pPr fontAlgn="t">
                        <a:buNone/>
                      </a:pPr>
                      <a:r>
                        <a:rPr lang="en-US" sz="1200" dirty="0">
                          <a:effectLst/>
                          <a:latin typeface="Calibri" panose="020F0502020204030204" pitchFamily="34" charset="0"/>
                          <a:cs typeface="Calibri" panose="020F0502020204030204" pitchFamily="34" charset="0"/>
                        </a:rPr>
                        <a:t>-</a:t>
                      </a:r>
                    </a:p>
                  </a:txBody>
                  <a:tcPr marT="95250" marB="95250"/>
                </a:tc>
                <a:extLst>
                  <a:ext uri="{0D108BD9-81ED-4DB2-BD59-A6C34878D82A}">
                    <a16:rowId xmlns:a16="http://schemas.microsoft.com/office/drawing/2014/main" val="1226845777"/>
                  </a:ext>
                </a:extLst>
              </a:tr>
              <a:tr h="0">
                <a:tc>
                  <a:txBody>
                    <a:bodyPr/>
                    <a:lstStyle/>
                    <a:p>
                      <a:pPr fontAlgn="t">
                        <a:buNone/>
                      </a:pPr>
                      <a:r>
                        <a:rPr lang="en-US" sz="1200" dirty="0">
                          <a:effectLst/>
                          <a:latin typeface="Calibri" panose="020F0502020204030204" pitchFamily="34" charset="0"/>
                          <a:cs typeface="Calibri" panose="020F0502020204030204" pitchFamily="34" charset="0"/>
                        </a:rPr>
                        <a:t>Task List </a:t>
                      </a:r>
                      <a:r>
                        <a:rPr lang="it-IT" sz="1200" baseline="0" noProof="0" dirty="0">
                          <a:latin typeface="Calibri" panose="020F0502020204030204" pitchFamily="34" charset="0"/>
                          <a:cs typeface="Calibri" panose="020F0502020204030204" pitchFamily="34" charset="0"/>
                          <a:sym typeface="Wingdings" panose="05000000000000000000" pitchFamily="2" charset="2"/>
                        </a:rPr>
                        <a:t></a:t>
                      </a:r>
                      <a:r>
                        <a:rPr lang="en-US" sz="1200" dirty="0">
                          <a:effectLst/>
                          <a:latin typeface="Calibri" panose="020F0502020204030204" pitchFamily="34" charset="0"/>
                          <a:cs typeface="Calibri" panose="020F0502020204030204" pitchFamily="34" charset="0"/>
                        </a:rPr>
                        <a:t> </a:t>
                      </a:r>
                      <a:r>
                        <a:rPr lang="en-US" sz="1200" dirty="0">
                          <a:solidFill>
                            <a:srgbClr val="FF0000"/>
                          </a:solidFill>
                          <a:effectLst/>
                          <a:latin typeface="Calibri" panose="020F0502020204030204" pitchFamily="34" charset="0"/>
                          <a:cs typeface="Calibri" panose="020F0502020204030204" pitchFamily="34" charset="0"/>
                        </a:rPr>
                        <a:t>drag and drop</a:t>
                      </a:r>
                    </a:p>
                  </a:txBody>
                  <a:tcPr marR="228600" marT="95250" marB="95250"/>
                </a:tc>
                <a:tc>
                  <a:txBody>
                    <a:bodyPr/>
                    <a:lstStyle/>
                    <a:p>
                      <a:pPr fontAlgn="t">
                        <a:buNone/>
                      </a:pPr>
                      <a:r>
                        <a:rPr lang="en-US" sz="1200" b="0" i="0" kern="1200" dirty="0" err="1">
                          <a:solidFill>
                            <a:schemeClr val="dk1"/>
                          </a:solidFill>
                          <a:effectLst/>
                          <a:latin typeface="Calibri" panose="020F0502020204030204" pitchFamily="34" charset="0"/>
                          <a:ea typeface="+mn-ea"/>
                          <a:cs typeface="Calibri" panose="020F0502020204030204" pitchFamily="34" charset="0"/>
                        </a:rPr>
                        <a:t>CreateProjectStructureOrchestrator.moveTask</a:t>
                      </a:r>
                      <a:endParaRPr lang="en-US" sz="1200" dirty="0">
                        <a:effectLst/>
                        <a:latin typeface="Calibri" panose="020F0502020204030204" pitchFamily="34" charset="0"/>
                        <a:cs typeface="Calibri" panose="020F0502020204030204" pitchFamily="34" charset="0"/>
                      </a:endParaRPr>
                    </a:p>
                  </a:txBody>
                  <a:tcPr marR="228600" marT="95250" marB="95250"/>
                </a:tc>
                <a:tc>
                  <a:txBody>
                    <a:bodyPr/>
                    <a:lstStyle/>
                    <a:p>
                      <a:pPr fontAlgn="t">
                        <a:buNone/>
                      </a:pPr>
                      <a:r>
                        <a:rPr lang="en-US" sz="1200">
                          <a:effectLst/>
                          <a:latin typeface="Calibri" panose="020F0502020204030204" pitchFamily="34" charset="0"/>
                          <a:cs typeface="Calibri" panose="020F0502020204030204" pitchFamily="34" charset="0"/>
                        </a:rPr>
                        <a:t>-</a:t>
                      </a:r>
                    </a:p>
                  </a:txBody>
                  <a:tcPr marR="228600" marT="95250" marB="95250"/>
                </a:tc>
                <a:tc>
                  <a:txBody>
                    <a:bodyPr/>
                    <a:lstStyle/>
                    <a:p>
                      <a:pPr fontAlgn="t">
                        <a:buNone/>
                      </a:pPr>
                      <a:r>
                        <a:rPr lang="en-US" sz="1200" dirty="0">
                          <a:effectLst/>
                          <a:latin typeface="Calibri" panose="020F0502020204030204" pitchFamily="34" charset="0"/>
                          <a:cs typeface="Calibri" panose="020F0502020204030204" pitchFamily="34" charset="0"/>
                        </a:rPr>
                        <a:t>-</a:t>
                      </a:r>
                    </a:p>
                  </a:txBody>
                  <a:tcPr marT="95250" marB="95250"/>
                </a:tc>
                <a:extLst>
                  <a:ext uri="{0D108BD9-81ED-4DB2-BD59-A6C34878D82A}">
                    <a16:rowId xmlns:a16="http://schemas.microsoft.com/office/drawing/2014/main" val="2350050692"/>
                  </a:ext>
                </a:extLst>
              </a:tr>
              <a:tr h="0">
                <a:tc>
                  <a:txBody>
                    <a:bodyPr/>
                    <a:lstStyle/>
                    <a:p>
                      <a:pPr fontAlgn="t">
                        <a:buNone/>
                      </a:pPr>
                      <a:r>
                        <a:rPr lang="en-US" sz="1200" dirty="0">
                          <a:effectLst/>
                          <a:latin typeface="Calibri" panose="020F0502020204030204" pitchFamily="34" charset="0"/>
                          <a:cs typeface="Calibri" panose="020F0502020204030204" pitchFamily="34" charset="0"/>
                        </a:rPr>
                        <a:t>Project Structure Panel </a:t>
                      </a:r>
                      <a:r>
                        <a:rPr lang="it-IT" sz="1200" baseline="0" noProof="0" dirty="0">
                          <a:latin typeface="Calibri" panose="020F0502020204030204" pitchFamily="34" charset="0"/>
                          <a:cs typeface="Calibri" panose="020F0502020204030204" pitchFamily="34" charset="0"/>
                          <a:sym typeface="Wingdings" panose="05000000000000000000" pitchFamily="2" charset="2"/>
                        </a:rPr>
                        <a:t></a:t>
                      </a:r>
                      <a:r>
                        <a:rPr lang="en-US" sz="1200" dirty="0">
                          <a:effectLst/>
                          <a:latin typeface="Calibri" panose="020F0502020204030204" pitchFamily="34" charset="0"/>
                          <a:cs typeface="Calibri" panose="020F0502020204030204" pitchFamily="34" charset="0"/>
                        </a:rPr>
                        <a:t> </a:t>
                      </a:r>
                      <a:r>
                        <a:rPr lang="en-US" sz="1200" dirty="0">
                          <a:solidFill>
                            <a:srgbClr val="FF0000"/>
                          </a:solidFill>
                          <a:effectLst/>
                          <a:latin typeface="Calibri" panose="020F0502020204030204" pitchFamily="34" charset="0"/>
                          <a:cs typeface="Calibri" panose="020F0502020204030204" pitchFamily="34" charset="0"/>
                        </a:rPr>
                        <a:t>save</a:t>
                      </a:r>
                    </a:p>
                  </a:txBody>
                  <a:tcPr marR="228600" marT="95250" marB="95250"/>
                </a:tc>
                <a:tc>
                  <a:txBody>
                    <a:bodyPr/>
                    <a:lstStyle/>
                    <a:p>
                      <a:pPr fontAlgn="t">
                        <a:buNone/>
                      </a:pPr>
                      <a:r>
                        <a:rPr lang="en-US" sz="1200" b="0" i="0" kern="1200" dirty="0" err="1">
                          <a:solidFill>
                            <a:schemeClr val="dk1"/>
                          </a:solidFill>
                          <a:effectLst/>
                          <a:latin typeface="Calibri" panose="020F0502020204030204" pitchFamily="34" charset="0"/>
                          <a:ea typeface="+mn-ea"/>
                          <a:cs typeface="Calibri" panose="020F0502020204030204" pitchFamily="34" charset="0"/>
                        </a:rPr>
                        <a:t>CreateProjectStructureOrchestrator.saveProjectStructure</a:t>
                      </a:r>
                      <a:endParaRPr lang="en-US" sz="1200" dirty="0">
                        <a:effectLst/>
                        <a:latin typeface="Calibri" panose="020F0502020204030204" pitchFamily="34" charset="0"/>
                        <a:cs typeface="Calibri" panose="020F0502020204030204" pitchFamily="34" charset="0"/>
                      </a:endParaRPr>
                    </a:p>
                  </a:txBody>
                  <a:tcPr marR="228600" marT="95250" marB="95250"/>
                </a:tc>
                <a:tc>
                  <a:txBody>
                    <a:bodyPr/>
                    <a:lstStyle/>
                    <a:p>
                      <a:pPr fontAlgn="t">
                        <a:buNone/>
                      </a:pPr>
                      <a:r>
                        <a:rPr lang="en-US" sz="1200" dirty="0">
                          <a:effectLst/>
                          <a:latin typeface="Calibri" panose="020F0502020204030204" pitchFamily="34" charset="0"/>
                          <a:cs typeface="Calibri" panose="020F0502020204030204" pitchFamily="34" charset="0"/>
                        </a:rPr>
                        <a:t>POST(project </a:t>
                      </a:r>
                      <a:r>
                        <a:rPr lang="en-US" sz="1200" dirty="0" err="1">
                          <a:effectLst/>
                          <a:latin typeface="Calibri" panose="020F0502020204030204" pitchFamily="34" charset="0"/>
                          <a:cs typeface="Calibri" panose="020F0502020204030204" pitchFamily="34" charset="0"/>
                        </a:rPr>
                        <a:t>json</a:t>
                      </a:r>
                      <a:r>
                        <a:rPr lang="en-US" sz="1200" dirty="0">
                          <a:effectLst/>
                          <a:latin typeface="Calibri" panose="020F0502020204030204" pitchFamily="34" charset="0"/>
                          <a:cs typeface="Calibri" panose="020F0502020204030204" pitchFamily="34" charset="0"/>
                        </a:rPr>
                        <a:t>)</a:t>
                      </a:r>
                    </a:p>
                  </a:txBody>
                  <a:tcPr marR="228600" marT="95250" marB="95250"/>
                </a:tc>
                <a:tc>
                  <a:txBody>
                    <a:bodyPr/>
                    <a:lstStyle/>
                    <a:p>
                      <a:pPr fontAlgn="t">
                        <a:buNone/>
                      </a:pPr>
                      <a:r>
                        <a:rPr lang="en-US" sz="1200" dirty="0" err="1">
                          <a:effectLst/>
                          <a:latin typeface="Calibri" panose="020F0502020204030204" pitchFamily="34" charset="0"/>
                          <a:cs typeface="Calibri" panose="020F0502020204030204" pitchFamily="34" charset="0"/>
                        </a:rPr>
                        <a:t>CreateProjectStructure</a:t>
                      </a:r>
                      <a:r>
                        <a:rPr lang="en-US" sz="1200" dirty="0">
                          <a:effectLst/>
                          <a:latin typeface="Calibri" panose="020F0502020204030204" pitchFamily="34" charset="0"/>
                          <a:cs typeface="Calibri" panose="020F0502020204030204" pitchFamily="34" charset="0"/>
                        </a:rPr>
                        <a:t> servlet</a:t>
                      </a:r>
                    </a:p>
                  </a:txBody>
                  <a:tcPr marT="95250" marB="95250"/>
                </a:tc>
                <a:extLst>
                  <a:ext uri="{0D108BD9-81ED-4DB2-BD59-A6C34878D82A}">
                    <a16:rowId xmlns:a16="http://schemas.microsoft.com/office/drawing/2014/main" val="2409098851"/>
                  </a:ext>
                </a:extLst>
              </a:tr>
              <a:tr h="287234">
                <a:tc>
                  <a:txBody>
                    <a:bodyPr/>
                    <a:lstStyle/>
                    <a:p>
                      <a:pPr fontAlgn="t">
                        <a:buNone/>
                      </a:pPr>
                      <a:r>
                        <a:rPr lang="en-US" sz="1200" dirty="0">
                          <a:effectLst/>
                          <a:latin typeface="Calibri" panose="020F0502020204030204" pitchFamily="34" charset="0"/>
                          <a:cs typeface="Calibri" panose="020F0502020204030204" pitchFamily="34" charset="0"/>
                        </a:rPr>
                        <a:t>Projects List</a:t>
                      </a:r>
                      <a:r>
                        <a:rPr lang="it-IT" sz="1200" baseline="0" noProof="0" dirty="0">
                          <a:latin typeface="Calibri" panose="020F0502020204030204" pitchFamily="34" charset="0"/>
                          <a:cs typeface="Calibri" panose="020F0502020204030204" pitchFamily="34" charset="0"/>
                          <a:sym typeface="Wingdings" panose="05000000000000000000" pitchFamily="2" charset="2"/>
                        </a:rPr>
                        <a:t></a:t>
                      </a:r>
                      <a:r>
                        <a:rPr lang="en-US" sz="1200" dirty="0">
                          <a:effectLst/>
                          <a:latin typeface="Calibri" panose="020F0502020204030204" pitchFamily="34" charset="0"/>
                          <a:cs typeface="Calibri" panose="020F0502020204030204" pitchFamily="34" charset="0"/>
                        </a:rPr>
                        <a:t> </a:t>
                      </a:r>
                      <a:r>
                        <a:rPr lang="en-US" sz="1200" dirty="0">
                          <a:solidFill>
                            <a:srgbClr val="FF0000"/>
                          </a:solidFill>
                          <a:effectLst/>
                          <a:latin typeface="Calibri" panose="020F0502020204030204" pitchFamily="34" charset="0"/>
                          <a:cs typeface="Calibri" panose="020F0502020204030204" pitchFamily="34" charset="0"/>
                        </a:rPr>
                        <a:t>select project</a:t>
                      </a:r>
                    </a:p>
                  </a:txBody>
                  <a:tcPr marR="228600" marT="95250" marB="95250"/>
                </a:tc>
                <a:tc>
                  <a:txBody>
                    <a:bodyPr/>
                    <a:lstStyle/>
                    <a:p>
                      <a:pPr marL="0" marR="0" indent="0" algn="l" defTabSz="914400" rtl="0" eaLnBrk="1" fontAlgn="t" latinLnBrk="0" hangingPunct="1">
                        <a:lnSpc>
                          <a:spcPct val="100000"/>
                        </a:lnSpc>
                        <a:spcBef>
                          <a:spcPts val="0"/>
                        </a:spcBef>
                        <a:spcAft>
                          <a:spcPts val="0"/>
                        </a:spcAft>
                        <a:buClrTx/>
                        <a:buSzTx/>
                        <a:buFontTx/>
                        <a:buNone/>
                        <a:tabLst/>
                        <a:defRPr/>
                      </a:pPr>
                      <a:r>
                        <a:rPr lang="en-US" sz="1200" b="0" i="0" kern="1200" dirty="0" err="1">
                          <a:solidFill>
                            <a:schemeClr val="dk1"/>
                          </a:solidFill>
                          <a:effectLst/>
                          <a:latin typeface="Calibri" panose="020F0502020204030204" pitchFamily="34" charset="0"/>
                          <a:ea typeface="+mn-ea"/>
                          <a:cs typeface="Calibri" panose="020F0502020204030204" pitchFamily="34" charset="0"/>
                        </a:rPr>
                        <a:t>VerifyProjectsOrchestrator.loadProjectStructure</a:t>
                      </a:r>
                      <a:endParaRPr lang="en-US" sz="1200" dirty="0">
                        <a:effectLst/>
                        <a:latin typeface="Calibri" panose="020F0502020204030204" pitchFamily="34" charset="0"/>
                        <a:cs typeface="Calibri" panose="020F0502020204030204" pitchFamily="34" charset="0"/>
                      </a:endParaRPr>
                    </a:p>
                  </a:txBody>
                  <a:tcPr marR="228600" marT="95250" marB="95250"/>
                </a:tc>
                <a:tc>
                  <a:txBody>
                    <a:bodyPr/>
                    <a:lstStyle/>
                    <a:p>
                      <a:pPr marL="0" marR="0" indent="0" algn="l" defTabSz="914400" rtl="0" eaLnBrk="1" fontAlgn="t" latinLnBrk="0" hangingPunct="1">
                        <a:lnSpc>
                          <a:spcPct val="100000"/>
                        </a:lnSpc>
                        <a:spcBef>
                          <a:spcPts val="0"/>
                        </a:spcBef>
                        <a:spcAft>
                          <a:spcPts val="0"/>
                        </a:spcAft>
                        <a:buClrTx/>
                        <a:buSzTx/>
                        <a:buFontTx/>
                        <a:buNone/>
                        <a:tabLst/>
                        <a:defRPr/>
                      </a:pPr>
                      <a:r>
                        <a:rPr lang="en-US" sz="1200" dirty="0">
                          <a:effectLst/>
                          <a:latin typeface="Calibri" panose="020F0502020204030204" pitchFamily="34" charset="0"/>
                          <a:cs typeface="Calibri" panose="020F0502020204030204" pitchFamily="34" charset="0"/>
                        </a:rPr>
                        <a:t>GET (</a:t>
                      </a:r>
                      <a:r>
                        <a:rPr lang="en-US" sz="1200" dirty="0" err="1">
                          <a:effectLst/>
                          <a:latin typeface="Calibri" panose="020F0502020204030204" pitchFamily="34" charset="0"/>
                          <a:cs typeface="Calibri" panose="020F0502020204030204" pitchFamily="34" charset="0"/>
                        </a:rPr>
                        <a:t>project.id</a:t>
                      </a:r>
                      <a:r>
                        <a:rPr lang="en-US" sz="1200" dirty="0">
                          <a:effectLst/>
                          <a:latin typeface="Calibri" panose="020F0502020204030204" pitchFamily="34" charset="0"/>
                          <a:cs typeface="Calibri" panose="020F0502020204030204" pitchFamily="34" charset="0"/>
                        </a:rPr>
                        <a:t>)</a:t>
                      </a:r>
                    </a:p>
                  </a:txBody>
                  <a:tcPr marR="228600" marT="95250" marB="95250"/>
                </a:tc>
                <a:tc>
                  <a:txBody>
                    <a:bodyPr/>
                    <a:lstStyle/>
                    <a:p>
                      <a:pPr marL="0" marR="0" indent="0" algn="l" defTabSz="914400" rtl="0" eaLnBrk="1" fontAlgn="t" latinLnBrk="0" hangingPunct="1">
                        <a:lnSpc>
                          <a:spcPct val="100000"/>
                        </a:lnSpc>
                        <a:spcBef>
                          <a:spcPts val="0"/>
                        </a:spcBef>
                        <a:spcAft>
                          <a:spcPts val="0"/>
                        </a:spcAft>
                        <a:buClrTx/>
                        <a:buSzTx/>
                        <a:buFontTx/>
                        <a:buNone/>
                        <a:tabLst/>
                        <a:defRPr/>
                      </a:pPr>
                      <a:r>
                        <a:rPr lang="en-US" sz="1200" dirty="0" err="1">
                          <a:effectLst/>
                          <a:latin typeface="Calibri" panose="020F0502020204030204" pitchFamily="34" charset="0"/>
                          <a:cs typeface="Calibri" panose="020F0502020204030204" pitchFamily="34" charset="0"/>
                        </a:rPr>
                        <a:t>GetProjectStructure</a:t>
                      </a:r>
                      <a:r>
                        <a:rPr lang="en-US" sz="1200" dirty="0">
                          <a:effectLst/>
                          <a:latin typeface="Calibri" panose="020F0502020204030204" pitchFamily="34" charset="0"/>
                          <a:cs typeface="Calibri" panose="020F0502020204030204" pitchFamily="34" charset="0"/>
                        </a:rPr>
                        <a:t> servlet</a:t>
                      </a:r>
                    </a:p>
                  </a:txBody>
                  <a:tcPr marT="95250" marB="95250"/>
                </a:tc>
                <a:extLst>
                  <a:ext uri="{0D108BD9-81ED-4DB2-BD59-A6C34878D82A}">
                    <a16:rowId xmlns:a16="http://schemas.microsoft.com/office/drawing/2014/main" val="1211202458"/>
                  </a:ext>
                </a:extLst>
              </a:tr>
            </a:tbl>
          </a:graphicData>
        </a:graphic>
      </p:graphicFrame>
    </p:spTree>
    <p:extLst>
      <p:ext uri="{BB962C8B-B14F-4D97-AF65-F5344CB8AC3E}">
        <p14:creationId xmlns:p14="http://schemas.microsoft.com/office/powerpoint/2010/main" val="440569414"/>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2100B3F-DF0A-AE42-E171-C5583FB0ED73}"/>
            </a:ext>
          </a:extLst>
        </p:cNvPr>
        <p:cNvGrpSpPr/>
        <p:nvPr/>
      </p:nvGrpSpPr>
      <p:grpSpPr>
        <a:xfrm>
          <a:off x="0" y="0"/>
          <a:ext cx="0" cy="0"/>
          <a:chOff x="0" y="0"/>
          <a:chExt cx="0" cy="0"/>
        </a:xfrm>
      </p:grpSpPr>
      <p:sp>
        <p:nvSpPr>
          <p:cNvPr id="4" name="Google Shape;135;p26">
            <a:extLst>
              <a:ext uri="{FF2B5EF4-FFF2-40B4-BE49-F238E27FC236}">
                <a16:creationId xmlns:a16="http://schemas.microsoft.com/office/drawing/2014/main" id="{DCED1F99-71FA-75DF-ADDB-EE041903404F}"/>
              </a:ext>
            </a:extLst>
          </p:cNvPr>
          <p:cNvSpPr txBox="1">
            <a:spLocks/>
          </p:cNvSpPr>
          <p:nvPr/>
        </p:nvSpPr>
        <p:spPr>
          <a:xfrm>
            <a:off x="426631" y="258833"/>
            <a:ext cx="11338737" cy="1143000"/>
          </a:xfrm>
          <a:prstGeom prst="rect">
            <a:avLst/>
          </a:prstGeom>
          <a:noFill/>
          <a:ln>
            <a:noFill/>
          </a:ln>
        </p:spPr>
        <p:txBody>
          <a:bodyPr spcFirstLastPara="1" wrap="square" lIns="107269" tIns="53620" rIns="107269" bIns="53620" anchor="ctr" anchorCtr="0">
            <a:noAutofit/>
          </a:bodyPr>
          <a:lstStyle>
            <a:defPPr marR="0" lvl="0" algn="l" rtl="0">
              <a:lnSpc>
                <a:spcPct val="100000"/>
              </a:lnSpc>
              <a:spcBef>
                <a:spcPts val="0"/>
              </a:spcBef>
              <a:spcAft>
                <a:spcPts val="0"/>
              </a:spcAft>
            </a:defPPr>
            <a:lvl1pPr marR="0" lvl="0" algn="ctr" rtl="0">
              <a:lnSpc>
                <a:spcPct val="100000"/>
              </a:lnSpc>
              <a:spcBef>
                <a:spcPts val="0"/>
              </a:spcBef>
              <a:spcAft>
                <a:spcPts val="0"/>
              </a:spcAft>
              <a:buClr>
                <a:schemeClr val="dk1"/>
              </a:buClr>
              <a:buSzPts val="1800"/>
              <a:buFont typeface="Calibri"/>
              <a:buNone/>
              <a:defRPr sz="44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9pPr>
          </a:lstStyle>
          <a:p>
            <a:pPr>
              <a:buClr>
                <a:prstClr val="black"/>
              </a:buClr>
              <a:defRPr/>
            </a:pPr>
            <a:r>
              <a:rPr kumimoji="0" lang="en-US" sz="4400" b="0" i="0" u="none" strike="noStrike" kern="1200" cap="none" spc="0" normalizeH="0" baseline="0" noProof="1">
                <a:ln>
                  <a:noFill/>
                </a:ln>
                <a:solidFill>
                  <a:schemeClr val="tx1"/>
                </a:solidFill>
                <a:effectLst/>
                <a:uLnTx/>
                <a:uFillTx/>
                <a:latin typeface="Calibri"/>
                <a:cs typeface="Calibri"/>
                <a:sym typeface="Calibri"/>
              </a:rPr>
              <a:t>Eventi e Azioni (manager)</a:t>
            </a:r>
          </a:p>
        </p:txBody>
      </p:sp>
      <p:graphicFrame>
        <p:nvGraphicFramePr>
          <p:cNvPr id="2" name="Table 1">
            <a:extLst>
              <a:ext uri="{FF2B5EF4-FFF2-40B4-BE49-F238E27FC236}">
                <a16:creationId xmlns:a16="http://schemas.microsoft.com/office/drawing/2014/main" id="{27DB0BD1-1AA6-1DED-6A52-B10E3655ADE3}"/>
              </a:ext>
            </a:extLst>
          </p:cNvPr>
          <p:cNvGraphicFramePr>
            <a:graphicFrameLocks noGrp="1"/>
          </p:cNvGraphicFramePr>
          <p:nvPr>
            <p:extLst>
              <p:ext uri="{D42A27DB-BD31-4B8C-83A1-F6EECF244321}">
                <p14:modId xmlns:p14="http://schemas.microsoft.com/office/powerpoint/2010/main" val="1979460359"/>
              </p:ext>
            </p:extLst>
          </p:nvPr>
        </p:nvGraphicFramePr>
        <p:xfrm>
          <a:off x="426632" y="1192603"/>
          <a:ext cx="11338736" cy="4880595"/>
        </p:xfrm>
        <a:graphic>
          <a:graphicData uri="http://schemas.openxmlformats.org/drawingml/2006/table">
            <a:tbl>
              <a:tblPr firstRow="1" bandRow="1">
                <a:tableStyleId>{00A15C55-8517-42AA-B614-E9B94910E393}</a:tableStyleId>
              </a:tblPr>
              <a:tblGrid>
                <a:gridCol w="2386372">
                  <a:extLst>
                    <a:ext uri="{9D8B030D-6E8A-4147-A177-3AD203B41FA5}">
                      <a16:colId xmlns:a16="http://schemas.microsoft.com/office/drawing/2014/main" val="235445318"/>
                    </a:ext>
                  </a:extLst>
                </a:gridCol>
                <a:gridCol w="3943786">
                  <a:extLst>
                    <a:ext uri="{9D8B030D-6E8A-4147-A177-3AD203B41FA5}">
                      <a16:colId xmlns:a16="http://schemas.microsoft.com/office/drawing/2014/main" val="2807583141"/>
                    </a:ext>
                  </a:extLst>
                </a:gridCol>
                <a:gridCol w="2250050">
                  <a:extLst>
                    <a:ext uri="{9D8B030D-6E8A-4147-A177-3AD203B41FA5}">
                      <a16:colId xmlns:a16="http://schemas.microsoft.com/office/drawing/2014/main" val="3946285172"/>
                    </a:ext>
                  </a:extLst>
                </a:gridCol>
                <a:gridCol w="2758528">
                  <a:extLst>
                    <a:ext uri="{9D8B030D-6E8A-4147-A177-3AD203B41FA5}">
                      <a16:colId xmlns:a16="http://schemas.microsoft.com/office/drawing/2014/main" val="455709899"/>
                    </a:ext>
                  </a:extLst>
                </a:gridCol>
              </a:tblGrid>
              <a:tr h="465386">
                <a:tc gridSpan="2">
                  <a:txBody>
                    <a:bodyPr/>
                    <a:lstStyle/>
                    <a:p>
                      <a:pPr algn="ctr"/>
                      <a:r>
                        <a:rPr lang="en-US" sz="1200" dirty="0">
                          <a:latin typeface="Calibri" panose="020F0502020204030204" pitchFamily="34" charset="0"/>
                          <a:cs typeface="Calibri" panose="020F0502020204030204" pitchFamily="34" charset="0"/>
                        </a:rPr>
                        <a:t>Client Side</a:t>
                      </a:r>
                    </a:p>
                  </a:txBody>
                  <a:tcPr anchor="ctr"/>
                </a:tc>
                <a:tc hMerge="1">
                  <a:txBody>
                    <a:bodyPr/>
                    <a:lstStyle/>
                    <a:p>
                      <a:endParaRPr lang="en-US" dirty="0"/>
                    </a:p>
                  </a:txBody>
                  <a:tcPr/>
                </a:tc>
                <a:tc gridSpan="2">
                  <a:txBody>
                    <a:bodyPr/>
                    <a:lstStyle/>
                    <a:p>
                      <a:pPr algn="ctr"/>
                      <a:r>
                        <a:rPr lang="en-US" sz="1200" dirty="0">
                          <a:latin typeface="Calibri" panose="020F0502020204030204" pitchFamily="34" charset="0"/>
                          <a:cs typeface="Calibri" panose="020F0502020204030204" pitchFamily="34" charset="0"/>
                        </a:rPr>
                        <a:t>Server Side</a:t>
                      </a:r>
                    </a:p>
                  </a:txBody>
                  <a:tcPr anchor="ctr"/>
                </a:tc>
                <a:tc hMerge="1">
                  <a:txBody>
                    <a:bodyPr/>
                    <a:lstStyle/>
                    <a:p>
                      <a:endParaRPr lang="en-US" dirty="0"/>
                    </a:p>
                  </a:txBody>
                  <a:tcPr/>
                </a:tc>
                <a:extLst>
                  <a:ext uri="{0D108BD9-81ED-4DB2-BD59-A6C34878D82A}">
                    <a16:rowId xmlns:a16="http://schemas.microsoft.com/office/drawing/2014/main" val="3065940527"/>
                  </a:ext>
                </a:extLst>
              </a:tr>
              <a:tr h="338509">
                <a:tc>
                  <a:txBody>
                    <a:bodyPr/>
                    <a:lstStyle/>
                    <a:p>
                      <a:pPr algn="ctr"/>
                      <a:r>
                        <a:rPr lang="en-US" sz="1200" dirty="0" err="1">
                          <a:latin typeface="Calibri" panose="020F0502020204030204" pitchFamily="34" charset="0"/>
                          <a:cs typeface="Calibri" panose="020F0502020204030204" pitchFamily="34" charset="0"/>
                        </a:rPr>
                        <a:t>Evento</a:t>
                      </a:r>
                      <a:endParaRPr lang="en-US" sz="1200" dirty="0">
                        <a:latin typeface="Calibri" panose="020F0502020204030204" pitchFamily="34" charset="0"/>
                        <a:cs typeface="Calibri" panose="020F0502020204030204" pitchFamily="34" charset="0"/>
                      </a:endParaRPr>
                    </a:p>
                  </a:txBody>
                  <a:tcPr anchor="ctr"/>
                </a:tc>
                <a:tc>
                  <a:txBody>
                    <a:bodyPr/>
                    <a:lstStyle/>
                    <a:p>
                      <a:pPr algn="ctr"/>
                      <a:r>
                        <a:rPr lang="en-US" sz="1200" dirty="0">
                          <a:latin typeface="Calibri" panose="020F0502020204030204" pitchFamily="34" charset="0"/>
                          <a:cs typeface="Calibri" panose="020F0502020204030204" pitchFamily="34" charset="0"/>
                        </a:rPr>
                        <a:t>Azione</a:t>
                      </a:r>
                    </a:p>
                  </a:txBody>
                  <a:tcPr anchor="ctr"/>
                </a:tc>
                <a:tc>
                  <a:txBody>
                    <a:bodyPr/>
                    <a:lstStyle/>
                    <a:p>
                      <a:pPr algn="ctr"/>
                      <a:r>
                        <a:rPr lang="en-US" sz="1200" dirty="0" err="1">
                          <a:latin typeface="Calibri" panose="020F0502020204030204" pitchFamily="34" charset="0"/>
                          <a:cs typeface="Calibri" panose="020F0502020204030204" pitchFamily="34" charset="0"/>
                        </a:rPr>
                        <a:t>Evento</a:t>
                      </a:r>
                      <a:endParaRPr lang="en-US" sz="1200" dirty="0">
                        <a:latin typeface="Calibri" panose="020F0502020204030204" pitchFamily="34" charset="0"/>
                        <a:cs typeface="Calibri" panose="020F0502020204030204" pitchFamily="34" charset="0"/>
                      </a:endParaRPr>
                    </a:p>
                  </a:txBody>
                  <a:tcPr anchor="ctr"/>
                </a:tc>
                <a:tc>
                  <a:txBody>
                    <a:bodyPr/>
                    <a:lstStyle/>
                    <a:p>
                      <a:pPr algn="ctr"/>
                      <a:r>
                        <a:rPr lang="en-US" sz="1200" dirty="0">
                          <a:latin typeface="Calibri" panose="020F0502020204030204" pitchFamily="34" charset="0"/>
                          <a:cs typeface="Calibri" panose="020F0502020204030204" pitchFamily="34" charset="0"/>
                        </a:rPr>
                        <a:t>Azione</a:t>
                      </a:r>
                    </a:p>
                  </a:txBody>
                  <a:tcPr anchor="ctr"/>
                </a:tc>
                <a:extLst>
                  <a:ext uri="{0D108BD9-81ED-4DB2-BD59-A6C34878D82A}">
                    <a16:rowId xmlns:a16="http://schemas.microsoft.com/office/drawing/2014/main" val="3343563429"/>
                  </a:ext>
                </a:extLst>
              </a:tr>
              <a:tr h="372961">
                <a:tc>
                  <a:txBody>
                    <a:bodyPr/>
                    <a:lstStyle/>
                    <a:p>
                      <a:pPr fontAlgn="t">
                        <a:buNone/>
                      </a:pPr>
                      <a:r>
                        <a:rPr lang="en-US" sz="1200" dirty="0">
                          <a:effectLst/>
                          <a:latin typeface="Calibri" panose="020F0502020204030204" pitchFamily="34" charset="0"/>
                          <a:cs typeface="Calibri" panose="020F0502020204030204" pitchFamily="34" charset="0"/>
                        </a:rPr>
                        <a:t>Home Manager </a:t>
                      </a:r>
                      <a:r>
                        <a:rPr lang="it-IT" sz="1200" baseline="0" noProof="0" dirty="0">
                          <a:latin typeface="Calibri" panose="020F0502020204030204" pitchFamily="34" charset="0"/>
                          <a:cs typeface="Calibri" panose="020F0502020204030204" pitchFamily="34" charset="0"/>
                          <a:sym typeface="Wingdings" panose="05000000000000000000" pitchFamily="2" charset="2"/>
                        </a:rPr>
                        <a:t></a:t>
                      </a:r>
                      <a:r>
                        <a:rPr lang="en-US" sz="1200" dirty="0">
                          <a:effectLst/>
                          <a:latin typeface="Calibri" panose="020F0502020204030204" pitchFamily="34" charset="0"/>
                          <a:cs typeface="Calibri" panose="020F0502020204030204" pitchFamily="34" charset="0"/>
                        </a:rPr>
                        <a:t> </a:t>
                      </a:r>
                      <a:r>
                        <a:rPr lang="en-US" sz="1200" dirty="0">
                          <a:solidFill>
                            <a:srgbClr val="FF0000"/>
                          </a:solidFill>
                          <a:effectLst/>
                          <a:latin typeface="Calibri" panose="020F0502020204030204" pitchFamily="34" charset="0"/>
                          <a:cs typeface="Calibri" panose="020F0502020204030204" pitchFamily="34" charset="0"/>
                        </a:rPr>
                        <a:t>load</a:t>
                      </a:r>
                    </a:p>
                  </a:txBody>
                  <a:tcPr marR="228600" marT="95250" marB="95250"/>
                </a:tc>
                <a:tc>
                  <a:txBody>
                    <a:bodyPr/>
                    <a:lstStyle/>
                    <a:p>
                      <a:pPr fontAlgn="t">
                        <a:buNone/>
                      </a:pPr>
                      <a:r>
                        <a:rPr lang="en-US" sz="1200" dirty="0" err="1">
                          <a:effectLst/>
                          <a:latin typeface="Calibri" panose="020F0502020204030204" pitchFamily="34" charset="0"/>
                          <a:cs typeface="Calibri" panose="020F0502020204030204" pitchFamily="34" charset="0"/>
                        </a:rPr>
                        <a:t>Inizializza</a:t>
                      </a:r>
                      <a:r>
                        <a:rPr lang="en-US" sz="1200" dirty="0">
                          <a:effectLst/>
                          <a:latin typeface="Calibri" panose="020F0502020204030204" pitchFamily="34" charset="0"/>
                          <a:cs typeface="Calibri" panose="020F0502020204030204" pitchFamily="34" charset="0"/>
                        </a:rPr>
                        <a:t> </a:t>
                      </a:r>
                      <a:r>
                        <a:rPr lang="en-US" sz="1200" dirty="0" err="1">
                          <a:effectLst/>
                          <a:latin typeface="Calibri" panose="020F0502020204030204" pitchFamily="34" charset="0"/>
                          <a:cs typeface="Calibri" panose="020F0502020204030204" pitchFamily="34" charset="0"/>
                        </a:rPr>
                        <a:t>pagina</a:t>
                      </a:r>
                      <a:r>
                        <a:rPr lang="en-US" sz="1200" dirty="0">
                          <a:effectLst/>
                          <a:latin typeface="Calibri" panose="020F0502020204030204" pitchFamily="34" charset="0"/>
                          <a:cs typeface="Calibri" panose="020F0502020204030204" pitchFamily="34" charset="0"/>
                        </a:rPr>
                        <a:t> e carica </a:t>
                      </a:r>
                      <a:r>
                        <a:rPr lang="en-US" sz="1200" dirty="0" err="1">
                          <a:effectLst/>
                          <a:latin typeface="Calibri" panose="020F0502020204030204" pitchFamily="34" charset="0"/>
                          <a:cs typeface="Calibri" panose="020F0502020204030204" pitchFamily="34" charset="0"/>
                        </a:rPr>
                        <a:t>sezioni</a:t>
                      </a:r>
                      <a:r>
                        <a:rPr lang="en-US" sz="1200" dirty="0">
                          <a:effectLst/>
                          <a:latin typeface="Calibri" panose="020F0502020204030204" pitchFamily="34" charset="0"/>
                          <a:cs typeface="Calibri" panose="020F0502020204030204" pitchFamily="34" charset="0"/>
                        </a:rPr>
                        <a:t> </a:t>
                      </a:r>
                      <a:r>
                        <a:rPr lang="en-US" sz="1200" dirty="0" err="1">
                          <a:effectLst/>
                          <a:latin typeface="Calibri" panose="020F0502020204030204" pitchFamily="34" charset="0"/>
                          <a:cs typeface="Calibri" panose="020F0502020204030204" pitchFamily="34" charset="0"/>
                        </a:rPr>
                        <a:t>assegnamento</a:t>
                      </a:r>
                      <a:r>
                        <a:rPr lang="en-US" sz="1200" dirty="0">
                          <a:effectLst/>
                          <a:latin typeface="Calibri" panose="020F0502020204030204" pitchFamily="34" charset="0"/>
                          <a:cs typeface="Calibri" panose="020F0502020204030204" pitchFamily="34" charset="0"/>
                        </a:rPr>
                        <a:t>, </a:t>
                      </a:r>
                      <a:r>
                        <a:rPr lang="en-US" sz="1200" dirty="0" err="1">
                          <a:effectLst/>
                          <a:latin typeface="Calibri" panose="020F0502020204030204" pitchFamily="34" charset="0"/>
                          <a:cs typeface="Calibri" panose="020F0502020204030204" pitchFamily="34" charset="0"/>
                        </a:rPr>
                        <a:t>progetti</a:t>
                      </a:r>
                      <a:r>
                        <a:rPr lang="en-US" sz="1200" dirty="0">
                          <a:effectLst/>
                          <a:latin typeface="Calibri" panose="020F0502020204030204" pitchFamily="34" charset="0"/>
                          <a:cs typeface="Calibri" panose="020F0502020204030204" pitchFamily="34" charset="0"/>
                        </a:rPr>
                        <a:t> e </a:t>
                      </a:r>
                      <a:r>
                        <a:rPr lang="en-US" sz="1200" dirty="0" err="1">
                          <a:effectLst/>
                          <a:latin typeface="Calibri" panose="020F0502020204030204" pitchFamily="34" charset="0"/>
                          <a:cs typeface="Calibri" panose="020F0502020204030204" pitchFamily="34" charset="0"/>
                        </a:rPr>
                        <a:t>collaboratori</a:t>
                      </a:r>
                      <a:endParaRPr lang="en-US" sz="1200" dirty="0">
                        <a:effectLst/>
                        <a:latin typeface="Calibri" panose="020F0502020204030204" pitchFamily="34" charset="0"/>
                        <a:cs typeface="Calibri" panose="020F0502020204030204" pitchFamily="34" charset="0"/>
                      </a:endParaRPr>
                    </a:p>
                  </a:txBody>
                  <a:tcPr marR="228600" marT="95250" marB="95250"/>
                </a:tc>
                <a:tc>
                  <a:txBody>
                    <a:bodyPr/>
                    <a:lstStyle/>
                    <a:p>
                      <a:pPr fontAlgn="t">
                        <a:buNone/>
                      </a:pPr>
                      <a:r>
                        <a:rPr lang="en-US" sz="1200" dirty="0">
                          <a:effectLst/>
                          <a:latin typeface="Calibri" panose="020F0502020204030204" pitchFamily="34" charset="0"/>
                          <a:cs typeface="Calibri" panose="020F0502020204030204" pitchFamily="34" charset="0"/>
                        </a:rPr>
                        <a:t>GET</a:t>
                      </a:r>
                    </a:p>
                    <a:p>
                      <a:pPr fontAlgn="t">
                        <a:buNone/>
                      </a:pPr>
                      <a:r>
                        <a:rPr lang="en-US" sz="1200" dirty="0">
                          <a:effectLst/>
                          <a:latin typeface="Calibri" panose="020F0502020204030204" pitchFamily="34" charset="0"/>
                          <a:cs typeface="Calibri" panose="020F0502020204030204" pitchFamily="34" charset="0"/>
                        </a:rPr>
                        <a:t>GET</a:t>
                      </a:r>
                    </a:p>
                    <a:p>
                      <a:pPr fontAlgn="t">
                        <a:buNone/>
                      </a:pPr>
                      <a:r>
                        <a:rPr lang="en-US" sz="1200" dirty="0">
                          <a:effectLst/>
                          <a:latin typeface="Calibri" panose="020F0502020204030204" pitchFamily="34" charset="0"/>
                          <a:cs typeface="Calibri" panose="020F0502020204030204" pitchFamily="34" charset="0"/>
                        </a:rPr>
                        <a:t>GET</a:t>
                      </a:r>
                    </a:p>
                  </a:txBody>
                  <a:tcPr marR="228600" marT="95250" marB="95250"/>
                </a:tc>
                <a:tc>
                  <a:txBody>
                    <a:bodyPr/>
                    <a:lstStyle/>
                    <a:p>
                      <a:pPr marL="0" marR="0" indent="0" algn="l" defTabSz="914400" rtl="0" eaLnBrk="1" fontAlgn="t" latinLnBrk="0" hangingPunct="1">
                        <a:lnSpc>
                          <a:spcPct val="100000"/>
                        </a:lnSpc>
                        <a:spcBef>
                          <a:spcPts val="0"/>
                        </a:spcBef>
                        <a:spcAft>
                          <a:spcPts val="0"/>
                        </a:spcAft>
                        <a:buClrTx/>
                        <a:buSzTx/>
                        <a:buFontTx/>
                        <a:buNone/>
                        <a:tabLst/>
                        <a:defRPr/>
                      </a:pPr>
                      <a:r>
                        <a:rPr lang="en-US" sz="1200" dirty="0" err="1">
                          <a:effectLst/>
                          <a:latin typeface="Calibri" panose="020F0502020204030204" pitchFamily="34" charset="0"/>
                          <a:cs typeface="Calibri" panose="020F0502020204030204" pitchFamily="34" charset="0"/>
                        </a:rPr>
                        <a:t>Estrae</a:t>
                      </a:r>
                      <a:r>
                        <a:rPr lang="en-US" sz="1200" dirty="0">
                          <a:effectLst/>
                          <a:latin typeface="Calibri" panose="020F0502020204030204" pitchFamily="34" charset="0"/>
                          <a:cs typeface="Calibri" panose="020F0502020204030204" pitchFamily="34" charset="0"/>
                        </a:rPr>
                        <a:t> task </a:t>
                      </a:r>
                      <a:r>
                        <a:rPr lang="en-US" sz="1200" dirty="0" err="1">
                          <a:effectLst/>
                          <a:latin typeface="Calibri" panose="020F0502020204030204" pitchFamily="34" charset="0"/>
                          <a:cs typeface="Calibri" panose="020F0502020204030204" pitchFamily="34" charset="0"/>
                        </a:rPr>
                        <a:t>assegnabili</a:t>
                      </a:r>
                      <a:r>
                        <a:rPr lang="en-US" sz="1200" dirty="0">
                          <a:effectLst/>
                          <a:latin typeface="Calibri" panose="020F0502020204030204" pitchFamily="34" charset="0"/>
                          <a:cs typeface="Calibri" panose="020F0502020204030204" pitchFamily="34" charset="0"/>
                        </a:rPr>
                        <a:t>, </a:t>
                      </a:r>
                      <a:r>
                        <a:rPr lang="en-US" sz="1200" dirty="0" err="1">
                          <a:effectLst/>
                          <a:latin typeface="Calibri" panose="020F0502020204030204" pitchFamily="34" charset="0"/>
                          <a:cs typeface="Calibri" panose="020F0502020204030204" pitchFamily="34" charset="0"/>
                        </a:rPr>
                        <a:t>progetti</a:t>
                      </a:r>
                      <a:r>
                        <a:rPr lang="en-US" sz="1200" dirty="0">
                          <a:effectLst/>
                          <a:latin typeface="Calibri" panose="020F0502020204030204" pitchFamily="34" charset="0"/>
                          <a:cs typeface="Calibri" panose="020F0502020204030204" pitchFamily="34" charset="0"/>
                        </a:rPr>
                        <a:t> </a:t>
                      </a:r>
                      <a:r>
                        <a:rPr lang="en-US" sz="1200" dirty="0" err="1">
                          <a:effectLst/>
                          <a:latin typeface="Calibri" panose="020F0502020204030204" pitchFamily="34" charset="0"/>
                          <a:cs typeface="Calibri" panose="020F0502020204030204" pitchFamily="34" charset="0"/>
                        </a:rPr>
                        <a:t>monitorabili</a:t>
                      </a:r>
                      <a:r>
                        <a:rPr lang="en-US" sz="1200" dirty="0">
                          <a:effectLst/>
                          <a:latin typeface="Calibri" panose="020F0502020204030204" pitchFamily="34" charset="0"/>
                          <a:cs typeface="Calibri" panose="020F0502020204030204" pitchFamily="34" charset="0"/>
                        </a:rPr>
                        <a:t> e </a:t>
                      </a:r>
                      <a:r>
                        <a:rPr lang="en-US" sz="1200" dirty="0" err="1">
                          <a:effectLst/>
                          <a:latin typeface="Calibri" panose="020F0502020204030204" pitchFamily="34" charset="0"/>
                          <a:cs typeface="Calibri" panose="020F0502020204030204" pitchFamily="34" charset="0"/>
                        </a:rPr>
                        <a:t>collaboratori</a:t>
                      </a:r>
                      <a:r>
                        <a:rPr lang="en-US" sz="1200" dirty="0">
                          <a:effectLst/>
                          <a:latin typeface="Calibri" panose="020F0502020204030204" pitchFamily="34" charset="0"/>
                          <a:cs typeface="Calibri" panose="020F0502020204030204" pitchFamily="34" charset="0"/>
                        </a:rPr>
                        <a:t> </a:t>
                      </a:r>
                      <a:r>
                        <a:rPr lang="en-US" sz="1200" dirty="0" err="1">
                          <a:effectLst/>
                          <a:latin typeface="Calibri" panose="020F0502020204030204" pitchFamily="34" charset="0"/>
                          <a:cs typeface="Calibri" panose="020F0502020204030204" pitchFamily="34" charset="0"/>
                        </a:rPr>
                        <a:t>gestiti</a:t>
                      </a:r>
                      <a:endParaRPr lang="en-US" sz="1200" dirty="0">
                        <a:effectLst/>
                        <a:latin typeface="Calibri" panose="020F0502020204030204" pitchFamily="34" charset="0"/>
                        <a:cs typeface="Calibri" panose="020F0502020204030204" pitchFamily="34" charset="0"/>
                      </a:endParaRPr>
                    </a:p>
                  </a:txBody>
                  <a:tcPr marT="95250" marB="95250"/>
                </a:tc>
                <a:extLst>
                  <a:ext uri="{0D108BD9-81ED-4DB2-BD59-A6C34878D82A}">
                    <a16:rowId xmlns:a16="http://schemas.microsoft.com/office/drawing/2014/main" val="2881289089"/>
                  </a:ext>
                </a:extLst>
              </a:tr>
              <a:tr h="331616">
                <a:tc>
                  <a:txBody>
                    <a:bodyPr/>
                    <a:lstStyle/>
                    <a:p>
                      <a:pPr fontAlgn="t">
                        <a:buNone/>
                      </a:pPr>
                      <a:r>
                        <a:rPr lang="en-US" sz="1200" dirty="0">
                          <a:effectLst/>
                          <a:latin typeface="Calibri" panose="020F0502020204030204" pitchFamily="34" charset="0"/>
                          <a:cs typeface="Calibri" panose="020F0502020204030204" pitchFamily="34" charset="0"/>
                        </a:rPr>
                        <a:t>Assignable Tasks List </a:t>
                      </a:r>
                      <a:r>
                        <a:rPr lang="it-IT" sz="1200" baseline="0" noProof="0" dirty="0">
                          <a:latin typeface="Calibri" panose="020F0502020204030204" pitchFamily="34" charset="0"/>
                          <a:cs typeface="Calibri" panose="020F0502020204030204" pitchFamily="34" charset="0"/>
                          <a:sym typeface="Wingdings" panose="05000000000000000000" pitchFamily="2" charset="2"/>
                        </a:rPr>
                        <a:t></a:t>
                      </a:r>
                      <a:r>
                        <a:rPr lang="en-US" sz="1200" dirty="0">
                          <a:effectLst/>
                          <a:latin typeface="Calibri" panose="020F0502020204030204" pitchFamily="34" charset="0"/>
                          <a:cs typeface="Calibri" panose="020F0502020204030204" pitchFamily="34" charset="0"/>
                        </a:rPr>
                        <a:t> </a:t>
                      </a:r>
                      <a:r>
                        <a:rPr lang="en-US" sz="1200" dirty="0">
                          <a:solidFill>
                            <a:srgbClr val="FF0000"/>
                          </a:solidFill>
                          <a:effectLst/>
                          <a:latin typeface="Calibri" panose="020F0502020204030204" pitchFamily="34" charset="0"/>
                          <a:cs typeface="Calibri" panose="020F0502020204030204" pitchFamily="34" charset="0"/>
                        </a:rPr>
                        <a:t>select task</a:t>
                      </a:r>
                    </a:p>
                  </a:txBody>
                  <a:tcPr marR="228600" marT="95250" marB="95250"/>
                </a:tc>
                <a:tc>
                  <a:txBody>
                    <a:bodyPr/>
                    <a:lstStyle/>
                    <a:p>
                      <a:pPr fontAlgn="t">
                        <a:buNone/>
                      </a:pPr>
                      <a:r>
                        <a:rPr lang="en-US" sz="1200" dirty="0">
                          <a:effectLst/>
                          <a:latin typeface="Calibri" panose="020F0502020204030204" pitchFamily="34" charset="0"/>
                          <a:cs typeface="Calibri" panose="020F0502020204030204" pitchFamily="34" charset="0"/>
                        </a:rPr>
                        <a:t>Popola form con task </a:t>
                      </a:r>
                      <a:r>
                        <a:rPr lang="en-US" sz="1200" dirty="0" err="1">
                          <a:effectLst/>
                          <a:latin typeface="Calibri" panose="020F0502020204030204" pitchFamily="34" charset="0"/>
                          <a:cs typeface="Calibri" panose="020F0502020204030204" pitchFamily="34" charset="0"/>
                        </a:rPr>
                        <a:t>selezionato</a:t>
                      </a:r>
                      <a:r>
                        <a:rPr lang="en-US" sz="1200" dirty="0">
                          <a:effectLst/>
                          <a:latin typeface="Calibri" panose="020F0502020204030204" pitchFamily="34" charset="0"/>
                          <a:cs typeface="Calibri" panose="020F0502020204030204" pitchFamily="34" charset="0"/>
                        </a:rPr>
                        <a:t>, </a:t>
                      </a:r>
                      <a:r>
                        <a:rPr lang="en-US" sz="1200" dirty="0" err="1">
                          <a:effectLst/>
                          <a:latin typeface="Calibri" panose="020F0502020204030204" pitchFamily="34" charset="0"/>
                          <a:cs typeface="Calibri" panose="020F0502020204030204" pitchFamily="34" charset="0"/>
                        </a:rPr>
                        <a:t>collaboratori</a:t>
                      </a:r>
                      <a:r>
                        <a:rPr lang="en-US" sz="1200" dirty="0">
                          <a:effectLst/>
                          <a:latin typeface="Calibri" panose="020F0502020204030204" pitchFamily="34" charset="0"/>
                          <a:cs typeface="Calibri" panose="020F0502020204030204" pitchFamily="34" charset="0"/>
                        </a:rPr>
                        <a:t> </a:t>
                      </a:r>
                      <a:r>
                        <a:rPr lang="en-US" sz="1200" dirty="0" err="1">
                          <a:effectLst/>
                          <a:latin typeface="Calibri" panose="020F0502020204030204" pitchFamily="34" charset="0"/>
                          <a:cs typeface="Calibri" panose="020F0502020204030204" pitchFamily="34" charset="0"/>
                        </a:rPr>
                        <a:t>disponibili</a:t>
                      </a:r>
                      <a:r>
                        <a:rPr lang="en-US" sz="1200" dirty="0">
                          <a:effectLst/>
                          <a:latin typeface="Calibri" panose="020F0502020204030204" pitchFamily="34" charset="0"/>
                          <a:cs typeface="Calibri" panose="020F0502020204030204" pitchFamily="34" charset="0"/>
                        </a:rPr>
                        <a:t> e ore </a:t>
                      </a:r>
                      <a:r>
                        <a:rPr lang="en-US" sz="1200" dirty="0" err="1">
                          <a:effectLst/>
                          <a:latin typeface="Calibri" panose="020F0502020204030204" pitchFamily="34" charset="0"/>
                          <a:cs typeface="Calibri" panose="020F0502020204030204" pitchFamily="34" charset="0"/>
                        </a:rPr>
                        <a:t>previste</a:t>
                      </a:r>
                      <a:r>
                        <a:rPr lang="en-US" sz="1200" dirty="0">
                          <a:effectLst/>
                          <a:latin typeface="Calibri" panose="020F0502020204030204" pitchFamily="34" charset="0"/>
                          <a:cs typeface="Calibri" panose="020F0502020204030204" pitchFamily="34" charset="0"/>
                        </a:rPr>
                        <a:t> </a:t>
                      </a:r>
                      <a:r>
                        <a:rPr lang="en-US" sz="1200" dirty="0" err="1">
                          <a:effectLst/>
                          <a:latin typeface="Calibri" panose="020F0502020204030204" pitchFamily="34" charset="0"/>
                          <a:cs typeface="Calibri" panose="020F0502020204030204" pitchFamily="34" charset="0"/>
                        </a:rPr>
                        <a:t>correnti</a:t>
                      </a:r>
                      <a:endParaRPr lang="en-US" sz="1200" dirty="0">
                        <a:effectLst/>
                        <a:latin typeface="Calibri" panose="020F0502020204030204" pitchFamily="34" charset="0"/>
                        <a:cs typeface="Calibri" panose="020F0502020204030204" pitchFamily="34" charset="0"/>
                      </a:endParaRPr>
                    </a:p>
                  </a:txBody>
                  <a:tcPr marR="228600" marT="95250" marB="95250"/>
                </a:tc>
                <a:tc>
                  <a:txBody>
                    <a:bodyPr/>
                    <a:lstStyle/>
                    <a:p>
                      <a:pPr fontAlgn="t">
                        <a:buNone/>
                      </a:pPr>
                      <a:r>
                        <a:rPr lang="en-US" sz="1200" dirty="0">
                          <a:effectLst/>
                          <a:latin typeface="Calibri" panose="020F0502020204030204" pitchFamily="34" charset="0"/>
                          <a:cs typeface="Calibri" panose="020F0502020204030204" pitchFamily="34" charset="0"/>
                        </a:rPr>
                        <a:t>GET</a:t>
                      </a:r>
                    </a:p>
                    <a:p>
                      <a:pPr fontAlgn="t">
                        <a:buNone/>
                      </a:pPr>
                      <a:r>
                        <a:rPr lang="en-US" sz="1200" dirty="0">
                          <a:effectLst/>
                          <a:latin typeface="Calibri" panose="020F0502020204030204" pitchFamily="34" charset="0"/>
                          <a:cs typeface="Calibri" panose="020F0502020204030204" pitchFamily="34" charset="0"/>
                        </a:rPr>
                        <a:t>GET</a:t>
                      </a:r>
                    </a:p>
                  </a:txBody>
                  <a:tcPr marR="228600" marT="95250" marB="95250"/>
                </a:tc>
                <a:tc>
                  <a:txBody>
                    <a:bodyPr/>
                    <a:lstStyle/>
                    <a:p>
                      <a:pPr fontAlgn="t">
                        <a:buNone/>
                      </a:pPr>
                      <a:r>
                        <a:rPr lang="en-US" sz="1200" dirty="0" err="1">
                          <a:effectLst/>
                          <a:latin typeface="Calibri" panose="020F0502020204030204" pitchFamily="34" charset="0"/>
                          <a:cs typeface="Calibri" panose="020F0502020204030204" pitchFamily="34" charset="0"/>
                        </a:rPr>
                        <a:t>Estrae</a:t>
                      </a:r>
                      <a:r>
                        <a:rPr lang="en-US" sz="1200" dirty="0">
                          <a:effectLst/>
                          <a:latin typeface="Calibri" panose="020F0502020204030204" pitchFamily="34" charset="0"/>
                          <a:cs typeface="Calibri" panose="020F0502020204030204" pitchFamily="34" charset="0"/>
                        </a:rPr>
                        <a:t> </a:t>
                      </a:r>
                      <a:r>
                        <a:rPr lang="en-US" sz="1200" dirty="0" err="1">
                          <a:effectLst/>
                          <a:latin typeface="Calibri" panose="020F0502020204030204" pitchFamily="34" charset="0"/>
                          <a:cs typeface="Calibri" panose="020F0502020204030204" pitchFamily="34" charset="0"/>
                        </a:rPr>
                        <a:t>dettagli</a:t>
                      </a:r>
                      <a:r>
                        <a:rPr lang="en-US" sz="1200" dirty="0">
                          <a:effectLst/>
                          <a:latin typeface="Calibri" panose="020F0502020204030204" pitchFamily="34" charset="0"/>
                          <a:cs typeface="Calibri" panose="020F0502020204030204" pitchFamily="34" charset="0"/>
                        </a:rPr>
                        <a:t> </a:t>
                      </a:r>
                      <a:r>
                        <a:rPr lang="en-US" sz="1200" dirty="0" err="1">
                          <a:effectLst/>
                          <a:latin typeface="Calibri" panose="020F0502020204030204" pitchFamily="34" charset="0"/>
                          <a:cs typeface="Calibri" panose="020F0502020204030204" pitchFamily="34" charset="0"/>
                        </a:rPr>
                        <a:t>assegnamento</a:t>
                      </a:r>
                      <a:r>
                        <a:rPr lang="en-US" sz="1200" dirty="0">
                          <a:effectLst/>
                          <a:latin typeface="Calibri" panose="020F0502020204030204" pitchFamily="34" charset="0"/>
                          <a:cs typeface="Calibri" panose="020F0502020204030204" pitchFamily="34" charset="0"/>
                        </a:rPr>
                        <a:t> task e </a:t>
                      </a:r>
                      <a:r>
                        <a:rPr lang="en-US" sz="1200" dirty="0" err="1">
                          <a:effectLst/>
                          <a:latin typeface="Calibri" panose="020F0502020204030204" pitchFamily="34" charset="0"/>
                          <a:cs typeface="Calibri" panose="020F0502020204030204" pitchFamily="34" charset="0"/>
                        </a:rPr>
                        <a:t>utenti</a:t>
                      </a:r>
                      <a:r>
                        <a:rPr lang="en-US" sz="1200" dirty="0">
                          <a:effectLst/>
                          <a:latin typeface="Calibri" panose="020F0502020204030204" pitchFamily="34" charset="0"/>
                          <a:cs typeface="Calibri" panose="020F0502020204030204" pitchFamily="34" charset="0"/>
                        </a:rPr>
                        <a:t> </a:t>
                      </a:r>
                      <a:r>
                        <a:rPr lang="en-US" sz="1200" dirty="0" err="1">
                          <a:effectLst/>
                          <a:latin typeface="Calibri" panose="020F0502020204030204" pitchFamily="34" charset="0"/>
                          <a:cs typeface="Calibri" panose="020F0502020204030204" pitchFamily="34" charset="0"/>
                        </a:rPr>
                        <a:t>tecnici</a:t>
                      </a:r>
                      <a:r>
                        <a:rPr lang="en-US" sz="1200" dirty="0">
                          <a:effectLst/>
                          <a:latin typeface="Calibri" panose="020F0502020204030204" pitchFamily="34" charset="0"/>
                          <a:cs typeface="Calibri" panose="020F0502020204030204" pitchFamily="34" charset="0"/>
                        </a:rPr>
                        <a:t> </a:t>
                      </a:r>
                      <a:r>
                        <a:rPr lang="en-US" sz="1200" dirty="0" err="1">
                          <a:effectLst/>
                          <a:latin typeface="Calibri" panose="020F0502020204030204" pitchFamily="34" charset="0"/>
                          <a:cs typeface="Calibri" panose="020F0502020204030204" pitchFamily="34" charset="0"/>
                        </a:rPr>
                        <a:t>assegnabili</a:t>
                      </a:r>
                      <a:endParaRPr lang="en-US" sz="1200" dirty="0">
                        <a:effectLst/>
                        <a:latin typeface="Calibri" panose="020F0502020204030204" pitchFamily="34" charset="0"/>
                        <a:cs typeface="Calibri" panose="020F0502020204030204" pitchFamily="34" charset="0"/>
                      </a:endParaRPr>
                    </a:p>
                  </a:txBody>
                  <a:tcPr marT="95250" marB="95250"/>
                </a:tc>
                <a:extLst>
                  <a:ext uri="{0D108BD9-81ED-4DB2-BD59-A6C34878D82A}">
                    <a16:rowId xmlns:a16="http://schemas.microsoft.com/office/drawing/2014/main" val="2739746182"/>
                  </a:ext>
                </a:extLst>
              </a:tr>
              <a:tr h="0">
                <a:tc>
                  <a:txBody>
                    <a:bodyPr/>
                    <a:lstStyle/>
                    <a:p>
                      <a:pPr fontAlgn="t">
                        <a:buNone/>
                      </a:pPr>
                      <a:r>
                        <a:rPr lang="en-US" sz="1200" dirty="0">
                          <a:effectLst/>
                          <a:latin typeface="Calibri" panose="020F0502020204030204" pitchFamily="34" charset="0"/>
                          <a:cs typeface="Calibri" panose="020F0502020204030204" pitchFamily="34" charset="0"/>
                        </a:rPr>
                        <a:t>Task Assignment Form </a:t>
                      </a:r>
                      <a:r>
                        <a:rPr lang="it-IT" sz="1200" baseline="0" noProof="0" dirty="0">
                          <a:latin typeface="Calibri" panose="020F0502020204030204" pitchFamily="34" charset="0"/>
                          <a:cs typeface="Calibri" panose="020F0502020204030204" pitchFamily="34" charset="0"/>
                          <a:sym typeface="Wingdings" panose="05000000000000000000" pitchFamily="2" charset="2"/>
                        </a:rPr>
                        <a:t></a:t>
                      </a:r>
                      <a:r>
                        <a:rPr lang="en-US" sz="1200" dirty="0">
                          <a:effectLst/>
                          <a:latin typeface="Calibri" panose="020F0502020204030204" pitchFamily="34" charset="0"/>
                          <a:cs typeface="Calibri" panose="020F0502020204030204" pitchFamily="34" charset="0"/>
                        </a:rPr>
                        <a:t> </a:t>
                      </a:r>
                      <a:r>
                        <a:rPr lang="en-US" sz="1200" dirty="0">
                          <a:solidFill>
                            <a:srgbClr val="FF0000"/>
                          </a:solidFill>
                          <a:effectLst/>
                          <a:latin typeface="Calibri" panose="020F0502020204030204" pitchFamily="34" charset="0"/>
                          <a:cs typeface="Calibri" panose="020F0502020204030204" pitchFamily="34" charset="0"/>
                        </a:rPr>
                        <a:t>save</a:t>
                      </a:r>
                    </a:p>
                  </a:txBody>
                  <a:tcPr marR="228600" marT="95250" marB="95250"/>
                </a:tc>
                <a:tc>
                  <a:txBody>
                    <a:bodyPr/>
                    <a:lstStyle/>
                    <a:p>
                      <a:pPr fontAlgn="t">
                        <a:buNone/>
                      </a:pPr>
                      <a:r>
                        <a:rPr lang="en-US" sz="1200" dirty="0" err="1">
                          <a:effectLst/>
                          <a:latin typeface="Calibri" panose="020F0502020204030204" pitchFamily="34" charset="0"/>
                          <a:cs typeface="Calibri" panose="020F0502020204030204" pitchFamily="34" charset="0"/>
                        </a:rPr>
                        <a:t>Controlla</a:t>
                      </a:r>
                      <a:r>
                        <a:rPr lang="en-US" sz="1200" dirty="0">
                          <a:effectLst/>
                          <a:latin typeface="Calibri" panose="020F0502020204030204" pitchFamily="34" charset="0"/>
                          <a:cs typeface="Calibri" panose="020F0502020204030204" pitchFamily="34" charset="0"/>
                        </a:rPr>
                        <a:t> </a:t>
                      </a:r>
                      <a:r>
                        <a:rPr lang="en-US" sz="1200" dirty="0" err="1">
                          <a:effectLst/>
                          <a:latin typeface="Calibri" panose="020F0502020204030204" pitchFamily="34" charset="0"/>
                          <a:cs typeface="Calibri" panose="020F0502020204030204" pitchFamily="34" charset="0"/>
                        </a:rPr>
                        <a:t>dati</a:t>
                      </a:r>
                      <a:r>
                        <a:rPr lang="en-US" sz="1200" dirty="0">
                          <a:effectLst/>
                          <a:latin typeface="Calibri" panose="020F0502020204030204" pitchFamily="34" charset="0"/>
                          <a:cs typeface="Calibri" panose="020F0502020204030204" pitchFamily="34" charset="0"/>
                        </a:rPr>
                        <a:t> </a:t>
                      </a:r>
                      <a:r>
                        <a:rPr lang="en-US" sz="1200" dirty="0" err="1">
                          <a:effectLst/>
                          <a:latin typeface="Calibri" panose="020F0502020204030204" pitchFamily="34" charset="0"/>
                          <a:cs typeface="Calibri" panose="020F0502020204030204" pitchFamily="34" charset="0"/>
                        </a:rPr>
                        <a:t>inseriti</a:t>
                      </a:r>
                      <a:r>
                        <a:rPr lang="en-US" sz="1200" dirty="0">
                          <a:effectLst/>
                          <a:latin typeface="Calibri" panose="020F0502020204030204" pitchFamily="34" charset="0"/>
                          <a:cs typeface="Calibri" panose="020F0502020204030204" pitchFamily="34" charset="0"/>
                        </a:rPr>
                        <a:t> e </a:t>
                      </a:r>
                      <a:r>
                        <a:rPr lang="en-US" sz="1200" dirty="0" err="1">
                          <a:effectLst/>
                          <a:latin typeface="Calibri" panose="020F0502020204030204" pitchFamily="34" charset="0"/>
                          <a:cs typeface="Calibri" panose="020F0502020204030204" pitchFamily="34" charset="0"/>
                        </a:rPr>
                        <a:t>invia</a:t>
                      </a:r>
                      <a:r>
                        <a:rPr lang="en-US" sz="1200" dirty="0">
                          <a:effectLst/>
                          <a:latin typeface="Calibri" panose="020F0502020204030204" pitchFamily="34" charset="0"/>
                          <a:cs typeface="Calibri" panose="020F0502020204030204" pitchFamily="34" charset="0"/>
                        </a:rPr>
                        <a:t> </a:t>
                      </a:r>
                      <a:r>
                        <a:rPr lang="en-US" sz="1200" dirty="0" err="1">
                          <a:effectLst/>
                          <a:latin typeface="Calibri" panose="020F0502020204030204" pitchFamily="34" charset="0"/>
                          <a:cs typeface="Calibri" panose="020F0502020204030204" pitchFamily="34" charset="0"/>
                        </a:rPr>
                        <a:t>assegnamento</a:t>
                      </a:r>
                      <a:r>
                        <a:rPr lang="en-US" sz="1200" dirty="0">
                          <a:effectLst/>
                          <a:latin typeface="Calibri" panose="020F0502020204030204" pitchFamily="34" charset="0"/>
                          <a:cs typeface="Calibri" panose="020F0502020204030204" pitchFamily="34" charset="0"/>
                        </a:rPr>
                        <a:t> del task</a:t>
                      </a:r>
                    </a:p>
                  </a:txBody>
                  <a:tcPr marR="228600" marT="95250" marB="95250"/>
                </a:tc>
                <a:tc>
                  <a:txBody>
                    <a:bodyPr/>
                    <a:lstStyle/>
                    <a:p>
                      <a:pPr fontAlgn="t">
                        <a:buNone/>
                      </a:pPr>
                      <a:r>
                        <a:rPr lang="en-US" sz="1200" dirty="0">
                          <a:effectLst/>
                          <a:latin typeface="Calibri" panose="020F0502020204030204" pitchFamily="34" charset="0"/>
                          <a:cs typeface="Calibri" panose="020F0502020204030204" pitchFamily="34" charset="0"/>
                        </a:rPr>
                        <a:t>POST(</a:t>
                      </a:r>
                      <a:r>
                        <a:rPr lang="en-US" sz="1200" dirty="0" err="1">
                          <a:effectLst/>
                          <a:latin typeface="Calibri" panose="020F0502020204030204" pitchFamily="34" charset="0"/>
                          <a:cs typeface="Calibri" panose="020F0502020204030204" pitchFamily="34" charset="0"/>
                        </a:rPr>
                        <a:t>task.id</a:t>
                      </a:r>
                      <a:r>
                        <a:rPr lang="en-US" sz="1200" dirty="0">
                          <a:effectLst/>
                          <a:latin typeface="Calibri" panose="020F0502020204030204" pitchFamily="34" charset="0"/>
                          <a:cs typeface="Calibri" panose="020F0502020204030204" pitchFamily="34" charset="0"/>
                        </a:rPr>
                        <a:t>, </a:t>
                      </a:r>
                      <a:r>
                        <a:rPr lang="en-US" sz="1200" dirty="0" err="1">
                          <a:effectLst/>
                          <a:latin typeface="Calibri" panose="020F0502020204030204" pitchFamily="34" charset="0"/>
                          <a:cs typeface="Calibri" panose="020F0502020204030204" pitchFamily="34" charset="0"/>
                        </a:rPr>
                        <a:t>collaboratorIds</a:t>
                      </a:r>
                      <a:r>
                        <a:rPr lang="en-US" sz="1200" dirty="0">
                          <a:effectLst/>
                          <a:latin typeface="Calibri" panose="020F0502020204030204" pitchFamily="34" charset="0"/>
                          <a:cs typeface="Calibri" panose="020F0502020204030204" pitchFamily="34" charset="0"/>
                        </a:rPr>
                        <a:t>[], </a:t>
                      </a:r>
                      <a:r>
                        <a:rPr lang="en-US" sz="1200" dirty="0" err="1">
                          <a:effectLst/>
                          <a:latin typeface="Calibri" panose="020F0502020204030204" pitchFamily="34" charset="0"/>
                          <a:cs typeface="Calibri" panose="020F0502020204030204" pitchFamily="34" charset="0"/>
                        </a:rPr>
                        <a:t>expectedHours</a:t>
                      </a:r>
                      <a:r>
                        <a:rPr lang="en-US" sz="1200" dirty="0">
                          <a:effectLst/>
                          <a:latin typeface="Calibri" panose="020F0502020204030204" pitchFamily="34" charset="0"/>
                          <a:cs typeface="Calibri" panose="020F0502020204030204" pitchFamily="34" charset="0"/>
                        </a:rPr>
                        <a:t>[])</a:t>
                      </a:r>
                    </a:p>
                  </a:txBody>
                  <a:tcPr marR="228600" marT="95250" marB="95250"/>
                </a:tc>
                <a:tc>
                  <a:txBody>
                    <a:bodyPr/>
                    <a:lstStyle/>
                    <a:p>
                      <a:pPr fontAlgn="t">
                        <a:buNone/>
                      </a:pPr>
                      <a:r>
                        <a:rPr lang="en-US" sz="1200" dirty="0">
                          <a:effectLst/>
                          <a:latin typeface="Calibri" panose="020F0502020204030204" pitchFamily="34" charset="0"/>
                          <a:cs typeface="Calibri" panose="020F0502020204030204" pitchFamily="34" charset="0"/>
                        </a:rPr>
                        <a:t>Valida e </a:t>
                      </a:r>
                      <a:r>
                        <a:rPr lang="en-US" sz="1200" dirty="0" err="1">
                          <a:effectLst/>
                          <a:latin typeface="Calibri" panose="020F0502020204030204" pitchFamily="34" charset="0"/>
                          <a:cs typeface="Calibri" panose="020F0502020204030204" pitchFamily="34" charset="0"/>
                        </a:rPr>
                        <a:t>salva</a:t>
                      </a:r>
                      <a:r>
                        <a:rPr lang="en-US" sz="1200" dirty="0">
                          <a:effectLst/>
                          <a:latin typeface="Calibri" panose="020F0502020204030204" pitchFamily="34" charset="0"/>
                          <a:cs typeface="Calibri" panose="020F0502020204030204" pitchFamily="34" charset="0"/>
                        </a:rPr>
                        <a:t> </a:t>
                      </a:r>
                      <a:r>
                        <a:rPr lang="en-US" sz="1200" dirty="0" err="1">
                          <a:effectLst/>
                          <a:latin typeface="Calibri" panose="020F0502020204030204" pitchFamily="34" charset="0"/>
                          <a:cs typeface="Calibri" panose="020F0502020204030204" pitchFamily="34" charset="0"/>
                        </a:rPr>
                        <a:t>collaboratori</a:t>
                      </a:r>
                      <a:r>
                        <a:rPr lang="en-US" sz="1200" dirty="0">
                          <a:effectLst/>
                          <a:latin typeface="Calibri" panose="020F0502020204030204" pitchFamily="34" charset="0"/>
                          <a:cs typeface="Calibri" panose="020F0502020204030204" pitchFamily="34" charset="0"/>
                        </a:rPr>
                        <a:t> </a:t>
                      </a:r>
                      <a:r>
                        <a:rPr lang="en-US" sz="1200" dirty="0" err="1">
                          <a:effectLst/>
                          <a:latin typeface="Calibri" panose="020F0502020204030204" pitchFamily="34" charset="0"/>
                          <a:cs typeface="Calibri" panose="020F0502020204030204" pitchFamily="34" charset="0"/>
                        </a:rPr>
                        <a:t>assegnati</a:t>
                      </a:r>
                      <a:r>
                        <a:rPr lang="en-US" sz="1200" dirty="0">
                          <a:effectLst/>
                          <a:latin typeface="Calibri" panose="020F0502020204030204" pitchFamily="34" charset="0"/>
                          <a:cs typeface="Calibri" panose="020F0502020204030204" pitchFamily="34" charset="0"/>
                        </a:rPr>
                        <a:t> e ore </a:t>
                      </a:r>
                      <a:r>
                        <a:rPr lang="en-US" sz="1200" dirty="0" err="1">
                          <a:effectLst/>
                          <a:latin typeface="Calibri" panose="020F0502020204030204" pitchFamily="34" charset="0"/>
                          <a:cs typeface="Calibri" panose="020F0502020204030204" pitchFamily="34" charset="0"/>
                        </a:rPr>
                        <a:t>previste</a:t>
                      </a:r>
                      <a:endParaRPr lang="en-US" sz="1200" dirty="0">
                        <a:effectLst/>
                        <a:latin typeface="Calibri" panose="020F0502020204030204" pitchFamily="34" charset="0"/>
                        <a:cs typeface="Calibri" panose="020F0502020204030204" pitchFamily="34" charset="0"/>
                      </a:endParaRPr>
                    </a:p>
                  </a:txBody>
                  <a:tcPr marT="95250" marB="95250"/>
                </a:tc>
                <a:extLst>
                  <a:ext uri="{0D108BD9-81ED-4DB2-BD59-A6C34878D82A}">
                    <a16:rowId xmlns:a16="http://schemas.microsoft.com/office/drawing/2014/main" val="954604780"/>
                  </a:ext>
                </a:extLst>
              </a:tr>
              <a:tr h="0">
                <a:tc>
                  <a:txBody>
                    <a:bodyPr/>
                    <a:lstStyle/>
                    <a:p>
                      <a:pPr fontAlgn="t">
                        <a:buNone/>
                      </a:pPr>
                      <a:r>
                        <a:rPr lang="en-US" sz="1200" dirty="0">
                          <a:effectLst/>
                          <a:latin typeface="Calibri" panose="020F0502020204030204" pitchFamily="34" charset="0"/>
                          <a:cs typeface="Calibri" panose="020F0502020204030204" pitchFamily="34" charset="0"/>
                        </a:rPr>
                        <a:t>Task Assignment Form </a:t>
                      </a:r>
                      <a:r>
                        <a:rPr lang="it-IT" sz="1200" baseline="0" noProof="0" dirty="0">
                          <a:latin typeface="Calibri" panose="020F0502020204030204" pitchFamily="34" charset="0"/>
                          <a:cs typeface="Calibri" panose="020F0502020204030204" pitchFamily="34" charset="0"/>
                          <a:sym typeface="Wingdings" panose="05000000000000000000" pitchFamily="2" charset="2"/>
                        </a:rPr>
                        <a:t></a:t>
                      </a:r>
                      <a:r>
                        <a:rPr lang="en-US" sz="1200" dirty="0">
                          <a:effectLst/>
                          <a:latin typeface="Calibri" panose="020F0502020204030204" pitchFamily="34" charset="0"/>
                          <a:cs typeface="Calibri" panose="020F0502020204030204" pitchFamily="34" charset="0"/>
                        </a:rPr>
                        <a:t> </a:t>
                      </a:r>
                      <a:r>
                        <a:rPr lang="en-US" sz="1200" dirty="0">
                          <a:solidFill>
                            <a:srgbClr val="FF0000"/>
                          </a:solidFill>
                          <a:effectLst/>
                          <a:latin typeface="Calibri" panose="020F0502020204030204" pitchFamily="34" charset="0"/>
                          <a:cs typeface="Calibri" panose="020F0502020204030204" pitchFamily="34" charset="0"/>
                        </a:rPr>
                        <a:t>assign project</a:t>
                      </a:r>
                    </a:p>
                  </a:txBody>
                  <a:tcPr marR="228600" marT="95250" marB="95250"/>
                </a:tc>
                <a:tc>
                  <a:txBody>
                    <a:bodyPr/>
                    <a:lstStyle/>
                    <a:p>
                      <a:pPr fontAlgn="t">
                        <a:buNone/>
                      </a:pPr>
                      <a:r>
                        <a:rPr lang="en-US" sz="1200">
                          <a:effectLst/>
                          <a:latin typeface="Calibri" panose="020F0502020204030204" pitchFamily="34" charset="0"/>
                          <a:cs typeface="Calibri" panose="020F0502020204030204" pitchFamily="34" charset="0"/>
                        </a:rPr>
                        <a:t>Invia richiesta di cambio stato del progetto selezionato</a:t>
                      </a:r>
                    </a:p>
                  </a:txBody>
                  <a:tcPr marR="228600" marT="95250" marB="95250"/>
                </a:tc>
                <a:tc>
                  <a:txBody>
                    <a:bodyPr/>
                    <a:lstStyle/>
                    <a:p>
                      <a:pPr fontAlgn="t">
                        <a:buNone/>
                      </a:pPr>
                      <a:r>
                        <a:rPr lang="en-US" sz="1200" dirty="0">
                          <a:effectLst/>
                          <a:latin typeface="Calibri" panose="020F0502020204030204" pitchFamily="34" charset="0"/>
                          <a:cs typeface="Calibri" panose="020F0502020204030204" pitchFamily="34" charset="0"/>
                        </a:rPr>
                        <a:t>POST(</a:t>
                      </a:r>
                      <a:r>
                        <a:rPr lang="en-US" sz="1200" dirty="0" err="1">
                          <a:effectLst/>
                          <a:latin typeface="Calibri" panose="020F0502020204030204" pitchFamily="34" charset="0"/>
                          <a:cs typeface="Calibri" panose="020F0502020204030204" pitchFamily="34" charset="0"/>
                        </a:rPr>
                        <a:t>project.id</a:t>
                      </a:r>
                      <a:r>
                        <a:rPr lang="en-US" sz="1200" dirty="0">
                          <a:effectLst/>
                          <a:latin typeface="Calibri" panose="020F0502020204030204" pitchFamily="34" charset="0"/>
                          <a:cs typeface="Calibri" panose="020F0502020204030204" pitchFamily="34" charset="0"/>
                        </a:rPr>
                        <a:t>)</a:t>
                      </a:r>
                    </a:p>
                  </a:txBody>
                  <a:tcPr marR="228600" marT="95250" marB="95250"/>
                </a:tc>
                <a:tc>
                  <a:txBody>
                    <a:bodyPr/>
                    <a:lstStyle/>
                    <a:p>
                      <a:pPr fontAlgn="t">
                        <a:buNone/>
                      </a:pPr>
                      <a:r>
                        <a:rPr lang="en-US" sz="1200" dirty="0" err="1">
                          <a:effectLst/>
                          <a:latin typeface="Calibri" panose="020F0502020204030204" pitchFamily="34" charset="0"/>
                          <a:cs typeface="Calibri" panose="020F0502020204030204" pitchFamily="34" charset="0"/>
                        </a:rPr>
                        <a:t>Verifica</a:t>
                      </a:r>
                      <a:r>
                        <a:rPr lang="en-US" sz="1200" dirty="0">
                          <a:effectLst/>
                          <a:latin typeface="Calibri" panose="020F0502020204030204" pitchFamily="34" charset="0"/>
                          <a:cs typeface="Calibri" panose="020F0502020204030204" pitchFamily="34" charset="0"/>
                        </a:rPr>
                        <a:t> </a:t>
                      </a:r>
                      <a:r>
                        <a:rPr lang="en-US" sz="1200" dirty="0" err="1">
                          <a:effectLst/>
                          <a:latin typeface="Calibri" panose="020F0502020204030204" pitchFamily="34" charset="0"/>
                          <a:cs typeface="Calibri" panose="020F0502020204030204" pitchFamily="34" charset="0"/>
                        </a:rPr>
                        <a:t>assegnamenti</a:t>
                      </a:r>
                      <a:r>
                        <a:rPr lang="en-US" sz="1200" dirty="0">
                          <a:effectLst/>
                          <a:latin typeface="Calibri" panose="020F0502020204030204" pitchFamily="34" charset="0"/>
                          <a:cs typeface="Calibri" panose="020F0502020204030204" pitchFamily="34" charset="0"/>
                        </a:rPr>
                        <a:t> </a:t>
                      </a:r>
                      <a:r>
                        <a:rPr lang="en-US" sz="1200" dirty="0" err="1">
                          <a:effectLst/>
                          <a:latin typeface="Calibri" panose="020F0502020204030204" pitchFamily="34" charset="0"/>
                          <a:cs typeface="Calibri" panose="020F0502020204030204" pitchFamily="34" charset="0"/>
                        </a:rPr>
                        <a:t>completi</a:t>
                      </a:r>
                      <a:r>
                        <a:rPr lang="en-US" sz="1200" dirty="0">
                          <a:effectLst/>
                          <a:latin typeface="Calibri" panose="020F0502020204030204" pitchFamily="34" charset="0"/>
                          <a:cs typeface="Calibri" panose="020F0502020204030204" pitchFamily="34" charset="0"/>
                        </a:rPr>
                        <a:t> e </a:t>
                      </a:r>
                      <a:r>
                        <a:rPr lang="en-US" sz="1200" dirty="0" err="1">
                          <a:effectLst/>
                          <a:latin typeface="Calibri" panose="020F0502020204030204" pitchFamily="34" charset="0"/>
                          <a:cs typeface="Calibri" panose="020F0502020204030204" pitchFamily="34" charset="0"/>
                        </a:rPr>
                        <a:t>imposta</a:t>
                      </a:r>
                      <a:r>
                        <a:rPr lang="en-US" sz="1200" dirty="0">
                          <a:effectLst/>
                          <a:latin typeface="Calibri" panose="020F0502020204030204" pitchFamily="34" charset="0"/>
                          <a:cs typeface="Calibri" panose="020F0502020204030204" pitchFamily="34" charset="0"/>
                        </a:rPr>
                        <a:t> </a:t>
                      </a:r>
                      <a:r>
                        <a:rPr lang="en-US" sz="1200" dirty="0" err="1">
                          <a:effectLst/>
                          <a:latin typeface="Calibri" panose="020F0502020204030204" pitchFamily="34" charset="0"/>
                          <a:cs typeface="Calibri" panose="020F0502020204030204" pitchFamily="34" charset="0"/>
                        </a:rPr>
                        <a:t>stato</a:t>
                      </a:r>
                      <a:r>
                        <a:rPr lang="en-US" sz="1200" dirty="0">
                          <a:effectLst/>
                          <a:latin typeface="Calibri" panose="020F0502020204030204" pitchFamily="34" charset="0"/>
                          <a:cs typeface="Calibri" panose="020F0502020204030204" pitchFamily="34" charset="0"/>
                        </a:rPr>
                        <a:t> ASSEGNATO</a:t>
                      </a:r>
                    </a:p>
                  </a:txBody>
                  <a:tcPr marT="95250" marB="95250"/>
                </a:tc>
                <a:extLst>
                  <a:ext uri="{0D108BD9-81ED-4DB2-BD59-A6C34878D82A}">
                    <a16:rowId xmlns:a16="http://schemas.microsoft.com/office/drawing/2014/main" val="2154432009"/>
                  </a:ext>
                </a:extLst>
              </a:tr>
              <a:tr h="223598">
                <a:tc>
                  <a:txBody>
                    <a:bodyPr/>
                    <a:lstStyle/>
                    <a:p>
                      <a:pPr fontAlgn="t">
                        <a:buNone/>
                      </a:pPr>
                      <a:r>
                        <a:rPr lang="en-US" sz="1200" dirty="0">
                          <a:effectLst/>
                          <a:latin typeface="Calibri" panose="020F0502020204030204" pitchFamily="34" charset="0"/>
                          <a:cs typeface="Calibri" panose="020F0502020204030204" pitchFamily="34" charset="0"/>
                        </a:rPr>
                        <a:t>Monitorable Projects List </a:t>
                      </a:r>
                      <a:r>
                        <a:rPr lang="it-IT" sz="1200" baseline="0" noProof="0" dirty="0">
                          <a:latin typeface="Calibri" panose="020F0502020204030204" pitchFamily="34" charset="0"/>
                          <a:cs typeface="Calibri" panose="020F0502020204030204" pitchFamily="34" charset="0"/>
                          <a:sym typeface="Wingdings" panose="05000000000000000000" pitchFamily="2" charset="2"/>
                        </a:rPr>
                        <a:t></a:t>
                      </a:r>
                      <a:r>
                        <a:rPr lang="en-US" sz="1200" dirty="0">
                          <a:effectLst/>
                          <a:latin typeface="Calibri" panose="020F0502020204030204" pitchFamily="34" charset="0"/>
                          <a:cs typeface="Calibri" panose="020F0502020204030204" pitchFamily="34" charset="0"/>
                        </a:rPr>
                        <a:t> </a:t>
                      </a:r>
                      <a:r>
                        <a:rPr lang="en-US" sz="1200" dirty="0">
                          <a:solidFill>
                            <a:srgbClr val="FF0000"/>
                          </a:solidFill>
                          <a:effectLst/>
                          <a:latin typeface="Calibri" panose="020F0502020204030204" pitchFamily="34" charset="0"/>
                          <a:cs typeface="Calibri" panose="020F0502020204030204" pitchFamily="34" charset="0"/>
                        </a:rPr>
                        <a:t>select project</a:t>
                      </a:r>
                    </a:p>
                  </a:txBody>
                  <a:tcPr marR="228600" marT="95250" marB="95250"/>
                </a:tc>
                <a:tc>
                  <a:txBody>
                    <a:bodyPr/>
                    <a:lstStyle/>
                    <a:p>
                      <a:pPr fontAlgn="t">
                        <a:buNone/>
                      </a:pPr>
                      <a:r>
                        <a:rPr lang="en-US" sz="1200">
                          <a:effectLst/>
                          <a:latin typeface="Calibri" panose="020F0502020204030204" pitchFamily="34" charset="0"/>
                          <a:cs typeface="Calibri" panose="020F0502020204030204" pitchFamily="34" charset="0"/>
                        </a:rPr>
                        <a:t>Mostra report mensile del progetto selezionato</a:t>
                      </a:r>
                    </a:p>
                  </a:txBody>
                  <a:tcPr marR="228600" marT="95250" marB="95250"/>
                </a:tc>
                <a:tc>
                  <a:txBody>
                    <a:bodyPr/>
                    <a:lstStyle/>
                    <a:p>
                      <a:pPr fontAlgn="t">
                        <a:buNone/>
                      </a:pPr>
                      <a:r>
                        <a:rPr lang="en-US" sz="1200" dirty="0">
                          <a:effectLst/>
                          <a:latin typeface="Calibri" panose="020F0502020204030204" pitchFamily="34" charset="0"/>
                          <a:cs typeface="Calibri" panose="020F0502020204030204" pitchFamily="34" charset="0"/>
                        </a:rPr>
                        <a:t>GET(</a:t>
                      </a:r>
                      <a:r>
                        <a:rPr lang="en-US" sz="1200" dirty="0" err="1">
                          <a:effectLst/>
                          <a:latin typeface="Calibri" panose="020F0502020204030204" pitchFamily="34" charset="0"/>
                          <a:cs typeface="Calibri" panose="020F0502020204030204" pitchFamily="34" charset="0"/>
                        </a:rPr>
                        <a:t>project.id</a:t>
                      </a:r>
                      <a:r>
                        <a:rPr lang="en-US" sz="1200" dirty="0">
                          <a:effectLst/>
                          <a:latin typeface="Calibri" panose="020F0502020204030204" pitchFamily="34" charset="0"/>
                          <a:cs typeface="Calibri" panose="020F0502020204030204" pitchFamily="34" charset="0"/>
                        </a:rPr>
                        <a:t>)</a:t>
                      </a:r>
                    </a:p>
                  </a:txBody>
                  <a:tcPr marR="228600" marT="95250" marB="95250"/>
                </a:tc>
                <a:tc>
                  <a:txBody>
                    <a:bodyPr/>
                    <a:lstStyle/>
                    <a:p>
                      <a:pPr fontAlgn="t">
                        <a:buNone/>
                      </a:pPr>
                      <a:r>
                        <a:rPr lang="en-US" sz="1200" dirty="0" err="1">
                          <a:effectLst/>
                          <a:latin typeface="Calibri" panose="020F0502020204030204" pitchFamily="34" charset="0"/>
                          <a:cs typeface="Calibri" panose="020F0502020204030204" pitchFamily="34" charset="0"/>
                        </a:rPr>
                        <a:t>Estrae</a:t>
                      </a:r>
                      <a:r>
                        <a:rPr lang="en-US" sz="1200" dirty="0">
                          <a:effectLst/>
                          <a:latin typeface="Calibri" panose="020F0502020204030204" pitchFamily="34" charset="0"/>
                          <a:cs typeface="Calibri" panose="020F0502020204030204" pitchFamily="34" charset="0"/>
                        </a:rPr>
                        <a:t> </a:t>
                      </a:r>
                      <a:r>
                        <a:rPr lang="en-US" sz="1200" dirty="0" err="1">
                          <a:effectLst/>
                          <a:latin typeface="Calibri" panose="020F0502020204030204" pitchFamily="34" charset="0"/>
                          <a:cs typeface="Calibri" panose="020F0502020204030204" pitchFamily="34" charset="0"/>
                        </a:rPr>
                        <a:t>dati</a:t>
                      </a:r>
                      <a:r>
                        <a:rPr lang="en-US" sz="1200" dirty="0">
                          <a:effectLst/>
                          <a:latin typeface="Calibri" panose="020F0502020204030204" pitchFamily="34" charset="0"/>
                          <a:cs typeface="Calibri" panose="020F0502020204030204" pitchFamily="34" charset="0"/>
                        </a:rPr>
                        <a:t> di </a:t>
                      </a:r>
                      <a:r>
                        <a:rPr lang="en-US" sz="1200" dirty="0" err="1">
                          <a:effectLst/>
                          <a:latin typeface="Calibri" panose="020F0502020204030204" pitchFamily="34" charset="0"/>
                          <a:cs typeface="Calibri" panose="020F0502020204030204" pitchFamily="34" charset="0"/>
                        </a:rPr>
                        <a:t>monitoraggio</a:t>
                      </a:r>
                      <a:r>
                        <a:rPr lang="en-US" sz="1200" dirty="0">
                          <a:effectLst/>
                          <a:latin typeface="Calibri" panose="020F0502020204030204" pitchFamily="34" charset="0"/>
                          <a:cs typeface="Calibri" panose="020F0502020204030204" pitchFamily="34" charset="0"/>
                        </a:rPr>
                        <a:t> del </a:t>
                      </a:r>
                      <a:r>
                        <a:rPr lang="en-US" sz="1200" dirty="0" err="1">
                          <a:effectLst/>
                          <a:latin typeface="Calibri" panose="020F0502020204030204" pitchFamily="34" charset="0"/>
                          <a:cs typeface="Calibri" panose="020F0502020204030204" pitchFamily="34" charset="0"/>
                        </a:rPr>
                        <a:t>progetto</a:t>
                      </a:r>
                      <a:endParaRPr lang="en-US" sz="1200" dirty="0">
                        <a:effectLst/>
                        <a:latin typeface="Calibri" panose="020F0502020204030204" pitchFamily="34" charset="0"/>
                        <a:cs typeface="Calibri" panose="020F0502020204030204" pitchFamily="34" charset="0"/>
                      </a:endParaRPr>
                    </a:p>
                  </a:txBody>
                  <a:tcPr marT="95250" marB="95250"/>
                </a:tc>
                <a:extLst>
                  <a:ext uri="{0D108BD9-81ED-4DB2-BD59-A6C34878D82A}">
                    <a16:rowId xmlns:a16="http://schemas.microsoft.com/office/drawing/2014/main" val="839894636"/>
                  </a:ext>
                </a:extLst>
              </a:tr>
              <a:tr h="0">
                <a:tc>
                  <a:txBody>
                    <a:bodyPr/>
                    <a:lstStyle/>
                    <a:p>
                      <a:pPr fontAlgn="t">
                        <a:buNone/>
                      </a:pPr>
                      <a:r>
                        <a:rPr lang="en-US" sz="1200" dirty="0">
                          <a:effectLst/>
                          <a:latin typeface="Calibri" panose="020F0502020204030204" pitchFamily="34" charset="0"/>
                          <a:cs typeface="Calibri" panose="020F0502020204030204" pitchFamily="34" charset="0"/>
                        </a:rPr>
                        <a:t>Project Monitoring Report </a:t>
                      </a:r>
                      <a:r>
                        <a:rPr lang="it-IT" sz="1200" baseline="0" noProof="0" dirty="0">
                          <a:latin typeface="Calibri" panose="020F0502020204030204" pitchFamily="34" charset="0"/>
                          <a:cs typeface="Calibri" panose="020F0502020204030204" pitchFamily="34" charset="0"/>
                          <a:sym typeface="Wingdings" panose="05000000000000000000" pitchFamily="2" charset="2"/>
                        </a:rPr>
                        <a:t></a:t>
                      </a:r>
                      <a:r>
                        <a:rPr lang="en-US" sz="1200" dirty="0">
                          <a:effectLst/>
                          <a:latin typeface="Calibri" panose="020F0502020204030204" pitchFamily="34" charset="0"/>
                          <a:cs typeface="Calibri" panose="020F0502020204030204" pitchFamily="34" charset="0"/>
                        </a:rPr>
                        <a:t> </a:t>
                      </a:r>
                      <a:r>
                        <a:rPr lang="en-US" sz="1200" dirty="0">
                          <a:solidFill>
                            <a:srgbClr val="FF0000"/>
                          </a:solidFill>
                          <a:effectLst/>
                          <a:latin typeface="Calibri" panose="020F0502020204030204" pitchFamily="34" charset="0"/>
                          <a:cs typeface="Calibri" panose="020F0502020204030204" pitchFamily="34" charset="0"/>
                        </a:rPr>
                        <a:t>conclude project</a:t>
                      </a:r>
                    </a:p>
                  </a:txBody>
                  <a:tcPr marR="228600" marT="95250" marB="95250"/>
                </a:tc>
                <a:tc>
                  <a:txBody>
                    <a:bodyPr/>
                    <a:lstStyle/>
                    <a:p>
                      <a:pPr fontAlgn="t">
                        <a:buNone/>
                      </a:pPr>
                      <a:r>
                        <a:rPr lang="en-US" sz="1200">
                          <a:effectLst/>
                          <a:latin typeface="Calibri" panose="020F0502020204030204" pitchFamily="34" charset="0"/>
                          <a:cs typeface="Calibri" panose="020F0502020204030204" pitchFamily="34" charset="0"/>
                        </a:rPr>
                        <a:t>Invia richiesta di conclusione del progetto selezionato</a:t>
                      </a:r>
                    </a:p>
                  </a:txBody>
                  <a:tcPr marR="228600" marT="95250" marB="95250"/>
                </a:tc>
                <a:tc>
                  <a:txBody>
                    <a:bodyPr/>
                    <a:lstStyle/>
                    <a:p>
                      <a:pPr fontAlgn="t">
                        <a:buNone/>
                      </a:pPr>
                      <a:r>
                        <a:rPr lang="en-US" sz="1200" dirty="0">
                          <a:effectLst/>
                          <a:latin typeface="Calibri" panose="020F0502020204030204" pitchFamily="34" charset="0"/>
                          <a:cs typeface="Calibri" panose="020F0502020204030204" pitchFamily="34" charset="0"/>
                        </a:rPr>
                        <a:t>POST(</a:t>
                      </a:r>
                      <a:r>
                        <a:rPr lang="en-US" sz="1200" dirty="0" err="1">
                          <a:effectLst/>
                          <a:latin typeface="Calibri" panose="020F0502020204030204" pitchFamily="34" charset="0"/>
                          <a:cs typeface="Calibri" panose="020F0502020204030204" pitchFamily="34" charset="0"/>
                        </a:rPr>
                        <a:t>project.id</a:t>
                      </a:r>
                      <a:r>
                        <a:rPr lang="en-US" sz="1200" dirty="0">
                          <a:effectLst/>
                          <a:latin typeface="Calibri" panose="020F0502020204030204" pitchFamily="34" charset="0"/>
                          <a:cs typeface="Calibri" panose="020F0502020204030204" pitchFamily="34" charset="0"/>
                        </a:rPr>
                        <a:t>)</a:t>
                      </a:r>
                    </a:p>
                  </a:txBody>
                  <a:tcPr marR="228600" marT="95250" marB="95250"/>
                </a:tc>
                <a:tc>
                  <a:txBody>
                    <a:bodyPr/>
                    <a:lstStyle/>
                    <a:p>
                      <a:pPr fontAlgn="t">
                        <a:buNone/>
                      </a:pPr>
                      <a:r>
                        <a:rPr lang="en-US" sz="1200" dirty="0" err="1">
                          <a:effectLst/>
                          <a:latin typeface="Calibri" panose="020F0502020204030204" pitchFamily="34" charset="0"/>
                          <a:cs typeface="Calibri" panose="020F0502020204030204" pitchFamily="34" charset="0"/>
                        </a:rPr>
                        <a:t>Verifica</a:t>
                      </a:r>
                      <a:r>
                        <a:rPr lang="en-US" sz="1200" dirty="0">
                          <a:effectLst/>
                          <a:latin typeface="Calibri" panose="020F0502020204030204" pitchFamily="34" charset="0"/>
                          <a:cs typeface="Calibri" panose="020F0502020204030204" pitchFamily="34" charset="0"/>
                        </a:rPr>
                        <a:t> ore </a:t>
                      </a:r>
                      <a:r>
                        <a:rPr lang="en-US" sz="1200" dirty="0" err="1">
                          <a:effectLst/>
                          <a:latin typeface="Calibri" panose="020F0502020204030204" pitchFamily="34" charset="0"/>
                          <a:cs typeface="Calibri" panose="020F0502020204030204" pitchFamily="34" charset="0"/>
                        </a:rPr>
                        <a:t>lavorate</a:t>
                      </a:r>
                      <a:r>
                        <a:rPr lang="en-US" sz="1200" dirty="0">
                          <a:effectLst/>
                          <a:latin typeface="Calibri" panose="020F0502020204030204" pitchFamily="34" charset="0"/>
                          <a:cs typeface="Calibri" panose="020F0502020204030204" pitchFamily="34" charset="0"/>
                        </a:rPr>
                        <a:t> &gt;= ore </a:t>
                      </a:r>
                      <a:r>
                        <a:rPr lang="en-US" sz="1200" dirty="0" err="1">
                          <a:effectLst/>
                          <a:latin typeface="Calibri" panose="020F0502020204030204" pitchFamily="34" charset="0"/>
                          <a:cs typeface="Calibri" panose="020F0502020204030204" pitchFamily="34" charset="0"/>
                        </a:rPr>
                        <a:t>previste</a:t>
                      </a:r>
                      <a:r>
                        <a:rPr lang="en-US" sz="1200" dirty="0">
                          <a:effectLst/>
                          <a:latin typeface="Calibri" panose="020F0502020204030204" pitchFamily="34" charset="0"/>
                          <a:cs typeface="Calibri" panose="020F0502020204030204" pitchFamily="34" charset="0"/>
                        </a:rPr>
                        <a:t> e </a:t>
                      </a:r>
                      <a:r>
                        <a:rPr lang="en-US" sz="1200" dirty="0" err="1">
                          <a:effectLst/>
                          <a:latin typeface="Calibri" panose="020F0502020204030204" pitchFamily="34" charset="0"/>
                          <a:cs typeface="Calibri" panose="020F0502020204030204" pitchFamily="34" charset="0"/>
                        </a:rPr>
                        <a:t>imposta</a:t>
                      </a:r>
                      <a:r>
                        <a:rPr lang="en-US" sz="1200" dirty="0">
                          <a:effectLst/>
                          <a:latin typeface="Calibri" panose="020F0502020204030204" pitchFamily="34" charset="0"/>
                          <a:cs typeface="Calibri" panose="020F0502020204030204" pitchFamily="34" charset="0"/>
                        </a:rPr>
                        <a:t> </a:t>
                      </a:r>
                      <a:r>
                        <a:rPr lang="en-US" sz="1200" dirty="0" err="1">
                          <a:effectLst/>
                          <a:latin typeface="Calibri" panose="020F0502020204030204" pitchFamily="34" charset="0"/>
                          <a:cs typeface="Calibri" panose="020F0502020204030204" pitchFamily="34" charset="0"/>
                        </a:rPr>
                        <a:t>stato</a:t>
                      </a:r>
                      <a:r>
                        <a:rPr lang="en-US" sz="1200" dirty="0">
                          <a:effectLst/>
                          <a:latin typeface="Calibri" panose="020F0502020204030204" pitchFamily="34" charset="0"/>
                          <a:cs typeface="Calibri" panose="020F0502020204030204" pitchFamily="34" charset="0"/>
                        </a:rPr>
                        <a:t> CONCLUSO</a:t>
                      </a:r>
                    </a:p>
                  </a:txBody>
                  <a:tcPr marT="95250" marB="95250"/>
                </a:tc>
                <a:extLst>
                  <a:ext uri="{0D108BD9-81ED-4DB2-BD59-A6C34878D82A}">
                    <a16:rowId xmlns:a16="http://schemas.microsoft.com/office/drawing/2014/main" val="2640082781"/>
                  </a:ext>
                </a:extLst>
              </a:tr>
              <a:tr h="0">
                <a:tc>
                  <a:txBody>
                    <a:bodyPr/>
                    <a:lstStyle/>
                    <a:p>
                      <a:pPr fontAlgn="t">
                        <a:buNone/>
                      </a:pPr>
                      <a:r>
                        <a:rPr lang="en-US" sz="1200" dirty="0">
                          <a:effectLst/>
                          <a:latin typeface="Calibri" panose="020F0502020204030204" pitchFamily="34" charset="0"/>
                          <a:cs typeface="Calibri" panose="020F0502020204030204" pitchFamily="34" charset="0"/>
                        </a:rPr>
                        <a:t>Managed Collaborators List </a:t>
                      </a:r>
                      <a:r>
                        <a:rPr lang="it-IT" sz="1200" baseline="0" noProof="0" dirty="0">
                          <a:latin typeface="Calibri" panose="020F0502020204030204" pitchFamily="34" charset="0"/>
                          <a:cs typeface="Calibri" panose="020F0502020204030204" pitchFamily="34" charset="0"/>
                          <a:sym typeface="Wingdings" panose="05000000000000000000" pitchFamily="2" charset="2"/>
                        </a:rPr>
                        <a:t></a:t>
                      </a:r>
                      <a:r>
                        <a:rPr lang="en-US" sz="1200" dirty="0">
                          <a:effectLst/>
                          <a:latin typeface="Calibri" panose="020F0502020204030204" pitchFamily="34" charset="0"/>
                          <a:cs typeface="Calibri" panose="020F0502020204030204" pitchFamily="34" charset="0"/>
                        </a:rPr>
                        <a:t> </a:t>
                      </a:r>
                      <a:r>
                        <a:rPr lang="en-US" sz="1200" dirty="0">
                          <a:solidFill>
                            <a:srgbClr val="FF0000"/>
                          </a:solidFill>
                          <a:effectLst/>
                          <a:latin typeface="Calibri" panose="020F0502020204030204" pitchFamily="34" charset="0"/>
                          <a:cs typeface="Calibri" panose="020F0502020204030204" pitchFamily="34" charset="0"/>
                        </a:rPr>
                        <a:t>select collaborator</a:t>
                      </a:r>
                    </a:p>
                  </a:txBody>
                  <a:tcPr marR="228600" marT="95250" marB="95250"/>
                </a:tc>
                <a:tc>
                  <a:txBody>
                    <a:bodyPr/>
                    <a:lstStyle/>
                    <a:p>
                      <a:pPr fontAlgn="t">
                        <a:buNone/>
                      </a:pPr>
                      <a:r>
                        <a:rPr lang="en-US" sz="1200">
                          <a:effectLst/>
                          <a:latin typeface="Calibri" panose="020F0502020204030204" pitchFamily="34" charset="0"/>
                          <a:cs typeface="Calibri" panose="020F0502020204030204" pitchFamily="34" charset="0"/>
                        </a:rPr>
                        <a:t>Mostra report ore del collaboratore selezionato</a:t>
                      </a:r>
                    </a:p>
                  </a:txBody>
                  <a:tcPr marR="228600" marT="95250" marB="95250"/>
                </a:tc>
                <a:tc>
                  <a:txBody>
                    <a:bodyPr/>
                    <a:lstStyle/>
                    <a:p>
                      <a:pPr fontAlgn="t">
                        <a:buNone/>
                      </a:pPr>
                      <a:r>
                        <a:rPr lang="en-US" sz="1200">
                          <a:effectLst/>
                          <a:latin typeface="Calibri" panose="020F0502020204030204" pitchFamily="34" charset="0"/>
                          <a:cs typeface="Calibri" panose="020F0502020204030204" pitchFamily="34" charset="0"/>
                        </a:rPr>
                        <a:t>GET(collaborator.id)</a:t>
                      </a:r>
                    </a:p>
                  </a:txBody>
                  <a:tcPr marR="228600" marT="95250" marB="95250"/>
                </a:tc>
                <a:tc>
                  <a:txBody>
                    <a:bodyPr/>
                    <a:lstStyle/>
                    <a:p>
                      <a:pPr fontAlgn="t">
                        <a:buNone/>
                      </a:pPr>
                      <a:r>
                        <a:rPr lang="en-US" sz="1200" dirty="0" err="1">
                          <a:effectLst/>
                          <a:latin typeface="Calibri" panose="020F0502020204030204" pitchFamily="34" charset="0"/>
                          <a:cs typeface="Calibri" panose="020F0502020204030204" pitchFamily="34" charset="0"/>
                        </a:rPr>
                        <a:t>Estrae</a:t>
                      </a:r>
                      <a:r>
                        <a:rPr lang="en-US" sz="1200" dirty="0">
                          <a:effectLst/>
                          <a:latin typeface="Calibri" panose="020F0502020204030204" pitchFamily="34" charset="0"/>
                          <a:cs typeface="Calibri" panose="020F0502020204030204" pitchFamily="34" charset="0"/>
                        </a:rPr>
                        <a:t> </a:t>
                      </a:r>
                      <a:r>
                        <a:rPr lang="en-US" sz="1200" dirty="0" err="1">
                          <a:effectLst/>
                          <a:latin typeface="Calibri" panose="020F0502020204030204" pitchFamily="34" charset="0"/>
                          <a:cs typeface="Calibri" panose="020F0502020204030204" pitchFamily="34" charset="0"/>
                        </a:rPr>
                        <a:t>dati</a:t>
                      </a:r>
                      <a:r>
                        <a:rPr lang="en-US" sz="1200" dirty="0">
                          <a:effectLst/>
                          <a:latin typeface="Calibri" panose="020F0502020204030204" pitchFamily="34" charset="0"/>
                          <a:cs typeface="Calibri" panose="020F0502020204030204" pitchFamily="34" charset="0"/>
                        </a:rPr>
                        <a:t> di </a:t>
                      </a:r>
                      <a:r>
                        <a:rPr lang="en-US" sz="1200" dirty="0" err="1">
                          <a:effectLst/>
                          <a:latin typeface="Calibri" panose="020F0502020204030204" pitchFamily="34" charset="0"/>
                          <a:cs typeface="Calibri" panose="020F0502020204030204" pitchFamily="34" charset="0"/>
                        </a:rPr>
                        <a:t>monitoraggio</a:t>
                      </a:r>
                      <a:r>
                        <a:rPr lang="en-US" sz="1200" dirty="0">
                          <a:effectLst/>
                          <a:latin typeface="Calibri" panose="020F0502020204030204" pitchFamily="34" charset="0"/>
                          <a:cs typeface="Calibri" panose="020F0502020204030204" pitchFamily="34" charset="0"/>
                        </a:rPr>
                        <a:t> del </a:t>
                      </a:r>
                      <a:r>
                        <a:rPr lang="en-US" sz="1200" dirty="0" err="1">
                          <a:effectLst/>
                          <a:latin typeface="Calibri" panose="020F0502020204030204" pitchFamily="34" charset="0"/>
                          <a:cs typeface="Calibri" panose="020F0502020204030204" pitchFamily="34" charset="0"/>
                        </a:rPr>
                        <a:t>collaboratore</a:t>
                      </a:r>
                      <a:endParaRPr lang="en-US" sz="1200" dirty="0">
                        <a:effectLst/>
                        <a:latin typeface="Calibri" panose="020F0502020204030204" pitchFamily="34" charset="0"/>
                        <a:cs typeface="Calibri" panose="020F0502020204030204" pitchFamily="34" charset="0"/>
                      </a:endParaRPr>
                    </a:p>
                  </a:txBody>
                  <a:tcPr marT="95250" marB="95250"/>
                </a:tc>
                <a:extLst>
                  <a:ext uri="{0D108BD9-81ED-4DB2-BD59-A6C34878D82A}">
                    <a16:rowId xmlns:a16="http://schemas.microsoft.com/office/drawing/2014/main" val="480730769"/>
                  </a:ext>
                </a:extLst>
              </a:tr>
            </a:tbl>
          </a:graphicData>
        </a:graphic>
      </p:graphicFrame>
    </p:spTree>
    <p:extLst>
      <p:ext uri="{BB962C8B-B14F-4D97-AF65-F5344CB8AC3E}">
        <p14:creationId xmlns:p14="http://schemas.microsoft.com/office/powerpoint/2010/main" val="708500573"/>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E2EBAF7-D4E9-4EC2-096C-DE1ECAFBABFF}"/>
            </a:ext>
          </a:extLst>
        </p:cNvPr>
        <p:cNvGrpSpPr/>
        <p:nvPr/>
      </p:nvGrpSpPr>
      <p:grpSpPr>
        <a:xfrm>
          <a:off x="0" y="0"/>
          <a:ext cx="0" cy="0"/>
          <a:chOff x="0" y="0"/>
          <a:chExt cx="0" cy="0"/>
        </a:xfrm>
      </p:grpSpPr>
      <p:sp>
        <p:nvSpPr>
          <p:cNvPr id="4" name="Google Shape;135;p26">
            <a:extLst>
              <a:ext uri="{FF2B5EF4-FFF2-40B4-BE49-F238E27FC236}">
                <a16:creationId xmlns:a16="http://schemas.microsoft.com/office/drawing/2014/main" id="{D2312C22-0CC0-D413-3FFB-DF9086C27275}"/>
              </a:ext>
            </a:extLst>
          </p:cNvPr>
          <p:cNvSpPr txBox="1">
            <a:spLocks/>
          </p:cNvSpPr>
          <p:nvPr/>
        </p:nvSpPr>
        <p:spPr>
          <a:xfrm>
            <a:off x="426631" y="258833"/>
            <a:ext cx="11338737" cy="1143000"/>
          </a:xfrm>
          <a:prstGeom prst="rect">
            <a:avLst/>
          </a:prstGeom>
          <a:noFill/>
          <a:ln>
            <a:noFill/>
          </a:ln>
        </p:spPr>
        <p:txBody>
          <a:bodyPr spcFirstLastPara="1" wrap="square" lIns="107269" tIns="53620" rIns="107269" bIns="53620" anchor="ctr" anchorCtr="0">
            <a:noAutofit/>
          </a:bodyPr>
          <a:lstStyle>
            <a:defPPr marR="0" lvl="0" algn="l" rtl="0">
              <a:lnSpc>
                <a:spcPct val="100000"/>
              </a:lnSpc>
              <a:spcBef>
                <a:spcPts val="0"/>
              </a:spcBef>
              <a:spcAft>
                <a:spcPts val="0"/>
              </a:spcAft>
            </a:defPPr>
            <a:lvl1pPr marR="0" lvl="0" algn="ctr" rtl="0">
              <a:lnSpc>
                <a:spcPct val="100000"/>
              </a:lnSpc>
              <a:spcBef>
                <a:spcPts val="0"/>
              </a:spcBef>
              <a:spcAft>
                <a:spcPts val="0"/>
              </a:spcAft>
              <a:buClr>
                <a:schemeClr val="dk1"/>
              </a:buClr>
              <a:buSzPts val="1800"/>
              <a:buFont typeface="Calibri"/>
              <a:buNone/>
              <a:defRPr sz="44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9pPr>
          </a:lstStyle>
          <a:p>
            <a:pPr>
              <a:buClr>
                <a:prstClr val="black"/>
              </a:buClr>
              <a:defRPr/>
            </a:pPr>
            <a:r>
              <a:rPr lang="en-US" noProof="1">
                <a:solidFill>
                  <a:schemeClr val="tx1"/>
                </a:solidFill>
              </a:rPr>
              <a:t>Controller / Event handler (</a:t>
            </a:r>
            <a:r>
              <a:rPr kumimoji="0" lang="en-US" sz="4400" b="0" i="0" u="none" strike="noStrike" kern="1200" cap="none" spc="0" normalizeH="0" baseline="0" noProof="1">
                <a:ln>
                  <a:noFill/>
                </a:ln>
                <a:solidFill>
                  <a:schemeClr val="tx1"/>
                </a:solidFill>
                <a:effectLst/>
                <a:uLnTx/>
                <a:uFillTx/>
                <a:latin typeface="Calibri"/>
                <a:cs typeface="Calibri"/>
                <a:sym typeface="Calibri"/>
              </a:rPr>
              <a:t>manager)</a:t>
            </a:r>
          </a:p>
        </p:txBody>
      </p:sp>
      <p:graphicFrame>
        <p:nvGraphicFramePr>
          <p:cNvPr id="2" name="Table 1">
            <a:extLst>
              <a:ext uri="{FF2B5EF4-FFF2-40B4-BE49-F238E27FC236}">
                <a16:creationId xmlns:a16="http://schemas.microsoft.com/office/drawing/2014/main" id="{01F6700C-976B-6C6E-E90D-1BDA7B5E0FC3}"/>
              </a:ext>
            </a:extLst>
          </p:cNvPr>
          <p:cNvGraphicFramePr>
            <a:graphicFrameLocks noGrp="1"/>
          </p:cNvGraphicFramePr>
          <p:nvPr>
            <p:extLst>
              <p:ext uri="{D42A27DB-BD31-4B8C-83A1-F6EECF244321}">
                <p14:modId xmlns:p14="http://schemas.microsoft.com/office/powerpoint/2010/main" val="921204315"/>
              </p:ext>
            </p:extLst>
          </p:nvPr>
        </p:nvGraphicFramePr>
        <p:xfrm>
          <a:off x="426632" y="1192603"/>
          <a:ext cx="11338736" cy="5063475"/>
        </p:xfrm>
        <a:graphic>
          <a:graphicData uri="http://schemas.openxmlformats.org/drawingml/2006/table">
            <a:tbl>
              <a:tblPr firstRow="1" bandRow="1">
                <a:tableStyleId>{00A15C55-8517-42AA-B614-E9B94910E393}</a:tableStyleId>
              </a:tblPr>
              <a:tblGrid>
                <a:gridCol w="2386372">
                  <a:extLst>
                    <a:ext uri="{9D8B030D-6E8A-4147-A177-3AD203B41FA5}">
                      <a16:colId xmlns:a16="http://schemas.microsoft.com/office/drawing/2014/main" val="235445318"/>
                    </a:ext>
                  </a:extLst>
                </a:gridCol>
                <a:gridCol w="3943786">
                  <a:extLst>
                    <a:ext uri="{9D8B030D-6E8A-4147-A177-3AD203B41FA5}">
                      <a16:colId xmlns:a16="http://schemas.microsoft.com/office/drawing/2014/main" val="2807583141"/>
                    </a:ext>
                  </a:extLst>
                </a:gridCol>
                <a:gridCol w="1968403">
                  <a:extLst>
                    <a:ext uri="{9D8B030D-6E8A-4147-A177-3AD203B41FA5}">
                      <a16:colId xmlns:a16="http://schemas.microsoft.com/office/drawing/2014/main" val="3946285172"/>
                    </a:ext>
                  </a:extLst>
                </a:gridCol>
                <a:gridCol w="3040175">
                  <a:extLst>
                    <a:ext uri="{9D8B030D-6E8A-4147-A177-3AD203B41FA5}">
                      <a16:colId xmlns:a16="http://schemas.microsoft.com/office/drawing/2014/main" val="455709899"/>
                    </a:ext>
                  </a:extLst>
                </a:gridCol>
              </a:tblGrid>
              <a:tr h="465386">
                <a:tc gridSpan="2">
                  <a:txBody>
                    <a:bodyPr/>
                    <a:lstStyle/>
                    <a:p>
                      <a:pPr algn="ctr"/>
                      <a:r>
                        <a:rPr lang="en-US" sz="1200" dirty="0">
                          <a:latin typeface="Calibri" panose="020F0502020204030204" pitchFamily="34" charset="0"/>
                          <a:cs typeface="Calibri" panose="020F0502020204030204" pitchFamily="34" charset="0"/>
                        </a:rPr>
                        <a:t>Client Side</a:t>
                      </a:r>
                    </a:p>
                  </a:txBody>
                  <a:tcPr anchor="ctr"/>
                </a:tc>
                <a:tc hMerge="1">
                  <a:txBody>
                    <a:bodyPr/>
                    <a:lstStyle/>
                    <a:p>
                      <a:endParaRPr lang="en-US" dirty="0"/>
                    </a:p>
                  </a:txBody>
                  <a:tcPr/>
                </a:tc>
                <a:tc gridSpan="2">
                  <a:txBody>
                    <a:bodyPr/>
                    <a:lstStyle/>
                    <a:p>
                      <a:pPr algn="ctr"/>
                      <a:r>
                        <a:rPr lang="en-US" sz="1200" dirty="0">
                          <a:latin typeface="Calibri" panose="020F0502020204030204" pitchFamily="34" charset="0"/>
                          <a:cs typeface="Calibri" panose="020F0502020204030204" pitchFamily="34" charset="0"/>
                        </a:rPr>
                        <a:t>Server Side</a:t>
                      </a:r>
                    </a:p>
                  </a:txBody>
                  <a:tcPr anchor="ctr"/>
                </a:tc>
                <a:tc hMerge="1">
                  <a:txBody>
                    <a:bodyPr/>
                    <a:lstStyle/>
                    <a:p>
                      <a:endParaRPr lang="en-US" dirty="0"/>
                    </a:p>
                  </a:txBody>
                  <a:tcPr/>
                </a:tc>
                <a:extLst>
                  <a:ext uri="{0D108BD9-81ED-4DB2-BD59-A6C34878D82A}">
                    <a16:rowId xmlns:a16="http://schemas.microsoft.com/office/drawing/2014/main" val="3065940527"/>
                  </a:ext>
                </a:extLst>
              </a:tr>
              <a:tr h="338509">
                <a:tc>
                  <a:txBody>
                    <a:bodyPr/>
                    <a:lstStyle/>
                    <a:p>
                      <a:pPr algn="ctr"/>
                      <a:r>
                        <a:rPr lang="en-US" sz="1200" dirty="0" err="1">
                          <a:latin typeface="Calibri" panose="020F0502020204030204" pitchFamily="34" charset="0"/>
                          <a:cs typeface="Calibri" panose="020F0502020204030204" pitchFamily="34" charset="0"/>
                        </a:rPr>
                        <a:t>Evento</a:t>
                      </a:r>
                      <a:endParaRPr lang="en-US" sz="1200" dirty="0">
                        <a:latin typeface="Calibri" panose="020F0502020204030204" pitchFamily="34" charset="0"/>
                        <a:cs typeface="Calibri" panose="020F0502020204030204" pitchFamily="34" charset="0"/>
                      </a:endParaRPr>
                    </a:p>
                  </a:txBody>
                  <a:tcPr anchor="ctr"/>
                </a:tc>
                <a:tc>
                  <a:txBody>
                    <a:bodyPr/>
                    <a:lstStyle/>
                    <a:p>
                      <a:pPr algn="ctr"/>
                      <a:r>
                        <a:rPr lang="en-US" sz="1200" dirty="0" err="1">
                          <a:latin typeface="Calibri" panose="020F0502020204030204" pitchFamily="34" charset="0"/>
                          <a:cs typeface="Calibri" panose="020F0502020204030204" pitchFamily="34" charset="0"/>
                        </a:rPr>
                        <a:t>Controllore</a:t>
                      </a:r>
                      <a:endParaRPr lang="en-US" sz="1200" dirty="0">
                        <a:latin typeface="Calibri" panose="020F0502020204030204" pitchFamily="34" charset="0"/>
                        <a:cs typeface="Calibri" panose="020F0502020204030204" pitchFamily="34" charset="0"/>
                      </a:endParaRPr>
                    </a:p>
                  </a:txBody>
                  <a:tcPr anchor="ctr"/>
                </a:tc>
                <a:tc>
                  <a:txBody>
                    <a:bodyPr/>
                    <a:lstStyle/>
                    <a:p>
                      <a:pPr algn="ctr"/>
                      <a:r>
                        <a:rPr lang="en-US" sz="1200" dirty="0" err="1">
                          <a:latin typeface="Calibri" panose="020F0502020204030204" pitchFamily="34" charset="0"/>
                          <a:cs typeface="Calibri" panose="020F0502020204030204" pitchFamily="34" charset="0"/>
                        </a:rPr>
                        <a:t>Evento</a:t>
                      </a:r>
                      <a:endParaRPr lang="en-US" sz="1200" dirty="0">
                        <a:latin typeface="Calibri" panose="020F0502020204030204" pitchFamily="34" charset="0"/>
                        <a:cs typeface="Calibri" panose="020F0502020204030204" pitchFamily="34" charset="0"/>
                      </a:endParaRPr>
                    </a:p>
                  </a:txBody>
                  <a:tcPr anchor="ctr"/>
                </a:tc>
                <a:tc>
                  <a:txBody>
                    <a:bodyPr/>
                    <a:lstStyle/>
                    <a:p>
                      <a:pPr algn="ctr"/>
                      <a:r>
                        <a:rPr lang="en-US" sz="1200" dirty="0" err="1">
                          <a:latin typeface="Calibri" panose="020F0502020204030204" pitchFamily="34" charset="0"/>
                          <a:cs typeface="Calibri" panose="020F0502020204030204" pitchFamily="34" charset="0"/>
                        </a:rPr>
                        <a:t>Controllore</a:t>
                      </a:r>
                      <a:endParaRPr lang="en-US" sz="1200" dirty="0">
                        <a:latin typeface="Calibri" panose="020F0502020204030204" pitchFamily="34" charset="0"/>
                        <a:cs typeface="Calibri" panose="020F0502020204030204" pitchFamily="34" charset="0"/>
                      </a:endParaRPr>
                    </a:p>
                  </a:txBody>
                  <a:tcPr anchor="ctr"/>
                </a:tc>
                <a:extLst>
                  <a:ext uri="{0D108BD9-81ED-4DB2-BD59-A6C34878D82A}">
                    <a16:rowId xmlns:a16="http://schemas.microsoft.com/office/drawing/2014/main" val="3343563429"/>
                  </a:ext>
                </a:extLst>
              </a:tr>
              <a:tr h="372961">
                <a:tc>
                  <a:txBody>
                    <a:bodyPr/>
                    <a:lstStyle/>
                    <a:p>
                      <a:pPr fontAlgn="t">
                        <a:buNone/>
                      </a:pPr>
                      <a:r>
                        <a:rPr lang="en-US" sz="1200" dirty="0">
                          <a:effectLst/>
                          <a:latin typeface="Calibri" panose="020F0502020204030204" pitchFamily="34" charset="0"/>
                          <a:cs typeface="Calibri" panose="020F0502020204030204" pitchFamily="34" charset="0"/>
                        </a:rPr>
                        <a:t>Home Manager </a:t>
                      </a:r>
                      <a:r>
                        <a:rPr lang="it-IT" sz="1200" baseline="0" noProof="0" dirty="0">
                          <a:latin typeface="Calibri" panose="020F0502020204030204" pitchFamily="34" charset="0"/>
                          <a:cs typeface="Calibri" panose="020F0502020204030204" pitchFamily="34" charset="0"/>
                          <a:sym typeface="Wingdings" panose="05000000000000000000" pitchFamily="2" charset="2"/>
                        </a:rPr>
                        <a:t></a:t>
                      </a:r>
                      <a:r>
                        <a:rPr lang="en-US" sz="1200" dirty="0">
                          <a:effectLst/>
                          <a:latin typeface="Calibri" panose="020F0502020204030204" pitchFamily="34" charset="0"/>
                          <a:cs typeface="Calibri" panose="020F0502020204030204" pitchFamily="34" charset="0"/>
                        </a:rPr>
                        <a:t> </a:t>
                      </a:r>
                      <a:r>
                        <a:rPr lang="en-US" sz="1200" dirty="0">
                          <a:solidFill>
                            <a:srgbClr val="FF0000"/>
                          </a:solidFill>
                          <a:effectLst/>
                          <a:latin typeface="Calibri" panose="020F0502020204030204" pitchFamily="34" charset="0"/>
                          <a:cs typeface="Calibri" panose="020F0502020204030204" pitchFamily="34" charset="0"/>
                        </a:rPr>
                        <a:t>load</a:t>
                      </a:r>
                    </a:p>
                  </a:txBody>
                  <a:tcPr marR="228600" marT="95250" marB="95250"/>
                </a:tc>
                <a:tc>
                  <a:txBody>
                    <a:bodyPr/>
                    <a:lstStyle/>
                    <a:p>
                      <a:pPr fontAlgn="t">
                        <a:buNone/>
                      </a:pPr>
                      <a:r>
                        <a:rPr lang="en-US" sz="1200" dirty="0">
                          <a:effectLst/>
                          <a:latin typeface="Calibri" panose="020F0502020204030204" pitchFamily="34" charset="0"/>
                          <a:cs typeface="Calibri" panose="020F0502020204030204" pitchFamily="34" charset="0"/>
                        </a:rPr>
                        <a:t>Function </a:t>
                      </a:r>
                      <a:r>
                        <a:rPr lang="en-US" sz="1200" dirty="0" err="1">
                          <a:effectLst/>
                          <a:latin typeface="Calibri" panose="020F0502020204030204" pitchFamily="34" charset="0"/>
                          <a:cs typeface="Calibri" panose="020F0502020204030204" pitchFamily="34" charset="0"/>
                        </a:rPr>
                        <a:t>PageOrchestrator.start</a:t>
                      </a:r>
                      <a:endParaRPr lang="en-US" sz="1200" dirty="0">
                        <a:effectLst/>
                        <a:latin typeface="Calibri" panose="020F0502020204030204" pitchFamily="34" charset="0"/>
                        <a:cs typeface="Calibri" panose="020F0502020204030204" pitchFamily="34" charset="0"/>
                      </a:endParaRPr>
                    </a:p>
                  </a:txBody>
                  <a:tcPr marR="228600" marT="95250" marB="95250"/>
                </a:tc>
                <a:tc>
                  <a:txBody>
                    <a:bodyPr/>
                    <a:lstStyle/>
                    <a:p>
                      <a:pPr fontAlgn="t">
                        <a:buNone/>
                      </a:pPr>
                      <a:r>
                        <a:rPr lang="en-US" sz="1200" dirty="0">
                          <a:effectLst/>
                          <a:latin typeface="Calibri" panose="020F0502020204030204" pitchFamily="34" charset="0"/>
                          <a:cs typeface="Calibri" panose="020F0502020204030204" pitchFamily="34" charset="0"/>
                        </a:rPr>
                        <a:t>GET</a:t>
                      </a:r>
                    </a:p>
                    <a:p>
                      <a:pPr fontAlgn="t">
                        <a:buNone/>
                      </a:pPr>
                      <a:r>
                        <a:rPr lang="en-US" sz="1200" dirty="0">
                          <a:effectLst/>
                          <a:latin typeface="Calibri" panose="020F0502020204030204" pitchFamily="34" charset="0"/>
                          <a:cs typeface="Calibri" panose="020F0502020204030204" pitchFamily="34" charset="0"/>
                        </a:rPr>
                        <a:t>GET</a:t>
                      </a:r>
                    </a:p>
                    <a:p>
                      <a:pPr fontAlgn="t">
                        <a:buNone/>
                      </a:pPr>
                      <a:r>
                        <a:rPr lang="en-US" sz="1200" dirty="0">
                          <a:effectLst/>
                          <a:latin typeface="Calibri" panose="020F0502020204030204" pitchFamily="34" charset="0"/>
                          <a:cs typeface="Calibri" panose="020F0502020204030204" pitchFamily="34" charset="0"/>
                        </a:rPr>
                        <a:t>GET</a:t>
                      </a:r>
                    </a:p>
                  </a:txBody>
                  <a:tcPr marR="228600" marT="95250" marB="95250"/>
                </a:tc>
                <a:tc>
                  <a:txBody>
                    <a:bodyPr/>
                    <a:lstStyle/>
                    <a:p>
                      <a:pPr fontAlgn="t">
                        <a:buNone/>
                      </a:pPr>
                      <a:r>
                        <a:rPr lang="en-US" sz="1200" dirty="0" err="1">
                          <a:effectLst/>
                          <a:latin typeface="Calibri" panose="020F0502020204030204" pitchFamily="34" charset="0"/>
                          <a:cs typeface="Calibri" panose="020F0502020204030204" pitchFamily="34" charset="0"/>
                        </a:rPr>
                        <a:t>GetAssignableTasks</a:t>
                      </a:r>
                      <a:r>
                        <a:rPr lang="en-US" sz="1200" dirty="0">
                          <a:effectLst/>
                          <a:latin typeface="Calibri" panose="020F0502020204030204" pitchFamily="34" charset="0"/>
                          <a:cs typeface="Calibri" panose="020F0502020204030204" pitchFamily="34" charset="0"/>
                        </a:rPr>
                        <a:t> servlet</a:t>
                      </a:r>
                    </a:p>
                    <a:p>
                      <a:pPr fontAlgn="t">
                        <a:buNone/>
                      </a:pPr>
                      <a:r>
                        <a:rPr lang="en-US" sz="1200" dirty="0" err="1">
                          <a:effectLst/>
                          <a:latin typeface="Calibri" panose="020F0502020204030204" pitchFamily="34" charset="0"/>
                          <a:cs typeface="Calibri" panose="020F0502020204030204" pitchFamily="34" charset="0"/>
                        </a:rPr>
                        <a:t>GetMonitorableProjects</a:t>
                      </a:r>
                      <a:r>
                        <a:rPr lang="en-US" sz="1200" dirty="0">
                          <a:effectLst/>
                          <a:latin typeface="Calibri" panose="020F0502020204030204" pitchFamily="34" charset="0"/>
                          <a:cs typeface="Calibri" panose="020F0502020204030204" pitchFamily="34" charset="0"/>
                        </a:rPr>
                        <a:t> servlet</a:t>
                      </a:r>
                    </a:p>
                    <a:p>
                      <a:pPr fontAlgn="t">
                        <a:buNone/>
                      </a:pPr>
                      <a:r>
                        <a:rPr lang="en-US" sz="1200" dirty="0" err="1">
                          <a:effectLst/>
                          <a:latin typeface="Calibri" panose="020F0502020204030204" pitchFamily="34" charset="0"/>
                          <a:cs typeface="Calibri" panose="020F0502020204030204" pitchFamily="34" charset="0"/>
                        </a:rPr>
                        <a:t>GetManagedCollaborators</a:t>
                      </a:r>
                      <a:r>
                        <a:rPr lang="en-US" sz="1200" dirty="0">
                          <a:effectLst/>
                          <a:latin typeface="Calibri" panose="020F0502020204030204" pitchFamily="34" charset="0"/>
                          <a:cs typeface="Calibri" panose="020F0502020204030204" pitchFamily="34" charset="0"/>
                        </a:rPr>
                        <a:t> servlet</a:t>
                      </a:r>
                    </a:p>
                  </a:txBody>
                  <a:tcPr marT="95250" marB="95250"/>
                </a:tc>
                <a:extLst>
                  <a:ext uri="{0D108BD9-81ED-4DB2-BD59-A6C34878D82A}">
                    <a16:rowId xmlns:a16="http://schemas.microsoft.com/office/drawing/2014/main" val="2881289089"/>
                  </a:ext>
                </a:extLst>
              </a:tr>
              <a:tr h="331616">
                <a:tc>
                  <a:txBody>
                    <a:bodyPr/>
                    <a:lstStyle/>
                    <a:p>
                      <a:pPr fontAlgn="t">
                        <a:buNone/>
                      </a:pPr>
                      <a:r>
                        <a:rPr lang="en-US" sz="1200" dirty="0">
                          <a:effectLst/>
                          <a:latin typeface="Calibri" panose="020F0502020204030204" pitchFamily="34" charset="0"/>
                          <a:cs typeface="Calibri" panose="020F0502020204030204" pitchFamily="34" charset="0"/>
                        </a:rPr>
                        <a:t>Assignable Tasks List </a:t>
                      </a:r>
                      <a:r>
                        <a:rPr lang="it-IT" sz="1200" baseline="0" noProof="0" dirty="0">
                          <a:latin typeface="Calibri" panose="020F0502020204030204" pitchFamily="34" charset="0"/>
                          <a:cs typeface="Calibri" panose="020F0502020204030204" pitchFamily="34" charset="0"/>
                          <a:sym typeface="Wingdings" panose="05000000000000000000" pitchFamily="2" charset="2"/>
                        </a:rPr>
                        <a:t></a:t>
                      </a:r>
                      <a:r>
                        <a:rPr lang="en-US" sz="1200" dirty="0">
                          <a:effectLst/>
                          <a:latin typeface="Calibri" panose="020F0502020204030204" pitchFamily="34" charset="0"/>
                          <a:cs typeface="Calibri" panose="020F0502020204030204" pitchFamily="34" charset="0"/>
                        </a:rPr>
                        <a:t> </a:t>
                      </a:r>
                      <a:r>
                        <a:rPr lang="en-US" sz="1200" dirty="0">
                          <a:solidFill>
                            <a:srgbClr val="FF0000"/>
                          </a:solidFill>
                          <a:effectLst/>
                          <a:latin typeface="Calibri" panose="020F0502020204030204" pitchFamily="34" charset="0"/>
                          <a:cs typeface="Calibri" panose="020F0502020204030204" pitchFamily="34" charset="0"/>
                        </a:rPr>
                        <a:t>select task</a:t>
                      </a:r>
                    </a:p>
                  </a:txBody>
                  <a:tcPr marR="228600" marT="95250" marB="95250"/>
                </a:tc>
                <a:tc>
                  <a:txBody>
                    <a:bodyPr/>
                    <a:lstStyle/>
                    <a:p>
                      <a:pPr fontAlgn="t">
                        <a:buNone/>
                      </a:pPr>
                      <a:r>
                        <a:rPr lang="en-US" sz="1200" dirty="0">
                          <a:effectLst/>
                          <a:latin typeface="Calibri" panose="020F0502020204030204" pitchFamily="34" charset="0"/>
                          <a:cs typeface="Calibri" panose="020F0502020204030204" pitchFamily="34" charset="0"/>
                        </a:rPr>
                        <a:t>Function </a:t>
                      </a:r>
                      <a:r>
                        <a:rPr lang="en-US" sz="1200" dirty="0" err="1">
                          <a:effectLst/>
                          <a:latin typeface="Calibri" panose="020F0502020204030204" pitchFamily="34" charset="0"/>
                          <a:cs typeface="Calibri" panose="020F0502020204030204" pitchFamily="34" charset="0"/>
                        </a:rPr>
                        <a:t>TaskAssignmentForm.show</a:t>
                      </a:r>
                      <a:endParaRPr lang="en-US" sz="1200" dirty="0">
                        <a:effectLst/>
                        <a:latin typeface="Calibri" panose="020F0502020204030204" pitchFamily="34" charset="0"/>
                        <a:cs typeface="Calibri" panose="020F0502020204030204" pitchFamily="34" charset="0"/>
                      </a:endParaRPr>
                    </a:p>
                  </a:txBody>
                  <a:tcPr marR="228600" marT="95250" marB="95250"/>
                </a:tc>
                <a:tc>
                  <a:txBody>
                    <a:bodyPr/>
                    <a:lstStyle/>
                    <a:p>
                      <a:pPr fontAlgn="t">
                        <a:buNone/>
                      </a:pPr>
                      <a:r>
                        <a:rPr lang="en-US" sz="1200" dirty="0">
                          <a:effectLst/>
                          <a:latin typeface="Calibri" panose="020F0502020204030204" pitchFamily="34" charset="0"/>
                          <a:cs typeface="Calibri" panose="020F0502020204030204" pitchFamily="34" charset="0"/>
                        </a:rPr>
                        <a:t>GET</a:t>
                      </a:r>
                    </a:p>
                    <a:p>
                      <a:pPr fontAlgn="t">
                        <a:buNone/>
                      </a:pPr>
                      <a:r>
                        <a:rPr lang="en-US" sz="1200" dirty="0">
                          <a:effectLst/>
                          <a:latin typeface="Calibri" panose="020F0502020204030204" pitchFamily="34" charset="0"/>
                          <a:cs typeface="Calibri" panose="020F0502020204030204" pitchFamily="34" charset="0"/>
                        </a:rPr>
                        <a:t>GET</a:t>
                      </a:r>
                    </a:p>
                  </a:txBody>
                  <a:tcPr marR="228600" marT="95250" marB="95250"/>
                </a:tc>
                <a:tc>
                  <a:txBody>
                    <a:bodyPr/>
                    <a:lstStyle/>
                    <a:p>
                      <a:pPr fontAlgn="t">
                        <a:buNone/>
                      </a:pPr>
                      <a:r>
                        <a:rPr lang="en-US" sz="1200" dirty="0" err="1">
                          <a:effectLst/>
                          <a:latin typeface="Calibri" panose="020F0502020204030204" pitchFamily="34" charset="0"/>
                          <a:cs typeface="Calibri" panose="020F0502020204030204" pitchFamily="34" charset="0"/>
                        </a:rPr>
                        <a:t>GetTaskAssignmentDetails</a:t>
                      </a:r>
                      <a:r>
                        <a:rPr lang="en-US" sz="1200" dirty="0">
                          <a:effectLst/>
                          <a:latin typeface="Calibri" panose="020F0502020204030204" pitchFamily="34" charset="0"/>
                          <a:cs typeface="Calibri" panose="020F0502020204030204" pitchFamily="34" charset="0"/>
                        </a:rPr>
                        <a:t> servlet</a:t>
                      </a:r>
                    </a:p>
                    <a:p>
                      <a:pPr fontAlgn="t">
                        <a:buNone/>
                      </a:pPr>
                      <a:r>
                        <a:rPr lang="en-US" sz="1200" dirty="0" err="1">
                          <a:effectLst/>
                          <a:latin typeface="Calibri" panose="020F0502020204030204" pitchFamily="34" charset="0"/>
                          <a:cs typeface="Calibri" panose="020F0502020204030204" pitchFamily="34" charset="0"/>
                        </a:rPr>
                        <a:t>GetTechnicalUsersExceptManager</a:t>
                      </a:r>
                      <a:r>
                        <a:rPr lang="en-US" sz="1200" dirty="0">
                          <a:effectLst/>
                          <a:latin typeface="Calibri" panose="020F0502020204030204" pitchFamily="34" charset="0"/>
                          <a:cs typeface="Calibri" panose="020F0502020204030204" pitchFamily="34" charset="0"/>
                        </a:rPr>
                        <a:t> servlet</a:t>
                      </a:r>
                    </a:p>
                  </a:txBody>
                  <a:tcPr marT="95250" marB="95250"/>
                </a:tc>
                <a:extLst>
                  <a:ext uri="{0D108BD9-81ED-4DB2-BD59-A6C34878D82A}">
                    <a16:rowId xmlns:a16="http://schemas.microsoft.com/office/drawing/2014/main" val="2739746182"/>
                  </a:ext>
                </a:extLst>
              </a:tr>
              <a:tr h="0">
                <a:tc>
                  <a:txBody>
                    <a:bodyPr/>
                    <a:lstStyle/>
                    <a:p>
                      <a:pPr fontAlgn="t">
                        <a:buNone/>
                      </a:pPr>
                      <a:r>
                        <a:rPr lang="en-US" sz="1200" dirty="0">
                          <a:effectLst/>
                          <a:latin typeface="Calibri" panose="020F0502020204030204" pitchFamily="34" charset="0"/>
                          <a:cs typeface="Calibri" panose="020F0502020204030204" pitchFamily="34" charset="0"/>
                        </a:rPr>
                        <a:t>Task Assignment Form </a:t>
                      </a:r>
                      <a:r>
                        <a:rPr lang="it-IT" sz="1200" baseline="0" noProof="0" dirty="0">
                          <a:latin typeface="Calibri" panose="020F0502020204030204" pitchFamily="34" charset="0"/>
                          <a:cs typeface="Calibri" panose="020F0502020204030204" pitchFamily="34" charset="0"/>
                          <a:sym typeface="Wingdings" panose="05000000000000000000" pitchFamily="2" charset="2"/>
                        </a:rPr>
                        <a:t></a:t>
                      </a:r>
                      <a:r>
                        <a:rPr lang="en-US" sz="1200" dirty="0">
                          <a:effectLst/>
                          <a:latin typeface="Calibri" panose="020F0502020204030204" pitchFamily="34" charset="0"/>
                          <a:cs typeface="Calibri" panose="020F0502020204030204" pitchFamily="34" charset="0"/>
                        </a:rPr>
                        <a:t> </a:t>
                      </a:r>
                      <a:r>
                        <a:rPr lang="en-US" sz="1200" dirty="0">
                          <a:solidFill>
                            <a:srgbClr val="FF0000"/>
                          </a:solidFill>
                          <a:effectLst/>
                          <a:latin typeface="Calibri" panose="020F0502020204030204" pitchFamily="34" charset="0"/>
                          <a:cs typeface="Calibri" panose="020F0502020204030204" pitchFamily="34" charset="0"/>
                        </a:rPr>
                        <a:t>save</a:t>
                      </a:r>
                    </a:p>
                  </a:txBody>
                  <a:tcPr marR="228600" marT="95250" marB="95250"/>
                </a:tc>
                <a:tc>
                  <a:txBody>
                    <a:bodyPr/>
                    <a:lstStyle/>
                    <a:p>
                      <a:pPr fontAlgn="t">
                        <a:buNone/>
                      </a:pPr>
                      <a:r>
                        <a:rPr lang="en-US" sz="1200" dirty="0">
                          <a:effectLst/>
                          <a:latin typeface="Calibri" panose="020F0502020204030204" pitchFamily="34" charset="0"/>
                          <a:cs typeface="Calibri" panose="020F0502020204030204" pitchFamily="34" charset="0"/>
                        </a:rPr>
                        <a:t>Function </a:t>
                      </a:r>
                      <a:r>
                        <a:rPr lang="en-US" sz="1200" dirty="0" err="1">
                          <a:effectLst/>
                          <a:latin typeface="Calibri" panose="020F0502020204030204" pitchFamily="34" charset="0"/>
                          <a:cs typeface="Calibri" panose="020F0502020204030204" pitchFamily="34" charset="0"/>
                        </a:rPr>
                        <a:t>makeCall</a:t>
                      </a:r>
                      <a:endParaRPr lang="en-US" sz="1200" dirty="0">
                        <a:effectLst/>
                        <a:latin typeface="Calibri" panose="020F0502020204030204" pitchFamily="34" charset="0"/>
                        <a:cs typeface="Calibri" panose="020F0502020204030204" pitchFamily="34" charset="0"/>
                      </a:endParaRPr>
                    </a:p>
                  </a:txBody>
                  <a:tcPr marR="228600" marT="95250" marB="95250"/>
                </a:tc>
                <a:tc>
                  <a:txBody>
                    <a:bodyPr/>
                    <a:lstStyle/>
                    <a:p>
                      <a:pPr fontAlgn="t">
                        <a:buNone/>
                      </a:pPr>
                      <a:r>
                        <a:rPr lang="en-US" sz="1200">
                          <a:effectLst/>
                          <a:latin typeface="Calibri" panose="020F0502020204030204" pitchFamily="34" charset="0"/>
                          <a:cs typeface="Calibri" panose="020F0502020204030204" pitchFamily="34" charset="0"/>
                        </a:rPr>
                        <a:t>POST(task.id, collaboratorIds[], expectedHours[])</a:t>
                      </a:r>
                    </a:p>
                  </a:txBody>
                  <a:tcPr marR="228600" marT="95250" marB="95250"/>
                </a:tc>
                <a:tc>
                  <a:txBody>
                    <a:bodyPr/>
                    <a:lstStyle/>
                    <a:p>
                      <a:pPr fontAlgn="t">
                        <a:buNone/>
                      </a:pPr>
                      <a:r>
                        <a:rPr lang="en-US" sz="1200" dirty="0" err="1">
                          <a:effectLst/>
                          <a:latin typeface="Calibri" panose="020F0502020204030204" pitchFamily="34" charset="0"/>
                          <a:cs typeface="Calibri" panose="020F0502020204030204" pitchFamily="34" charset="0"/>
                        </a:rPr>
                        <a:t>SaveTaskAssignment</a:t>
                      </a:r>
                      <a:r>
                        <a:rPr lang="en-US" sz="1200" dirty="0">
                          <a:effectLst/>
                          <a:latin typeface="Calibri" panose="020F0502020204030204" pitchFamily="34" charset="0"/>
                          <a:cs typeface="Calibri" panose="020F0502020204030204" pitchFamily="34" charset="0"/>
                        </a:rPr>
                        <a:t> servlet</a:t>
                      </a:r>
                    </a:p>
                  </a:txBody>
                  <a:tcPr marT="95250" marB="95250"/>
                </a:tc>
                <a:extLst>
                  <a:ext uri="{0D108BD9-81ED-4DB2-BD59-A6C34878D82A}">
                    <a16:rowId xmlns:a16="http://schemas.microsoft.com/office/drawing/2014/main" val="954604780"/>
                  </a:ext>
                </a:extLst>
              </a:tr>
              <a:tr h="0">
                <a:tc>
                  <a:txBody>
                    <a:bodyPr/>
                    <a:lstStyle/>
                    <a:p>
                      <a:pPr fontAlgn="t">
                        <a:buNone/>
                      </a:pPr>
                      <a:r>
                        <a:rPr lang="en-US" sz="1200" dirty="0">
                          <a:effectLst/>
                          <a:latin typeface="Calibri" panose="020F0502020204030204" pitchFamily="34" charset="0"/>
                          <a:cs typeface="Calibri" panose="020F0502020204030204" pitchFamily="34" charset="0"/>
                        </a:rPr>
                        <a:t>Task Assignment Form </a:t>
                      </a:r>
                      <a:r>
                        <a:rPr lang="it-IT" sz="1200" baseline="0" noProof="0" dirty="0">
                          <a:latin typeface="Calibri" panose="020F0502020204030204" pitchFamily="34" charset="0"/>
                          <a:cs typeface="Calibri" panose="020F0502020204030204" pitchFamily="34" charset="0"/>
                          <a:sym typeface="Wingdings" panose="05000000000000000000" pitchFamily="2" charset="2"/>
                        </a:rPr>
                        <a:t></a:t>
                      </a:r>
                      <a:r>
                        <a:rPr lang="en-US" sz="1200" dirty="0">
                          <a:effectLst/>
                          <a:latin typeface="Calibri" panose="020F0502020204030204" pitchFamily="34" charset="0"/>
                          <a:cs typeface="Calibri" panose="020F0502020204030204" pitchFamily="34" charset="0"/>
                        </a:rPr>
                        <a:t> </a:t>
                      </a:r>
                      <a:r>
                        <a:rPr lang="en-US" sz="1200" dirty="0">
                          <a:solidFill>
                            <a:srgbClr val="FF0000"/>
                          </a:solidFill>
                          <a:effectLst/>
                          <a:latin typeface="Calibri" panose="020F0502020204030204" pitchFamily="34" charset="0"/>
                          <a:cs typeface="Calibri" panose="020F0502020204030204" pitchFamily="34" charset="0"/>
                        </a:rPr>
                        <a:t>assign project</a:t>
                      </a:r>
                    </a:p>
                  </a:txBody>
                  <a:tcPr marR="228600" marT="95250" marB="95250"/>
                </a:tc>
                <a:tc>
                  <a:txBody>
                    <a:bodyPr/>
                    <a:lstStyle/>
                    <a:p>
                      <a:pPr fontAlgn="t">
                        <a:buNone/>
                      </a:pPr>
                      <a:r>
                        <a:rPr lang="en-US" sz="1200" dirty="0">
                          <a:effectLst/>
                          <a:latin typeface="Calibri" panose="020F0502020204030204" pitchFamily="34" charset="0"/>
                          <a:cs typeface="Calibri" panose="020F0502020204030204" pitchFamily="34" charset="0"/>
                        </a:rPr>
                        <a:t>Function </a:t>
                      </a:r>
                      <a:r>
                        <a:rPr lang="en-US" sz="1200" dirty="0" err="1">
                          <a:effectLst/>
                          <a:latin typeface="Calibri" panose="020F0502020204030204" pitchFamily="34" charset="0"/>
                          <a:cs typeface="Calibri" panose="020F0502020204030204" pitchFamily="34" charset="0"/>
                        </a:rPr>
                        <a:t>makeCall</a:t>
                      </a:r>
                      <a:endParaRPr lang="en-US" sz="1200" dirty="0">
                        <a:effectLst/>
                        <a:latin typeface="Calibri" panose="020F0502020204030204" pitchFamily="34" charset="0"/>
                        <a:cs typeface="Calibri" panose="020F0502020204030204" pitchFamily="34" charset="0"/>
                      </a:endParaRPr>
                    </a:p>
                  </a:txBody>
                  <a:tcPr marR="228600" marT="95250" marB="95250"/>
                </a:tc>
                <a:tc>
                  <a:txBody>
                    <a:bodyPr/>
                    <a:lstStyle/>
                    <a:p>
                      <a:pPr fontAlgn="t">
                        <a:buNone/>
                      </a:pPr>
                      <a:r>
                        <a:rPr lang="en-US" sz="1200">
                          <a:effectLst/>
                          <a:latin typeface="Calibri" panose="020F0502020204030204" pitchFamily="34" charset="0"/>
                          <a:cs typeface="Calibri" panose="020F0502020204030204" pitchFamily="34" charset="0"/>
                        </a:rPr>
                        <a:t>POST(project.id)</a:t>
                      </a:r>
                    </a:p>
                  </a:txBody>
                  <a:tcPr marR="228600" marT="95250" marB="95250"/>
                </a:tc>
                <a:tc>
                  <a:txBody>
                    <a:bodyPr/>
                    <a:lstStyle/>
                    <a:p>
                      <a:pPr fontAlgn="t">
                        <a:buNone/>
                      </a:pPr>
                      <a:r>
                        <a:rPr lang="en-US" sz="1200" dirty="0" err="1">
                          <a:effectLst/>
                          <a:latin typeface="Calibri" panose="020F0502020204030204" pitchFamily="34" charset="0"/>
                          <a:cs typeface="Calibri" panose="020F0502020204030204" pitchFamily="34" charset="0"/>
                        </a:rPr>
                        <a:t>AssignProject</a:t>
                      </a:r>
                      <a:r>
                        <a:rPr lang="en-US" sz="1200" dirty="0">
                          <a:effectLst/>
                          <a:latin typeface="Calibri" panose="020F0502020204030204" pitchFamily="34" charset="0"/>
                          <a:cs typeface="Calibri" panose="020F0502020204030204" pitchFamily="34" charset="0"/>
                        </a:rPr>
                        <a:t> servlet</a:t>
                      </a:r>
                    </a:p>
                  </a:txBody>
                  <a:tcPr marT="95250" marB="95250"/>
                </a:tc>
                <a:extLst>
                  <a:ext uri="{0D108BD9-81ED-4DB2-BD59-A6C34878D82A}">
                    <a16:rowId xmlns:a16="http://schemas.microsoft.com/office/drawing/2014/main" val="2154432009"/>
                  </a:ext>
                </a:extLst>
              </a:tr>
              <a:tr h="223598">
                <a:tc>
                  <a:txBody>
                    <a:bodyPr/>
                    <a:lstStyle/>
                    <a:p>
                      <a:pPr fontAlgn="t">
                        <a:buNone/>
                      </a:pPr>
                      <a:r>
                        <a:rPr lang="en-US" sz="1200" dirty="0">
                          <a:effectLst/>
                          <a:latin typeface="Calibri" panose="020F0502020204030204" pitchFamily="34" charset="0"/>
                          <a:cs typeface="Calibri" panose="020F0502020204030204" pitchFamily="34" charset="0"/>
                        </a:rPr>
                        <a:t>Monitorable Projects List </a:t>
                      </a:r>
                      <a:r>
                        <a:rPr lang="it-IT" sz="1200" baseline="0" noProof="0" dirty="0">
                          <a:latin typeface="Calibri" panose="020F0502020204030204" pitchFamily="34" charset="0"/>
                          <a:cs typeface="Calibri" panose="020F0502020204030204" pitchFamily="34" charset="0"/>
                          <a:sym typeface="Wingdings" panose="05000000000000000000" pitchFamily="2" charset="2"/>
                        </a:rPr>
                        <a:t></a:t>
                      </a:r>
                      <a:r>
                        <a:rPr lang="en-US" sz="1200" dirty="0">
                          <a:effectLst/>
                          <a:latin typeface="Calibri" panose="020F0502020204030204" pitchFamily="34" charset="0"/>
                          <a:cs typeface="Calibri" panose="020F0502020204030204" pitchFamily="34" charset="0"/>
                        </a:rPr>
                        <a:t> </a:t>
                      </a:r>
                      <a:r>
                        <a:rPr lang="en-US" sz="1200" dirty="0">
                          <a:solidFill>
                            <a:srgbClr val="FF0000"/>
                          </a:solidFill>
                          <a:effectLst/>
                          <a:latin typeface="Calibri" panose="020F0502020204030204" pitchFamily="34" charset="0"/>
                          <a:cs typeface="Calibri" panose="020F0502020204030204" pitchFamily="34" charset="0"/>
                        </a:rPr>
                        <a:t>select project</a:t>
                      </a:r>
                    </a:p>
                  </a:txBody>
                  <a:tcPr marR="228600" marT="95250" marB="95250"/>
                </a:tc>
                <a:tc>
                  <a:txBody>
                    <a:bodyPr/>
                    <a:lstStyle/>
                    <a:p>
                      <a:pPr fontAlgn="t">
                        <a:buNone/>
                      </a:pPr>
                      <a:r>
                        <a:rPr lang="en-US" sz="1200" dirty="0">
                          <a:effectLst/>
                          <a:latin typeface="Calibri" panose="020F0502020204030204" pitchFamily="34" charset="0"/>
                          <a:cs typeface="Calibri" panose="020F0502020204030204" pitchFamily="34" charset="0"/>
                        </a:rPr>
                        <a:t>Function </a:t>
                      </a:r>
                      <a:r>
                        <a:rPr lang="en-US" sz="1200" dirty="0" err="1">
                          <a:effectLst/>
                          <a:latin typeface="Calibri" panose="020F0502020204030204" pitchFamily="34" charset="0"/>
                          <a:cs typeface="Calibri" panose="020F0502020204030204" pitchFamily="34" charset="0"/>
                        </a:rPr>
                        <a:t>ProjectMonitoringReport.show</a:t>
                      </a:r>
                      <a:endParaRPr lang="en-US" sz="1200" dirty="0">
                        <a:effectLst/>
                        <a:latin typeface="Calibri" panose="020F0502020204030204" pitchFamily="34" charset="0"/>
                        <a:cs typeface="Calibri" panose="020F0502020204030204" pitchFamily="34" charset="0"/>
                      </a:endParaRPr>
                    </a:p>
                  </a:txBody>
                  <a:tcPr marR="228600" marT="95250" marB="95250"/>
                </a:tc>
                <a:tc>
                  <a:txBody>
                    <a:bodyPr/>
                    <a:lstStyle/>
                    <a:p>
                      <a:pPr fontAlgn="t">
                        <a:buNone/>
                      </a:pPr>
                      <a:r>
                        <a:rPr lang="en-US" sz="1200">
                          <a:effectLst/>
                          <a:latin typeface="Calibri" panose="020F0502020204030204" pitchFamily="34" charset="0"/>
                          <a:cs typeface="Calibri" panose="020F0502020204030204" pitchFamily="34" charset="0"/>
                        </a:rPr>
                        <a:t>GET(project.id)</a:t>
                      </a:r>
                    </a:p>
                  </a:txBody>
                  <a:tcPr marR="228600" marT="95250" marB="95250"/>
                </a:tc>
                <a:tc>
                  <a:txBody>
                    <a:bodyPr/>
                    <a:lstStyle/>
                    <a:p>
                      <a:pPr fontAlgn="t">
                        <a:buNone/>
                      </a:pPr>
                      <a:r>
                        <a:rPr lang="en-US" sz="1200" dirty="0" err="1">
                          <a:effectLst/>
                          <a:latin typeface="Calibri" panose="020F0502020204030204" pitchFamily="34" charset="0"/>
                          <a:cs typeface="Calibri" panose="020F0502020204030204" pitchFamily="34" charset="0"/>
                        </a:rPr>
                        <a:t>GetProjectMonitoring</a:t>
                      </a:r>
                      <a:r>
                        <a:rPr lang="en-US" sz="1200" dirty="0">
                          <a:effectLst/>
                          <a:latin typeface="Calibri" panose="020F0502020204030204" pitchFamily="34" charset="0"/>
                          <a:cs typeface="Calibri" panose="020F0502020204030204" pitchFamily="34" charset="0"/>
                        </a:rPr>
                        <a:t> servlet</a:t>
                      </a:r>
                    </a:p>
                  </a:txBody>
                  <a:tcPr marT="95250" marB="95250"/>
                </a:tc>
                <a:extLst>
                  <a:ext uri="{0D108BD9-81ED-4DB2-BD59-A6C34878D82A}">
                    <a16:rowId xmlns:a16="http://schemas.microsoft.com/office/drawing/2014/main" val="839894636"/>
                  </a:ext>
                </a:extLst>
              </a:tr>
              <a:tr h="0">
                <a:tc>
                  <a:txBody>
                    <a:bodyPr/>
                    <a:lstStyle/>
                    <a:p>
                      <a:pPr fontAlgn="t">
                        <a:buNone/>
                      </a:pPr>
                      <a:r>
                        <a:rPr lang="en-US" sz="1200" dirty="0">
                          <a:effectLst/>
                          <a:latin typeface="Calibri" panose="020F0502020204030204" pitchFamily="34" charset="0"/>
                          <a:cs typeface="Calibri" panose="020F0502020204030204" pitchFamily="34" charset="0"/>
                        </a:rPr>
                        <a:t>Project Monitoring Report </a:t>
                      </a:r>
                      <a:r>
                        <a:rPr lang="it-IT" sz="1200" baseline="0" noProof="0" dirty="0">
                          <a:latin typeface="Calibri" panose="020F0502020204030204" pitchFamily="34" charset="0"/>
                          <a:cs typeface="Calibri" panose="020F0502020204030204" pitchFamily="34" charset="0"/>
                          <a:sym typeface="Wingdings" panose="05000000000000000000" pitchFamily="2" charset="2"/>
                        </a:rPr>
                        <a:t></a:t>
                      </a:r>
                      <a:r>
                        <a:rPr lang="en-US" sz="1200" dirty="0">
                          <a:effectLst/>
                          <a:latin typeface="Calibri" panose="020F0502020204030204" pitchFamily="34" charset="0"/>
                          <a:cs typeface="Calibri" panose="020F0502020204030204" pitchFamily="34" charset="0"/>
                        </a:rPr>
                        <a:t> </a:t>
                      </a:r>
                      <a:r>
                        <a:rPr lang="en-US" sz="1200" dirty="0">
                          <a:solidFill>
                            <a:srgbClr val="FF0000"/>
                          </a:solidFill>
                          <a:effectLst/>
                          <a:latin typeface="Calibri" panose="020F0502020204030204" pitchFamily="34" charset="0"/>
                          <a:cs typeface="Calibri" panose="020F0502020204030204" pitchFamily="34" charset="0"/>
                        </a:rPr>
                        <a:t>conclude project</a:t>
                      </a:r>
                    </a:p>
                  </a:txBody>
                  <a:tcPr marR="228600" marT="95250" marB="95250"/>
                </a:tc>
                <a:tc>
                  <a:txBody>
                    <a:bodyPr/>
                    <a:lstStyle/>
                    <a:p>
                      <a:pPr fontAlgn="t">
                        <a:buNone/>
                      </a:pPr>
                      <a:r>
                        <a:rPr lang="en-US" sz="1200" dirty="0">
                          <a:effectLst/>
                          <a:latin typeface="Calibri" panose="020F0502020204030204" pitchFamily="34" charset="0"/>
                          <a:cs typeface="Calibri" panose="020F0502020204030204" pitchFamily="34" charset="0"/>
                        </a:rPr>
                        <a:t>Function </a:t>
                      </a:r>
                      <a:r>
                        <a:rPr lang="en-US" sz="1200" dirty="0" err="1">
                          <a:effectLst/>
                          <a:latin typeface="Calibri" panose="020F0502020204030204" pitchFamily="34" charset="0"/>
                          <a:cs typeface="Calibri" panose="020F0502020204030204" pitchFamily="34" charset="0"/>
                        </a:rPr>
                        <a:t>makeCall</a:t>
                      </a:r>
                      <a:endParaRPr lang="en-US" sz="1200" dirty="0">
                        <a:effectLst/>
                        <a:latin typeface="Calibri" panose="020F0502020204030204" pitchFamily="34" charset="0"/>
                        <a:cs typeface="Calibri" panose="020F0502020204030204" pitchFamily="34" charset="0"/>
                      </a:endParaRPr>
                    </a:p>
                  </a:txBody>
                  <a:tcPr marR="228600" marT="95250" marB="95250"/>
                </a:tc>
                <a:tc>
                  <a:txBody>
                    <a:bodyPr/>
                    <a:lstStyle/>
                    <a:p>
                      <a:pPr fontAlgn="t">
                        <a:buNone/>
                      </a:pPr>
                      <a:r>
                        <a:rPr lang="en-US" sz="1200">
                          <a:effectLst/>
                          <a:latin typeface="Calibri" panose="020F0502020204030204" pitchFamily="34" charset="0"/>
                          <a:cs typeface="Calibri" panose="020F0502020204030204" pitchFamily="34" charset="0"/>
                        </a:rPr>
                        <a:t>POST(project.id)</a:t>
                      </a:r>
                    </a:p>
                  </a:txBody>
                  <a:tcPr marR="228600" marT="95250" marB="95250"/>
                </a:tc>
                <a:tc>
                  <a:txBody>
                    <a:bodyPr/>
                    <a:lstStyle/>
                    <a:p>
                      <a:pPr fontAlgn="t">
                        <a:buNone/>
                      </a:pPr>
                      <a:r>
                        <a:rPr lang="en-US" sz="1200" dirty="0" err="1">
                          <a:effectLst/>
                          <a:latin typeface="Calibri" panose="020F0502020204030204" pitchFamily="34" charset="0"/>
                          <a:cs typeface="Calibri" panose="020F0502020204030204" pitchFamily="34" charset="0"/>
                        </a:rPr>
                        <a:t>ConcludeProject</a:t>
                      </a:r>
                      <a:r>
                        <a:rPr lang="en-US" sz="1200" dirty="0">
                          <a:effectLst/>
                          <a:latin typeface="Calibri" panose="020F0502020204030204" pitchFamily="34" charset="0"/>
                          <a:cs typeface="Calibri" panose="020F0502020204030204" pitchFamily="34" charset="0"/>
                        </a:rPr>
                        <a:t> servlet</a:t>
                      </a:r>
                    </a:p>
                  </a:txBody>
                  <a:tcPr marT="95250" marB="95250"/>
                </a:tc>
                <a:extLst>
                  <a:ext uri="{0D108BD9-81ED-4DB2-BD59-A6C34878D82A}">
                    <a16:rowId xmlns:a16="http://schemas.microsoft.com/office/drawing/2014/main" val="2640082781"/>
                  </a:ext>
                </a:extLst>
              </a:tr>
              <a:tr h="0">
                <a:tc>
                  <a:txBody>
                    <a:bodyPr/>
                    <a:lstStyle/>
                    <a:p>
                      <a:pPr fontAlgn="t">
                        <a:buNone/>
                      </a:pPr>
                      <a:r>
                        <a:rPr lang="en-US" sz="1200" dirty="0">
                          <a:effectLst/>
                          <a:latin typeface="Calibri" panose="020F0502020204030204" pitchFamily="34" charset="0"/>
                          <a:cs typeface="Calibri" panose="020F0502020204030204" pitchFamily="34" charset="0"/>
                        </a:rPr>
                        <a:t>Managed Collaborators List </a:t>
                      </a:r>
                      <a:r>
                        <a:rPr lang="it-IT" sz="1200" baseline="0" noProof="0" dirty="0">
                          <a:latin typeface="Calibri" panose="020F0502020204030204" pitchFamily="34" charset="0"/>
                          <a:cs typeface="Calibri" panose="020F0502020204030204" pitchFamily="34" charset="0"/>
                          <a:sym typeface="Wingdings" panose="05000000000000000000" pitchFamily="2" charset="2"/>
                        </a:rPr>
                        <a:t></a:t>
                      </a:r>
                      <a:r>
                        <a:rPr lang="en-US" sz="1200" dirty="0">
                          <a:effectLst/>
                          <a:latin typeface="Calibri" panose="020F0502020204030204" pitchFamily="34" charset="0"/>
                          <a:cs typeface="Calibri" panose="020F0502020204030204" pitchFamily="34" charset="0"/>
                        </a:rPr>
                        <a:t> </a:t>
                      </a:r>
                      <a:r>
                        <a:rPr lang="en-US" sz="1200" dirty="0">
                          <a:solidFill>
                            <a:srgbClr val="FF0000"/>
                          </a:solidFill>
                          <a:effectLst/>
                          <a:latin typeface="Calibri" panose="020F0502020204030204" pitchFamily="34" charset="0"/>
                          <a:cs typeface="Calibri" panose="020F0502020204030204" pitchFamily="34" charset="0"/>
                        </a:rPr>
                        <a:t>select collaborator</a:t>
                      </a:r>
                    </a:p>
                  </a:txBody>
                  <a:tcPr marR="228600" marT="95250" marB="95250"/>
                </a:tc>
                <a:tc>
                  <a:txBody>
                    <a:bodyPr/>
                    <a:lstStyle/>
                    <a:p>
                      <a:pPr fontAlgn="t">
                        <a:buNone/>
                      </a:pPr>
                      <a:r>
                        <a:rPr lang="en-US" sz="1200" dirty="0">
                          <a:effectLst/>
                          <a:latin typeface="Calibri" panose="020F0502020204030204" pitchFamily="34" charset="0"/>
                          <a:cs typeface="Calibri" panose="020F0502020204030204" pitchFamily="34" charset="0"/>
                        </a:rPr>
                        <a:t>Function </a:t>
                      </a:r>
                      <a:r>
                        <a:rPr lang="en-US" sz="1200" dirty="0" err="1">
                          <a:effectLst/>
                          <a:latin typeface="Calibri" panose="020F0502020204030204" pitchFamily="34" charset="0"/>
                          <a:cs typeface="Calibri" panose="020F0502020204030204" pitchFamily="34" charset="0"/>
                        </a:rPr>
                        <a:t>CollaboratorMonitoringReport.show</a:t>
                      </a:r>
                      <a:endParaRPr lang="en-US" sz="1200" dirty="0">
                        <a:effectLst/>
                        <a:latin typeface="Calibri" panose="020F0502020204030204" pitchFamily="34" charset="0"/>
                        <a:cs typeface="Calibri" panose="020F0502020204030204" pitchFamily="34" charset="0"/>
                      </a:endParaRPr>
                    </a:p>
                  </a:txBody>
                  <a:tcPr marR="228600" marT="95250" marB="95250"/>
                </a:tc>
                <a:tc>
                  <a:txBody>
                    <a:bodyPr/>
                    <a:lstStyle/>
                    <a:p>
                      <a:pPr fontAlgn="t">
                        <a:buNone/>
                      </a:pPr>
                      <a:r>
                        <a:rPr lang="en-US" sz="1200">
                          <a:effectLst/>
                          <a:latin typeface="Calibri" panose="020F0502020204030204" pitchFamily="34" charset="0"/>
                          <a:cs typeface="Calibri" panose="020F0502020204030204" pitchFamily="34" charset="0"/>
                        </a:rPr>
                        <a:t>GET(collaborator.id)</a:t>
                      </a:r>
                    </a:p>
                  </a:txBody>
                  <a:tcPr marR="228600" marT="95250" marB="95250"/>
                </a:tc>
                <a:tc>
                  <a:txBody>
                    <a:bodyPr/>
                    <a:lstStyle/>
                    <a:p>
                      <a:pPr fontAlgn="t">
                        <a:buNone/>
                      </a:pPr>
                      <a:r>
                        <a:rPr lang="en-US" sz="1200" dirty="0" err="1">
                          <a:effectLst/>
                          <a:latin typeface="Calibri" panose="020F0502020204030204" pitchFamily="34" charset="0"/>
                          <a:cs typeface="Calibri" panose="020F0502020204030204" pitchFamily="34" charset="0"/>
                        </a:rPr>
                        <a:t>GetCollaboratorMonitoring</a:t>
                      </a:r>
                      <a:r>
                        <a:rPr lang="en-US" sz="1200" dirty="0">
                          <a:effectLst/>
                          <a:latin typeface="Calibri" panose="020F0502020204030204" pitchFamily="34" charset="0"/>
                          <a:cs typeface="Calibri" panose="020F0502020204030204" pitchFamily="34" charset="0"/>
                        </a:rPr>
                        <a:t> servlet</a:t>
                      </a:r>
                    </a:p>
                  </a:txBody>
                  <a:tcPr marT="95250" marB="95250"/>
                </a:tc>
                <a:extLst>
                  <a:ext uri="{0D108BD9-81ED-4DB2-BD59-A6C34878D82A}">
                    <a16:rowId xmlns:a16="http://schemas.microsoft.com/office/drawing/2014/main" val="480730769"/>
                  </a:ext>
                </a:extLst>
              </a:tr>
            </a:tbl>
          </a:graphicData>
        </a:graphic>
      </p:graphicFrame>
    </p:spTree>
    <p:extLst>
      <p:ext uri="{BB962C8B-B14F-4D97-AF65-F5344CB8AC3E}">
        <p14:creationId xmlns:p14="http://schemas.microsoft.com/office/powerpoint/2010/main" val="3698063159"/>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CE75FC9-3DC7-6F01-AF7D-D76F1AFF35D7}"/>
            </a:ext>
          </a:extLst>
        </p:cNvPr>
        <p:cNvGrpSpPr/>
        <p:nvPr/>
      </p:nvGrpSpPr>
      <p:grpSpPr>
        <a:xfrm>
          <a:off x="0" y="0"/>
          <a:ext cx="0" cy="0"/>
          <a:chOff x="0" y="0"/>
          <a:chExt cx="0" cy="0"/>
        </a:xfrm>
      </p:grpSpPr>
      <p:sp>
        <p:nvSpPr>
          <p:cNvPr id="4" name="Google Shape;135;p26">
            <a:extLst>
              <a:ext uri="{FF2B5EF4-FFF2-40B4-BE49-F238E27FC236}">
                <a16:creationId xmlns:a16="http://schemas.microsoft.com/office/drawing/2014/main" id="{2ADBD4E7-A6BD-3E94-64DA-24E22E9EE7CB}"/>
              </a:ext>
            </a:extLst>
          </p:cNvPr>
          <p:cNvSpPr txBox="1">
            <a:spLocks/>
          </p:cNvSpPr>
          <p:nvPr/>
        </p:nvSpPr>
        <p:spPr>
          <a:xfrm>
            <a:off x="426631" y="258833"/>
            <a:ext cx="11338737" cy="1143000"/>
          </a:xfrm>
          <a:prstGeom prst="rect">
            <a:avLst/>
          </a:prstGeom>
          <a:noFill/>
          <a:ln>
            <a:noFill/>
          </a:ln>
        </p:spPr>
        <p:txBody>
          <a:bodyPr spcFirstLastPara="1" wrap="square" lIns="107269" tIns="53620" rIns="107269" bIns="53620" anchor="ctr" anchorCtr="0">
            <a:noAutofit/>
          </a:bodyPr>
          <a:lstStyle>
            <a:defPPr marR="0" lvl="0" algn="l" rtl="0">
              <a:lnSpc>
                <a:spcPct val="100000"/>
              </a:lnSpc>
              <a:spcBef>
                <a:spcPts val="0"/>
              </a:spcBef>
              <a:spcAft>
                <a:spcPts val="0"/>
              </a:spcAft>
            </a:defPPr>
            <a:lvl1pPr marR="0" lvl="0" algn="ctr" rtl="0">
              <a:lnSpc>
                <a:spcPct val="100000"/>
              </a:lnSpc>
              <a:spcBef>
                <a:spcPts val="0"/>
              </a:spcBef>
              <a:spcAft>
                <a:spcPts val="0"/>
              </a:spcAft>
              <a:buClr>
                <a:schemeClr val="dk1"/>
              </a:buClr>
              <a:buSzPts val="1800"/>
              <a:buFont typeface="Calibri"/>
              <a:buNone/>
              <a:defRPr sz="44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9pPr>
          </a:lstStyle>
          <a:p>
            <a:pPr>
              <a:buClr>
                <a:prstClr val="black"/>
              </a:buClr>
              <a:defRPr/>
            </a:pPr>
            <a:r>
              <a:rPr kumimoji="0" lang="en-US" sz="4400" b="0" i="0" u="none" strike="noStrike" kern="1200" cap="none" spc="0" normalizeH="0" baseline="0" noProof="1">
                <a:ln>
                  <a:noFill/>
                </a:ln>
                <a:solidFill>
                  <a:schemeClr val="tx1"/>
                </a:solidFill>
                <a:effectLst/>
                <a:uLnTx/>
                <a:uFillTx/>
                <a:latin typeface="Calibri"/>
                <a:cs typeface="Calibri"/>
                <a:sym typeface="Calibri"/>
              </a:rPr>
              <a:t>Eventi e Azioni (collaborator)</a:t>
            </a:r>
          </a:p>
        </p:txBody>
      </p:sp>
      <p:graphicFrame>
        <p:nvGraphicFramePr>
          <p:cNvPr id="2" name="Table 1">
            <a:extLst>
              <a:ext uri="{FF2B5EF4-FFF2-40B4-BE49-F238E27FC236}">
                <a16:creationId xmlns:a16="http://schemas.microsoft.com/office/drawing/2014/main" id="{F05564B9-40EC-39FA-7292-3AE65DAB253A}"/>
              </a:ext>
            </a:extLst>
          </p:cNvPr>
          <p:cNvGraphicFramePr>
            <a:graphicFrameLocks noGrp="1"/>
          </p:cNvGraphicFramePr>
          <p:nvPr>
            <p:extLst>
              <p:ext uri="{D42A27DB-BD31-4B8C-83A1-F6EECF244321}">
                <p14:modId xmlns:p14="http://schemas.microsoft.com/office/powerpoint/2010/main" val="3510755927"/>
              </p:ext>
            </p:extLst>
          </p:nvPr>
        </p:nvGraphicFramePr>
        <p:xfrm>
          <a:off x="426632" y="1192603"/>
          <a:ext cx="11338736" cy="2472675"/>
        </p:xfrm>
        <a:graphic>
          <a:graphicData uri="http://schemas.openxmlformats.org/drawingml/2006/table">
            <a:tbl>
              <a:tblPr firstRow="1" bandRow="1">
                <a:tableStyleId>{00A15C55-8517-42AA-B614-E9B94910E393}</a:tableStyleId>
              </a:tblPr>
              <a:tblGrid>
                <a:gridCol w="2386372">
                  <a:extLst>
                    <a:ext uri="{9D8B030D-6E8A-4147-A177-3AD203B41FA5}">
                      <a16:colId xmlns:a16="http://schemas.microsoft.com/office/drawing/2014/main" val="235445318"/>
                    </a:ext>
                  </a:extLst>
                </a:gridCol>
                <a:gridCol w="3943786">
                  <a:extLst>
                    <a:ext uri="{9D8B030D-6E8A-4147-A177-3AD203B41FA5}">
                      <a16:colId xmlns:a16="http://schemas.microsoft.com/office/drawing/2014/main" val="2807583141"/>
                    </a:ext>
                  </a:extLst>
                </a:gridCol>
                <a:gridCol w="1968403">
                  <a:extLst>
                    <a:ext uri="{9D8B030D-6E8A-4147-A177-3AD203B41FA5}">
                      <a16:colId xmlns:a16="http://schemas.microsoft.com/office/drawing/2014/main" val="3946285172"/>
                    </a:ext>
                  </a:extLst>
                </a:gridCol>
                <a:gridCol w="3040175">
                  <a:extLst>
                    <a:ext uri="{9D8B030D-6E8A-4147-A177-3AD203B41FA5}">
                      <a16:colId xmlns:a16="http://schemas.microsoft.com/office/drawing/2014/main" val="455709899"/>
                    </a:ext>
                  </a:extLst>
                </a:gridCol>
              </a:tblGrid>
              <a:tr h="465386">
                <a:tc gridSpan="2">
                  <a:txBody>
                    <a:bodyPr/>
                    <a:lstStyle/>
                    <a:p>
                      <a:pPr algn="ctr"/>
                      <a:r>
                        <a:rPr lang="en-US" sz="1200" dirty="0">
                          <a:latin typeface="Calibri" panose="020F0502020204030204" pitchFamily="34" charset="0"/>
                          <a:cs typeface="Calibri" panose="020F0502020204030204" pitchFamily="34" charset="0"/>
                        </a:rPr>
                        <a:t>Client Side</a:t>
                      </a:r>
                    </a:p>
                  </a:txBody>
                  <a:tcPr anchor="ctr"/>
                </a:tc>
                <a:tc hMerge="1">
                  <a:txBody>
                    <a:bodyPr/>
                    <a:lstStyle/>
                    <a:p>
                      <a:endParaRPr lang="en-US" dirty="0"/>
                    </a:p>
                  </a:txBody>
                  <a:tcPr/>
                </a:tc>
                <a:tc gridSpan="2">
                  <a:txBody>
                    <a:bodyPr/>
                    <a:lstStyle/>
                    <a:p>
                      <a:pPr algn="ctr"/>
                      <a:r>
                        <a:rPr lang="en-US" sz="1200" dirty="0">
                          <a:latin typeface="Calibri" panose="020F0502020204030204" pitchFamily="34" charset="0"/>
                          <a:cs typeface="Calibri" panose="020F0502020204030204" pitchFamily="34" charset="0"/>
                        </a:rPr>
                        <a:t>Server Side</a:t>
                      </a:r>
                    </a:p>
                  </a:txBody>
                  <a:tcPr anchor="ctr"/>
                </a:tc>
                <a:tc hMerge="1">
                  <a:txBody>
                    <a:bodyPr/>
                    <a:lstStyle/>
                    <a:p>
                      <a:endParaRPr lang="en-US" dirty="0"/>
                    </a:p>
                  </a:txBody>
                  <a:tcPr/>
                </a:tc>
                <a:extLst>
                  <a:ext uri="{0D108BD9-81ED-4DB2-BD59-A6C34878D82A}">
                    <a16:rowId xmlns:a16="http://schemas.microsoft.com/office/drawing/2014/main" val="3065940527"/>
                  </a:ext>
                </a:extLst>
              </a:tr>
              <a:tr h="338509">
                <a:tc>
                  <a:txBody>
                    <a:bodyPr/>
                    <a:lstStyle/>
                    <a:p>
                      <a:pPr algn="ctr"/>
                      <a:r>
                        <a:rPr lang="en-US" sz="1200" dirty="0" err="1">
                          <a:latin typeface="Calibri" panose="020F0502020204030204" pitchFamily="34" charset="0"/>
                          <a:cs typeface="Calibri" panose="020F0502020204030204" pitchFamily="34" charset="0"/>
                        </a:rPr>
                        <a:t>Evento</a:t>
                      </a:r>
                      <a:endParaRPr lang="en-US" sz="1200" dirty="0">
                        <a:latin typeface="Calibri" panose="020F0502020204030204" pitchFamily="34" charset="0"/>
                        <a:cs typeface="Calibri" panose="020F0502020204030204" pitchFamily="34" charset="0"/>
                      </a:endParaRPr>
                    </a:p>
                  </a:txBody>
                  <a:tcPr anchor="ctr"/>
                </a:tc>
                <a:tc>
                  <a:txBody>
                    <a:bodyPr/>
                    <a:lstStyle/>
                    <a:p>
                      <a:pPr algn="ctr"/>
                      <a:r>
                        <a:rPr lang="en-US" sz="1200" dirty="0">
                          <a:latin typeface="Calibri" panose="020F0502020204030204" pitchFamily="34" charset="0"/>
                          <a:cs typeface="Calibri" panose="020F0502020204030204" pitchFamily="34" charset="0"/>
                        </a:rPr>
                        <a:t>Azione</a:t>
                      </a:r>
                    </a:p>
                  </a:txBody>
                  <a:tcPr anchor="ctr"/>
                </a:tc>
                <a:tc>
                  <a:txBody>
                    <a:bodyPr/>
                    <a:lstStyle/>
                    <a:p>
                      <a:pPr algn="ctr"/>
                      <a:r>
                        <a:rPr lang="en-US" sz="1200" dirty="0" err="1">
                          <a:latin typeface="Calibri" panose="020F0502020204030204" pitchFamily="34" charset="0"/>
                          <a:cs typeface="Calibri" panose="020F0502020204030204" pitchFamily="34" charset="0"/>
                        </a:rPr>
                        <a:t>Evento</a:t>
                      </a:r>
                      <a:endParaRPr lang="en-US" sz="1200" dirty="0">
                        <a:latin typeface="Calibri" panose="020F0502020204030204" pitchFamily="34" charset="0"/>
                        <a:cs typeface="Calibri" panose="020F0502020204030204" pitchFamily="34" charset="0"/>
                      </a:endParaRPr>
                    </a:p>
                  </a:txBody>
                  <a:tcPr anchor="ctr"/>
                </a:tc>
                <a:tc>
                  <a:txBody>
                    <a:bodyPr/>
                    <a:lstStyle/>
                    <a:p>
                      <a:pPr algn="ctr"/>
                      <a:r>
                        <a:rPr lang="en-US" sz="1200" dirty="0">
                          <a:latin typeface="Calibri" panose="020F0502020204030204" pitchFamily="34" charset="0"/>
                          <a:cs typeface="Calibri" panose="020F0502020204030204" pitchFamily="34" charset="0"/>
                        </a:rPr>
                        <a:t>Azione</a:t>
                      </a:r>
                    </a:p>
                  </a:txBody>
                  <a:tcPr anchor="ctr"/>
                </a:tc>
                <a:extLst>
                  <a:ext uri="{0D108BD9-81ED-4DB2-BD59-A6C34878D82A}">
                    <a16:rowId xmlns:a16="http://schemas.microsoft.com/office/drawing/2014/main" val="3343563429"/>
                  </a:ext>
                </a:extLst>
              </a:tr>
              <a:tr h="372961">
                <a:tc>
                  <a:txBody>
                    <a:bodyPr/>
                    <a:lstStyle/>
                    <a:p>
                      <a:pPr fontAlgn="t">
                        <a:buNone/>
                      </a:pPr>
                      <a:r>
                        <a:rPr lang="en-US" sz="1200" dirty="0">
                          <a:effectLst/>
                          <a:latin typeface="Calibri" panose="020F0502020204030204" pitchFamily="34" charset="0"/>
                          <a:cs typeface="Calibri" panose="020F0502020204030204" pitchFamily="34" charset="0"/>
                        </a:rPr>
                        <a:t>Home Collaborator </a:t>
                      </a:r>
                      <a:r>
                        <a:rPr lang="it-IT" sz="1200" baseline="0" noProof="0" dirty="0">
                          <a:latin typeface="Calibri" panose="020F0502020204030204" pitchFamily="34" charset="0"/>
                          <a:cs typeface="Calibri" panose="020F0502020204030204" pitchFamily="34" charset="0"/>
                          <a:sym typeface="Wingdings" panose="05000000000000000000" pitchFamily="2" charset="2"/>
                        </a:rPr>
                        <a:t></a:t>
                      </a:r>
                      <a:r>
                        <a:rPr lang="en-US" sz="1200" dirty="0">
                          <a:effectLst/>
                          <a:latin typeface="Calibri" panose="020F0502020204030204" pitchFamily="34" charset="0"/>
                          <a:cs typeface="Calibri" panose="020F0502020204030204" pitchFamily="34" charset="0"/>
                        </a:rPr>
                        <a:t> </a:t>
                      </a:r>
                      <a:r>
                        <a:rPr lang="en-US" sz="1200" dirty="0">
                          <a:solidFill>
                            <a:srgbClr val="FF0000"/>
                          </a:solidFill>
                          <a:effectLst/>
                          <a:latin typeface="Calibri" panose="020F0502020204030204" pitchFamily="34" charset="0"/>
                          <a:cs typeface="Calibri" panose="020F0502020204030204" pitchFamily="34" charset="0"/>
                        </a:rPr>
                        <a:t>load</a:t>
                      </a:r>
                    </a:p>
                  </a:txBody>
                  <a:tcPr marR="228600" marT="95250" marB="95250"/>
                </a:tc>
                <a:tc>
                  <a:txBody>
                    <a:bodyPr/>
                    <a:lstStyle/>
                    <a:p>
                      <a:pPr fontAlgn="t">
                        <a:buNone/>
                      </a:pPr>
                      <a:r>
                        <a:rPr lang="en-US" sz="1200" dirty="0" err="1">
                          <a:effectLst/>
                          <a:latin typeface="Calibri" panose="020F0502020204030204" pitchFamily="34" charset="0"/>
                          <a:cs typeface="Calibri" panose="020F0502020204030204" pitchFamily="34" charset="0"/>
                        </a:rPr>
                        <a:t>Inizializza</a:t>
                      </a:r>
                      <a:r>
                        <a:rPr lang="en-US" sz="1200" dirty="0">
                          <a:effectLst/>
                          <a:latin typeface="Calibri" panose="020F0502020204030204" pitchFamily="34" charset="0"/>
                          <a:cs typeface="Calibri" panose="020F0502020204030204" pitchFamily="34" charset="0"/>
                        </a:rPr>
                        <a:t> la single page e </a:t>
                      </a:r>
                      <a:r>
                        <a:rPr lang="en-US" sz="1200" dirty="0" err="1">
                          <a:effectLst/>
                          <a:latin typeface="Calibri" panose="020F0502020204030204" pitchFamily="34" charset="0"/>
                          <a:cs typeface="Calibri" panose="020F0502020204030204" pitchFamily="34" charset="0"/>
                        </a:rPr>
                        <a:t>prepara</a:t>
                      </a:r>
                      <a:r>
                        <a:rPr lang="en-US" sz="1200" dirty="0">
                          <a:effectLst/>
                          <a:latin typeface="Calibri" panose="020F0502020204030204" pitchFamily="34" charset="0"/>
                          <a:cs typeface="Calibri" panose="020F0502020204030204" pitchFamily="34" charset="0"/>
                        </a:rPr>
                        <a:t> </a:t>
                      </a:r>
                      <a:r>
                        <a:rPr lang="en-US" sz="1200" dirty="0" err="1">
                          <a:effectLst/>
                          <a:latin typeface="Calibri" panose="020F0502020204030204" pitchFamily="34" charset="0"/>
                          <a:cs typeface="Calibri" panose="020F0502020204030204" pitchFamily="34" charset="0"/>
                        </a:rPr>
                        <a:t>lista</a:t>
                      </a:r>
                      <a:r>
                        <a:rPr lang="en-US" sz="1200" dirty="0">
                          <a:effectLst/>
                          <a:latin typeface="Calibri" panose="020F0502020204030204" pitchFamily="34" charset="0"/>
                          <a:cs typeface="Calibri" panose="020F0502020204030204" pitchFamily="34" charset="0"/>
                        </a:rPr>
                        <a:t> </a:t>
                      </a:r>
                      <a:r>
                        <a:rPr lang="en-US" sz="1200" dirty="0" err="1">
                          <a:effectLst/>
                          <a:latin typeface="Calibri" panose="020F0502020204030204" pitchFamily="34" charset="0"/>
                          <a:cs typeface="Calibri" panose="020F0502020204030204" pitchFamily="34" charset="0"/>
                        </a:rPr>
                        <a:t>progetti</a:t>
                      </a:r>
                      <a:r>
                        <a:rPr lang="en-US" sz="1200" dirty="0">
                          <a:effectLst/>
                          <a:latin typeface="Calibri" panose="020F0502020204030204" pitchFamily="34" charset="0"/>
                          <a:cs typeface="Calibri" panose="020F0502020204030204" pitchFamily="34" charset="0"/>
                        </a:rPr>
                        <a:t> e timesheet</a:t>
                      </a:r>
                    </a:p>
                  </a:txBody>
                  <a:tcPr marR="228600" marT="95250" marB="95250"/>
                </a:tc>
                <a:tc>
                  <a:txBody>
                    <a:bodyPr/>
                    <a:lstStyle/>
                    <a:p>
                      <a:pPr fontAlgn="t">
                        <a:buNone/>
                      </a:pPr>
                      <a:r>
                        <a:rPr lang="en-US" sz="1200">
                          <a:effectLst/>
                          <a:latin typeface="Calibri" panose="020F0502020204030204" pitchFamily="34" charset="0"/>
                          <a:cs typeface="Calibri" panose="020F0502020204030204" pitchFamily="34" charset="0"/>
                        </a:rPr>
                        <a:t>GET</a:t>
                      </a:r>
                    </a:p>
                  </a:txBody>
                  <a:tcPr marR="228600" marT="95250" marB="95250"/>
                </a:tc>
                <a:tc>
                  <a:txBody>
                    <a:bodyPr/>
                    <a:lstStyle/>
                    <a:p>
                      <a:pPr fontAlgn="t">
                        <a:buNone/>
                      </a:pPr>
                      <a:r>
                        <a:rPr lang="en-US" sz="1200" dirty="0" err="1">
                          <a:effectLst/>
                          <a:latin typeface="Calibri" panose="020F0502020204030204" pitchFamily="34" charset="0"/>
                          <a:cs typeface="Calibri" panose="020F0502020204030204" pitchFamily="34" charset="0"/>
                        </a:rPr>
                        <a:t>Estrae</a:t>
                      </a:r>
                      <a:r>
                        <a:rPr lang="en-US" sz="1200" dirty="0">
                          <a:effectLst/>
                          <a:latin typeface="Calibri" panose="020F0502020204030204" pitchFamily="34" charset="0"/>
                          <a:cs typeface="Calibri" panose="020F0502020204030204" pitchFamily="34" charset="0"/>
                        </a:rPr>
                        <a:t> </a:t>
                      </a:r>
                      <a:r>
                        <a:rPr lang="en-US" sz="1200" dirty="0" err="1">
                          <a:effectLst/>
                          <a:latin typeface="Calibri" panose="020F0502020204030204" pitchFamily="34" charset="0"/>
                          <a:cs typeface="Calibri" panose="020F0502020204030204" pitchFamily="34" charset="0"/>
                        </a:rPr>
                        <a:t>progetti</a:t>
                      </a:r>
                      <a:r>
                        <a:rPr lang="en-US" sz="1200" dirty="0">
                          <a:effectLst/>
                          <a:latin typeface="Calibri" panose="020F0502020204030204" pitchFamily="34" charset="0"/>
                          <a:cs typeface="Calibri" panose="020F0502020204030204" pitchFamily="34" charset="0"/>
                        </a:rPr>
                        <a:t>, WP, task, </a:t>
                      </a:r>
                      <a:r>
                        <a:rPr lang="en-US" sz="1200" dirty="0" err="1">
                          <a:effectLst/>
                          <a:latin typeface="Calibri" panose="020F0502020204030204" pitchFamily="34" charset="0"/>
                          <a:cs typeface="Calibri" panose="020F0502020204030204" pitchFamily="34" charset="0"/>
                        </a:rPr>
                        <a:t>mesi</a:t>
                      </a:r>
                      <a:r>
                        <a:rPr lang="en-US" sz="1200" dirty="0">
                          <a:effectLst/>
                          <a:latin typeface="Calibri" panose="020F0502020204030204" pitchFamily="34" charset="0"/>
                          <a:cs typeface="Calibri" panose="020F0502020204030204" pitchFamily="34" charset="0"/>
                        </a:rPr>
                        <a:t>, ore </a:t>
                      </a:r>
                      <a:r>
                        <a:rPr lang="en-US" sz="1200" dirty="0" err="1">
                          <a:effectLst/>
                          <a:latin typeface="Calibri" panose="020F0502020204030204" pitchFamily="34" charset="0"/>
                          <a:cs typeface="Calibri" panose="020F0502020204030204" pitchFamily="34" charset="0"/>
                        </a:rPr>
                        <a:t>previste</a:t>
                      </a:r>
                      <a:r>
                        <a:rPr lang="en-US" sz="1200" dirty="0">
                          <a:effectLst/>
                          <a:latin typeface="Calibri" panose="020F0502020204030204" pitchFamily="34" charset="0"/>
                          <a:cs typeface="Calibri" panose="020F0502020204030204" pitchFamily="34" charset="0"/>
                        </a:rPr>
                        <a:t> e ore </a:t>
                      </a:r>
                      <a:r>
                        <a:rPr lang="en-US" sz="1200" dirty="0" err="1">
                          <a:effectLst/>
                          <a:latin typeface="Calibri" panose="020F0502020204030204" pitchFamily="34" charset="0"/>
                          <a:cs typeface="Calibri" panose="020F0502020204030204" pitchFamily="34" charset="0"/>
                        </a:rPr>
                        <a:t>lavorate</a:t>
                      </a:r>
                      <a:r>
                        <a:rPr lang="en-US" sz="1200" dirty="0">
                          <a:effectLst/>
                          <a:latin typeface="Calibri" panose="020F0502020204030204" pitchFamily="34" charset="0"/>
                          <a:cs typeface="Calibri" panose="020F0502020204030204" pitchFamily="34" charset="0"/>
                        </a:rPr>
                        <a:t> </a:t>
                      </a:r>
                      <a:r>
                        <a:rPr lang="en-US" sz="1200" dirty="0" err="1">
                          <a:effectLst/>
                          <a:latin typeface="Calibri" panose="020F0502020204030204" pitchFamily="34" charset="0"/>
                          <a:cs typeface="Calibri" panose="020F0502020204030204" pitchFamily="34" charset="0"/>
                        </a:rPr>
                        <a:t>assegnati</a:t>
                      </a:r>
                      <a:r>
                        <a:rPr lang="en-US" sz="1200" dirty="0">
                          <a:effectLst/>
                          <a:latin typeface="Calibri" panose="020F0502020204030204" pitchFamily="34" charset="0"/>
                          <a:cs typeface="Calibri" panose="020F0502020204030204" pitchFamily="34" charset="0"/>
                        </a:rPr>
                        <a:t> al </a:t>
                      </a:r>
                      <a:r>
                        <a:rPr lang="en-US" sz="1200" dirty="0" err="1">
                          <a:effectLst/>
                          <a:latin typeface="Calibri" panose="020F0502020204030204" pitchFamily="34" charset="0"/>
                          <a:cs typeface="Calibri" panose="020F0502020204030204" pitchFamily="34" charset="0"/>
                        </a:rPr>
                        <a:t>collaboratore</a:t>
                      </a:r>
                      <a:endParaRPr lang="en-US" sz="1200" dirty="0">
                        <a:effectLst/>
                        <a:latin typeface="Calibri" panose="020F0502020204030204" pitchFamily="34" charset="0"/>
                        <a:cs typeface="Calibri" panose="020F0502020204030204" pitchFamily="34" charset="0"/>
                      </a:endParaRPr>
                    </a:p>
                  </a:txBody>
                  <a:tcPr marT="95250" marB="95250"/>
                </a:tc>
                <a:extLst>
                  <a:ext uri="{0D108BD9-81ED-4DB2-BD59-A6C34878D82A}">
                    <a16:rowId xmlns:a16="http://schemas.microsoft.com/office/drawing/2014/main" val="2881289089"/>
                  </a:ext>
                </a:extLst>
              </a:tr>
              <a:tr h="331616">
                <a:tc>
                  <a:txBody>
                    <a:bodyPr/>
                    <a:lstStyle/>
                    <a:p>
                      <a:pPr fontAlgn="t">
                        <a:buNone/>
                      </a:pPr>
                      <a:r>
                        <a:rPr lang="en-US" sz="1200" dirty="0">
                          <a:effectLst/>
                          <a:latin typeface="Calibri" panose="020F0502020204030204" pitchFamily="34" charset="0"/>
                          <a:cs typeface="Calibri" panose="020F0502020204030204" pitchFamily="34" charset="0"/>
                        </a:rPr>
                        <a:t>Assigned Projects List </a:t>
                      </a:r>
                      <a:r>
                        <a:rPr lang="it-IT" sz="1200" baseline="0" noProof="0" dirty="0">
                          <a:latin typeface="Calibri" panose="020F0502020204030204" pitchFamily="34" charset="0"/>
                          <a:cs typeface="Calibri" panose="020F0502020204030204" pitchFamily="34" charset="0"/>
                          <a:sym typeface="Wingdings" panose="05000000000000000000" pitchFamily="2" charset="2"/>
                        </a:rPr>
                        <a:t></a:t>
                      </a:r>
                      <a:r>
                        <a:rPr lang="en-US" sz="1200" dirty="0">
                          <a:effectLst/>
                          <a:latin typeface="Calibri" panose="020F0502020204030204" pitchFamily="34" charset="0"/>
                          <a:cs typeface="Calibri" panose="020F0502020204030204" pitchFamily="34" charset="0"/>
                        </a:rPr>
                        <a:t> </a:t>
                      </a:r>
                      <a:r>
                        <a:rPr lang="en-US" sz="1200" dirty="0">
                          <a:solidFill>
                            <a:srgbClr val="FF0000"/>
                          </a:solidFill>
                          <a:effectLst/>
                          <a:latin typeface="Calibri" panose="020F0502020204030204" pitchFamily="34" charset="0"/>
                          <a:cs typeface="Calibri" panose="020F0502020204030204" pitchFamily="34" charset="0"/>
                        </a:rPr>
                        <a:t>select project</a:t>
                      </a:r>
                    </a:p>
                  </a:txBody>
                  <a:tcPr marR="228600" marT="95250" marB="95250"/>
                </a:tc>
                <a:tc>
                  <a:txBody>
                    <a:bodyPr/>
                    <a:lstStyle/>
                    <a:p>
                      <a:pPr fontAlgn="t">
                        <a:buNone/>
                      </a:pPr>
                      <a:r>
                        <a:rPr lang="en-US" sz="1200" dirty="0" err="1">
                          <a:effectLst/>
                          <a:latin typeface="Calibri" panose="020F0502020204030204" pitchFamily="34" charset="0"/>
                          <a:cs typeface="Calibri" panose="020F0502020204030204" pitchFamily="34" charset="0"/>
                        </a:rPr>
                        <a:t>Mostra</a:t>
                      </a:r>
                      <a:r>
                        <a:rPr lang="en-US" sz="1200" dirty="0">
                          <a:effectLst/>
                          <a:latin typeface="Calibri" panose="020F0502020204030204" pitchFamily="34" charset="0"/>
                          <a:cs typeface="Calibri" panose="020F0502020204030204" pitchFamily="34" charset="0"/>
                        </a:rPr>
                        <a:t> la timesheet del </a:t>
                      </a:r>
                      <a:r>
                        <a:rPr lang="en-US" sz="1200" dirty="0" err="1">
                          <a:effectLst/>
                          <a:latin typeface="Calibri" panose="020F0502020204030204" pitchFamily="34" charset="0"/>
                          <a:cs typeface="Calibri" panose="020F0502020204030204" pitchFamily="34" charset="0"/>
                        </a:rPr>
                        <a:t>progetto</a:t>
                      </a:r>
                      <a:r>
                        <a:rPr lang="en-US" sz="1200" dirty="0">
                          <a:effectLst/>
                          <a:latin typeface="Calibri" panose="020F0502020204030204" pitchFamily="34" charset="0"/>
                          <a:cs typeface="Calibri" panose="020F0502020204030204" pitchFamily="34" charset="0"/>
                        </a:rPr>
                        <a:t> </a:t>
                      </a:r>
                      <a:r>
                        <a:rPr lang="en-US" sz="1200" dirty="0" err="1">
                          <a:effectLst/>
                          <a:latin typeface="Calibri" panose="020F0502020204030204" pitchFamily="34" charset="0"/>
                          <a:cs typeface="Calibri" panose="020F0502020204030204" pitchFamily="34" charset="0"/>
                        </a:rPr>
                        <a:t>selezionato</a:t>
                      </a:r>
                      <a:r>
                        <a:rPr lang="en-US" sz="1200" dirty="0">
                          <a:effectLst/>
                          <a:latin typeface="Calibri" panose="020F0502020204030204" pitchFamily="34" charset="0"/>
                          <a:cs typeface="Calibri" panose="020F0502020204030204" pitchFamily="34" charset="0"/>
                        </a:rPr>
                        <a:t> </a:t>
                      </a:r>
                      <a:r>
                        <a:rPr lang="en-US" sz="1200" dirty="0" err="1">
                          <a:effectLst/>
                          <a:latin typeface="Calibri" panose="020F0502020204030204" pitchFamily="34" charset="0"/>
                          <a:cs typeface="Calibri" panose="020F0502020204030204" pitchFamily="34" charset="0"/>
                        </a:rPr>
                        <a:t>usando</a:t>
                      </a:r>
                      <a:r>
                        <a:rPr lang="en-US" sz="1200" dirty="0">
                          <a:effectLst/>
                          <a:latin typeface="Calibri" panose="020F0502020204030204" pitchFamily="34" charset="0"/>
                          <a:cs typeface="Calibri" panose="020F0502020204030204" pitchFamily="34" charset="0"/>
                        </a:rPr>
                        <a:t> </a:t>
                      </a:r>
                      <a:r>
                        <a:rPr lang="en-US" sz="1200" dirty="0" err="1">
                          <a:effectLst/>
                          <a:latin typeface="Calibri" panose="020F0502020204030204" pitchFamily="34" charset="0"/>
                          <a:cs typeface="Calibri" panose="020F0502020204030204" pitchFamily="34" charset="0"/>
                        </a:rPr>
                        <a:t>i</a:t>
                      </a:r>
                      <a:r>
                        <a:rPr lang="en-US" sz="1200" dirty="0">
                          <a:effectLst/>
                          <a:latin typeface="Calibri" panose="020F0502020204030204" pitchFamily="34" charset="0"/>
                          <a:cs typeface="Calibri" panose="020F0502020204030204" pitchFamily="34" charset="0"/>
                        </a:rPr>
                        <a:t> </a:t>
                      </a:r>
                      <a:r>
                        <a:rPr lang="en-US" sz="1200" dirty="0" err="1">
                          <a:effectLst/>
                          <a:latin typeface="Calibri" panose="020F0502020204030204" pitchFamily="34" charset="0"/>
                          <a:cs typeface="Calibri" panose="020F0502020204030204" pitchFamily="34" charset="0"/>
                        </a:rPr>
                        <a:t>dati</a:t>
                      </a:r>
                      <a:r>
                        <a:rPr lang="en-US" sz="1200" dirty="0">
                          <a:effectLst/>
                          <a:latin typeface="Calibri" panose="020F0502020204030204" pitchFamily="34" charset="0"/>
                          <a:cs typeface="Calibri" panose="020F0502020204030204" pitchFamily="34" charset="0"/>
                        </a:rPr>
                        <a:t> </a:t>
                      </a:r>
                      <a:r>
                        <a:rPr lang="en-US" sz="1200" dirty="0" err="1">
                          <a:effectLst/>
                          <a:latin typeface="Calibri" panose="020F0502020204030204" pitchFamily="34" charset="0"/>
                          <a:cs typeface="Calibri" panose="020F0502020204030204" pitchFamily="34" charset="0"/>
                        </a:rPr>
                        <a:t>già</a:t>
                      </a:r>
                      <a:r>
                        <a:rPr lang="en-US" sz="1200" dirty="0">
                          <a:effectLst/>
                          <a:latin typeface="Calibri" panose="020F0502020204030204" pitchFamily="34" charset="0"/>
                          <a:cs typeface="Calibri" panose="020F0502020204030204" pitchFamily="34" charset="0"/>
                        </a:rPr>
                        <a:t> </a:t>
                      </a:r>
                      <a:r>
                        <a:rPr lang="en-US" sz="1200" dirty="0" err="1">
                          <a:effectLst/>
                          <a:latin typeface="Calibri" panose="020F0502020204030204" pitchFamily="34" charset="0"/>
                          <a:cs typeface="Calibri" panose="020F0502020204030204" pitchFamily="34" charset="0"/>
                        </a:rPr>
                        <a:t>caricati</a:t>
                      </a:r>
                      <a:endParaRPr lang="en-US" sz="1200" dirty="0">
                        <a:effectLst/>
                        <a:latin typeface="Calibri" panose="020F0502020204030204" pitchFamily="34" charset="0"/>
                        <a:cs typeface="Calibri" panose="020F0502020204030204" pitchFamily="34" charset="0"/>
                      </a:endParaRPr>
                    </a:p>
                  </a:txBody>
                  <a:tcPr marR="228600" marT="95250" marB="95250"/>
                </a:tc>
                <a:tc>
                  <a:txBody>
                    <a:bodyPr/>
                    <a:lstStyle/>
                    <a:p>
                      <a:pPr fontAlgn="t">
                        <a:buNone/>
                      </a:pPr>
                      <a:r>
                        <a:rPr lang="en-US" sz="1200">
                          <a:effectLst/>
                          <a:latin typeface="Calibri" panose="020F0502020204030204" pitchFamily="34" charset="0"/>
                          <a:cs typeface="Calibri" panose="020F0502020204030204" pitchFamily="34" charset="0"/>
                        </a:rPr>
                        <a:t>-</a:t>
                      </a:r>
                    </a:p>
                  </a:txBody>
                  <a:tcPr marR="228600" marT="95250" marB="95250"/>
                </a:tc>
                <a:tc>
                  <a:txBody>
                    <a:bodyPr/>
                    <a:lstStyle/>
                    <a:p>
                      <a:pPr fontAlgn="t">
                        <a:buNone/>
                      </a:pPr>
                      <a:r>
                        <a:rPr lang="en-US" sz="1200" dirty="0">
                          <a:effectLst/>
                          <a:latin typeface="Calibri" panose="020F0502020204030204" pitchFamily="34" charset="0"/>
                          <a:cs typeface="Calibri" panose="020F0502020204030204" pitchFamily="34" charset="0"/>
                        </a:rPr>
                        <a:t>-</a:t>
                      </a:r>
                    </a:p>
                  </a:txBody>
                  <a:tcPr marT="95250" marB="95250"/>
                </a:tc>
                <a:extLst>
                  <a:ext uri="{0D108BD9-81ED-4DB2-BD59-A6C34878D82A}">
                    <a16:rowId xmlns:a16="http://schemas.microsoft.com/office/drawing/2014/main" val="2739746182"/>
                  </a:ext>
                </a:extLst>
              </a:tr>
              <a:tr h="0">
                <a:tc>
                  <a:txBody>
                    <a:bodyPr/>
                    <a:lstStyle/>
                    <a:p>
                      <a:pPr fontAlgn="t">
                        <a:buNone/>
                      </a:pPr>
                      <a:r>
                        <a:rPr lang="en-US" sz="1200" dirty="0">
                          <a:effectLst/>
                          <a:latin typeface="Calibri" panose="020F0502020204030204" pitchFamily="34" charset="0"/>
                          <a:cs typeface="Calibri" panose="020F0502020204030204" pitchFamily="34" charset="0"/>
                        </a:rPr>
                        <a:t>Collaborator Timesheet Cell </a:t>
                      </a:r>
                      <a:r>
                        <a:rPr lang="it-IT" sz="1200" baseline="0" noProof="0" dirty="0">
                          <a:latin typeface="Calibri" panose="020F0502020204030204" pitchFamily="34" charset="0"/>
                          <a:cs typeface="Calibri" panose="020F0502020204030204" pitchFamily="34" charset="0"/>
                          <a:sym typeface="Wingdings" panose="05000000000000000000" pitchFamily="2" charset="2"/>
                        </a:rPr>
                        <a:t></a:t>
                      </a:r>
                      <a:r>
                        <a:rPr lang="en-US" sz="1200" dirty="0">
                          <a:effectLst/>
                          <a:latin typeface="Calibri" panose="020F0502020204030204" pitchFamily="34" charset="0"/>
                          <a:cs typeface="Calibri" panose="020F0502020204030204" pitchFamily="34" charset="0"/>
                        </a:rPr>
                        <a:t> </a:t>
                      </a:r>
                      <a:r>
                        <a:rPr lang="en-US" sz="1200" dirty="0">
                          <a:solidFill>
                            <a:srgbClr val="FF0000"/>
                          </a:solidFill>
                          <a:effectLst/>
                          <a:latin typeface="Calibri" panose="020F0502020204030204" pitchFamily="34" charset="0"/>
                          <a:cs typeface="Calibri" panose="020F0502020204030204" pitchFamily="34" charset="0"/>
                        </a:rPr>
                        <a:t>mouse out</a:t>
                      </a:r>
                    </a:p>
                  </a:txBody>
                  <a:tcPr marT="95250" marB="95250"/>
                </a:tc>
                <a:tc>
                  <a:txBody>
                    <a:bodyPr/>
                    <a:lstStyle/>
                    <a:p>
                      <a:pPr fontAlgn="t">
                        <a:buNone/>
                      </a:pPr>
                      <a:r>
                        <a:rPr lang="en-US" sz="1200" dirty="0" err="1">
                          <a:effectLst/>
                          <a:latin typeface="Calibri" panose="020F0502020204030204" pitchFamily="34" charset="0"/>
                          <a:cs typeface="Calibri" panose="020F0502020204030204" pitchFamily="34" charset="0"/>
                        </a:rPr>
                        <a:t>Controlla</a:t>
                      </a:r>
                      <a:r>
                        <a:rPr lang="en-US" sz="1200" dirty="0">
                          <a:effectLst/>
                          <a:latin typeface="Calibri" panose="020F0502020204030204" pitchFamily="34" charset="0"/>
                          <a:cs typeface="Calibri" panose="020F0502020204030204" pitchFamily="34" charset="0"/>
                        </a:rPr>
                        <a:t> </a:t>
                      </a:r>
                      <a:r>
                        <a:rPr lang="en-US" sz="1200" dirty="0" err="1">
                          <a:effectLst/>
                          <a:latin typeface="Calibri" panose="020F0502020204030204" pitchFamily="34" charset="0"/>
                          <a:cs typeface="Calibri" panose="020F0502020204030204" pitchFamily="34" charset="0"/>
                        </a:rPr>
                        <a:t>valore</a:t>
                      </a:r>
                      <a:r>
                        <a:rPr lang="en-US" sz="1200" dirty="0">
                          <a:effectLst/>
                          <a:latin typeface="Calibri" panose="020F0502020204030204" pitchFamily="34" charset="0"/>
                          <a:cs typeface="Calibri" panose="020F0502020204030204" pitchFamily="34" charset="0"/>
                        </a:rPr>
                        <a:t> </a:t>
                      </a:r>
                      <a:r>
                        <a:rPr lang="en-US" sz="1200" dirty="0" err="1">
                          <a:effectLst/>
                          <a:latin typeface="Calibri" panose="020F0502020204030204" pitchFamily="34" charset="0"/>
                          <a:cs typeface="Calibri" panose="020F0502020204030204" pitchFamily="34" charset="0"/>
                        </a:rPr>
                        <a:t>inserito</a:t>
                      </a:r>
                      <a:r>
                        <a:rPr lang="en-US" sz="1200" dirty="0">
                          <a:effectLst/>
                          <a:latin typeface="Calibri" panose="020F0502020204030204" pitchFamily="34" charset="0"/>
                          <a:cs typeface="Calibri" panose="020F0502020204030204" pitchFamily="34" charset="0"/>
                        </a:rPr>
                        <a:t> e </a:t>
                      </a:r>
                      <a:r>
                        <a:rPr lang="en-US" sz="1200" dirty="0" err="1">
                          <a:effectLst/>
                          <a:latin typeface="Calibri" panose="020F0502020204030204" pitchFamily="34" charset="0"/>
                          <a:cs typeface="Calibri" panose="020F0502020204030204" pitchFamily="34" charset="0"/>
                        </a:rPr>
                        <a:t>invia</a:t>
                      </a:r>
                      <a:r>
                        <a:rPr lang="en-US" sz="1200" dirty="0">
                          <a:effectLst/>
                          <a:latin typeface="Calibri" panose="020F0502020204030204" pitchFamily="34" charset="0"/>
                          <a:cs typeface="Calibri" panose="020F0502020204030204" pitchFamily="34" charset="0"/>
                        </a:rPr>
                        <a:t> </a:t>
                      </a:r>
                      <a:r>
                        <a:rPr lang="en-US" sz="1200" dirty="0" err="1">
                          <a:effectLst/>
                          <a:latin typeface="Calibri" panose="020F0502020204030204" pitchFamily="34" charset="0"/>
                          <a:cs typeface="Calibri" panose="020F0502020204030204" pitchFamily="34" charset="0"/>
                        </a:rPr>
                        <a:t>salvataggio</a:t>
                      </a:r>
                      <a:r>
                        <a:rPr lang="en-US" sz="1200" dirty="0">
                          <a:effectLst/>
                          <a:latin typeface="Calibri" panose="020F0502020204030204" pitchFamily="34" charset="0"/>
                          <a:cs typeface="Calibri" panose="020F0502020204030204" pitchFamily="34" charset="0"/>
                        </a:rPr>
                        <a:t> </a:t>
                      </a:r>
                      <a:r>
                        <a:rPr lang="en-US" sz="1200" dirty="0" err="1">
                          <a:effectLst/>
                          <a:latin typeface="Calibri" panose="020F0502020204030204" pitchFamily="34" charset="0"/>
                          <a:cs typeface="Calibri" panose="020F0502020204030204" pitchFamily="34" charset="0"/>
                        </a:rPr>
                        <a:t>automatico</a:t>
                      </a:r>
                      <a:r>
                        <a:rPr lang="en-US" sz="1200" dirty="0">
                          <a:effectLst/>
                          <a:latin typeface="Calibri" panose="020F0502020204030204" pitchFamily="34" charset="0"/>
                          <a:cs typeface="Calibri" panose="020F0502020204030204" pitchFamily="34" charset="0"/>
                        </a:rPr>
                        <a:t> della </a:t>
                      </a:r>
                      <a:r>
                        <a:rPr lang="en-US" sz="1200" dirty="0" err="1">
                          <a:effectLst/>
                          <a:latin typeface="Calibri" panose="020F0502020204030204" pitchFamily="34" charset="0"/>
                          <a:cs typeface="Calibri" panose="020F0502020204030204" pitchFamily="34" charset="0"/>
                        </a:rPr>
                        <a:t>cella</a:t>
                      </a:r>
                      <a:r>
                        <a:rPr lang="en-US" sz="1200" dirty="0">
                          <a:effectLst/>
                          <a:latin typeface="Calibri" panose="020F0502020204030204" pitchFamily="34" charset="0"/>
                          <a:cs typeface="Calibri" panose="020F0502020204030204" pitchFamily="34" charset="0"/>
                        </a:rPr>
                        <a:t> </a:t>
                      </a:r>
                      <a:r>
                        <a:rPr lang="en-US" sz="1200" dirty="0" err="1">
                          <a:effectLst/>
                          <a:latin typeface="Calibri" panose="020F0502020204030204" pitchFamily="34" charset="0"/>
                          <a:cs typeface="Calibri" panose="020F0502020204030204" pitchFamily="34" charset="0"/>
                        </a:rPr>
                        <a:t>modificata</a:t>
                      </a:r>
                      <a:endParaRPr lang="en-US" sz="1200" dirty="0">
                        <a:effectLst/>
                        <a:latin typeface="Calibri" panose="020F0502020204030204" pitchFamily="34" charset="0"/>
                        <a:cs typeface="Calibri" panose="020F0502020204030204" pitchFamily="34" charset="0"/>
                      </a:endParaRPr>
                    </a:p>
                  </a:txBody>
                  <a:tcPr marR="228600" marT="95250" marB="95250"/>
                </a:tc>
                <a:tc>
                  <a:txBody>
                    <a:bodyPr/>
                    <a:lstStyle/>
                    <a:p>
                      <a:pPr fontAlgn="t">
                        <a:buNone/>
                      </a:pPr>
                      <a:r>
                        <a:rPr lang="en-US" sz="1200">
                          <a:effectLst/>
                          <a:latin typeface="Calibri" panose="020F0502020204030204" pitchFamily="34" charset="0"/>
                          <a:cs typeface="Calibri" panose="020F0502020204030204" pitchFamily="34" charset="0"/>
                        </a:rPr>
                        <a:t>POST(task.id, month, workedHours)</a:t>
                      </a:r>
                    </a:p>
                  </a:txBody>
                  <a:tcPr marR="228600" marT="95250" marB="95250"/>
                </a:tc>
                <a:tc>
                  <a:txBody>
                    <a:bodyPr/>
                    <a:lstStyle/>
                    <a:p>
                      <a:pPr fontAlgn="t">
                        <a:buNone/>
                      </a:pPr>
                      <a:r>
                        <a:rPr lang="en-US" sz="1200" dirty="0">
                          <a:effectLst/>
                          <a:latin typeface="Calibri" panose="020F0502020204030204" pitchFamily="34" charset="0"/>
                          <a:cs typeface="Calibri" panose="020F0502020204030204" pitchFamily="34" charset="0"/>
                        </a:rPr>
                        <a:t>Valida ore </a:t>
                      </a:r>
                      <a:r>
                        <a:rPr lang="en-US" sz="1200" dirty="0" err="1">
                          <a:effectLst/>
                          <a:latin typeface="Calibri" panose="020F0502020204030204" pitchFamily="34" charset="0"/>
                          <a:cs typeface="Calibri" panose="020F0502020204030204" pitchFamily="34" charset="0"/>
                        </a:rPr>
                        <a:t>lavorate</a:t>
                      </a:r>
                      <a:r>
                        <a:rPr lang="en-US" sz="1200" dirty="0">
                          <a:effectLst/>
                          <a:latin typeface="Calibri" panose="020F0502020204030204" pitchFamily="34" charset="0"/>
                          <a:cs typeface="Calibri" panose="020F0502020204030204" pitchFamily="34" charset="0"/>
                        </a:rPr>
                        <a:t>, </a:t>
                      </a:r>
                      <a:r>
                        <a:rPr lang="en-US" sz="1200" dirty="0" err="1">
                          <a:effectLst/>
                          <a:latin typeface="Calibri" panose="020F0502020204030204" pitchFamily="34" charset="0"/>
                          <a:cs typeface="Calibri" panose="020F0502020204030204" pitchFamily="34" charset="0"/>
                        </a:rPr>
                        <a:t>salva</a:t>
                      </a:r>
                      <a:r>
                        <a:rPr lang="en-US" sz="1200" dirty="0">
                          <a:effectLst/>
                          <a:latin typeface="Calibri" panose="020F0502020204030204" pitchFamily="34" charset="0"/>
                          <a:cs typeface="Calibri" panose="020F0502020204030204" pitchFamily="34" charset="0"/>
                        </a:rPr>
                        <a:t> </a:t>
                      </a:r>
                      <a:r>
                        <a:rPr lang="en-US" sz="1200" dirty="0" err="1">
                          <a:effectLst/>
                          <a:latin typeface="Calibri" panose="020F0502020204030204" pitchFamily="34" charset="0"/>
                          <a:cs typeface="Calibri" panose="020F0502020204030204" pitchFamily="34" charset="0"/>
                        </a:rPr>
                        <a:t>valore</a:t>
                      </a:r>
                      <a:r>
                        <a:rPr lang="en-US" sz="1200" dirty="0">
                          <a:effectLst/>
                          <a:latin typeface="Calibri" panose="020F0502020204030204" pitchFamily="34" charset="0"/>
                          <a:cs typeface="Calibri" panose="020F0502020204030204" pitchFamily="34" charset="0"/>
                        </a:rPr>
                        <a:t> </a:t>
                      </a:r>
                      <a:r>
                        <a:rPr lang="en-US" sz="1200" dirty="0" err="1">
                          <a:effectLst/>
                          <a:latin typeface="Calibri" panose="020F0502020204030204" pitchFamily="34" charset="0"/>
                          <a:cs typeface="Calibri" panose="020F0502020204030204" pitchFamily="34" charset="0"/>
                        </a:rPr>
                        <a:t>nel</a:t>
                      </a:r>
                      <a:r>
                        <a:rPr lang="en-US" sz="1200" dirty="0">
                          <a:effectLst/>
                          <a:latin typeface="Calibri" panose="020F0502020204030204" pitchFamily="34" charset="0"/>
                          <a:cs typeface="Calibri" panose="020F0502020204030204" pitchFamily="34" charset="0"/>
                        </a:rPr>
                        <a:t> database e </a:t>
                      </a:r>
                      <a:r>
                        <a:rPr lang="en-US" sz="1200" dirty="0" err="1">
                          <a:effectLst/>
                          <a:latin typeface="Calibri" panose="020F0502020204030204" pitchFamily="34" charset="0"/>
                          <a:cs typeface="Calibri" panose="020F0502020204030204" pitchFamily="34" charset="0"/>
                        </a:rPr>
                        <a:t>restituisce</a:t>
                      </a:r>
                      <a:r>
                        <a:rPr lang="en-US" sz="1200" dirty="0">
                          <a:effectLst/>
                          <a:latin typeface="Calibri" panose="020F0502020204030204" pitchFamily="34" charset="0"/>
                          <a:cs typeface="Calibri" panose="020F0502020204030204" pitchFamily="34" charset="0"/>
                        </a:rPr>
                        <a:t> </a:t>
                      </a:r>
                      <a:r>
                        <a:rPr lang="en-US" sz="1200" dirty="0" err="1">
                          <a:effectLst/>
                          <a:latin typeface="Calibri" panose="020F0502020204030204" pitchFamily="34" charset="0"/>
                          <a:cs typeface="Calibri" panose="020F0502020204030204" pitchFamily="34" charset="0"/>
                        </a:rPr>
                        <a:t>stato</a:t>
                      </a:r>
                      <a:r>
                        <a:rPr lang="en-US" sz="1200" dirty="0">
                          <a:effectLst/>
                          <a:latin typeface="Calibri" panose="020F0502020204030204" pitchFamily="34" charset="0"/>
                          <a:cs typeface="Calibri" panose="020F0502020204030204" pitchFamily="34" charset="0"/>
                        </a:rPr>
                        <a:t>/</a:t>
                      </a:r>
                      <a:r>
                        <a:rPr lang="en-US" sz="1200" dirty="0" err="1">
                          <a:effectLst/>
                          <a:latin typeface="Calibri" panose="020F0502020204030204" pitchFamily="34" charset="0"/>
                          <a:cs typeface="Calibri" panose="020F0502020204030204" pitchFamily="34" charset="0"/>
                        </a:rPr>
                        <a:t>errori</a:t>
                      </a:r>
                      <a:endParaRPr lang="en-US" sz="1200" dirty="0">
                        <a:effectLst/>
                        <a:latin typeface="Calibri" panose="020F0502020204030204" pitchFamily="34" charset="0"/>
                        <a:cs typeface="Calibri" panose="020F0502020204030204" pitchFamily="34" charset="0"/>
                      </a:endParaRPr>
                    </a:p>
                  </a:txBody>
                  <a:tcPr marT="95250" marB="95250"/>
                </a:tc>
                <a:extLst>
                  <a:ext uri="{0D108BD9-81ED-4DB2-BD59-A6C34878D82A}">
                    <a16:rowId xmlns:a16="http://schemas.microsoft.com/office/drawing/2014/main" val="954604780"/>
                  </a:ext>
                </a:extLst>
              </a:tr>
            </a:tbl>
          </a:graphicData>
        </a:graphic>
      </p:graphicFrame>
    </p:spTree>
    <p:extLst>
      <p:ext uri="{BB962C8B-B14F-4D97-AF65-F5344CB8AC3E}">
        <p14:creationId xmlns:p14="http://schemas.microsoft.com/office/powerpoint/2010/main" val="4258766896"/>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A509D88-B0C2-1EB0-2D91-1EF343865935}"/>
            </a:ext>
          </a:extLst>
        </p:cNvPr>
        <p:cNvGrpSpPr/>
        <p:nvPr/>
      </p:nvGrpSpPr>
      <p:grpSpPr>
        <a:xfrm>
          <a:off x="0" y="0"/>
          <a:ext cx="0" cy="0"/>
          <a:chOff x="0" y="0"/>
          <a:chExt cx="0" cy="0"/>
        </a:xfrm>
      </p:grpSpPr>
      <p:sp>
        <p:nvSpPr>
          <p:cNvPr id="4" name="Google Shape;135;p26">
            <a:extLst>
              <a:ext uri="{FF2B5EF4-FFF2-40B4-BE49-F238E27FC236}">
                <a16:creationId xmlns:a16="http://schemas.microsoft.com/office/drawing/2014/main" id="{198401AB-5946-1673-5DD6-10527306CB27}"/>
              </a:ext>
            </a:extLst>
          </p:cNvPr>
          <p:cNvSpPr txBox="1">
            <a:spLocks/>
          </p:cNvSpPr>
          <p:nvPr/>
        </p:nvSpPr>
        <p:spPr>
          <a:xfrm>
            <a:off x="426631" y="258833"/>
            <a:ext cx="11338737" cy="1143000"/>
          </a:xfrm>
          <a:prstGeom prst="rect">
            <a:avLst/>
          </a:prstGeom>
          <a:noFill/>
          <a:ln>
            <a:noFill/>
          </a:ln>
        </p:spPr>
        <p:txBody>
          <a:bodyPr spcFirstLastPara="1" wrap="square" lIns="107269" tIns="53620" rIns="107269" bIns="53620" anchor="ctr" anchorCtr="0">
            <a:noAutofit/>
          </a:bodyPr>
          <a:lstStyle>
            <a:defPPr marR="0" lvl="0" algn="l" rtl="0">
              <a:lnSpc>
                <a:spcPct val="100000"/>
              </a:lnSpc>
              <a:spcBef>
                <a:spcPts val="0"/>
              </a:spcBef>
              <a:spcAft>
                <a:spcPts val="0"/>
              </a:spcAft>
            </a:defPPr>
            <a:lvl1pPr marR="0" lvl="0" algn="ctr" rtl="0">
              <a:lnSpc>
                <a:spcPct val="100000"/>
              </a:lnSpc>
              <a:spcBef>
                <a:spcPts val="0"/>
              </a:spcBef>
              <a:spcAft>
                <a:spcPts val="0"/>
              </a:spcAft>
              <a:buClr>
                <a:schemeClr val="dk1"/>
              </a:buClr>
              <a:buSzPts val="1800"/>
              <a:buFont typeface="Calibri"/>
              <a:buNone/>
              <a:defRPr sz="44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9pPr>
          </a:lstStyle>
          <a:p>
            <a:pPr>
              <a:buClr>
                <a:prstClr val="black"/>
              </a:buClr>
              <a:defRPr/>
            </a:pPr>
            <a:r>
              <a:rPr lang="en-US" noProof="1">
                <a:solidFill>
                  <a:schemeClr val="tx1"/>
                </a:solidFill>
              </a:rPr>
              <a:t>Controller / Event handler (</a:t>
            </a:r>
            <a:r>
              <a:rPr kumimoji="0" lang="en-US" sz="4400" b="0" i="0" u="none" strike="noStrike" kern="1200" cap="none" spc="0" normalizeH="0" baseline="0" noProof="1">
                <a:ln>
                  <a:noFill/>
                </a:ln>
                <a:solidFill>
                  <a:schemeClr val="tx1"/>
                </a:solidFill>
                <a:effectLst/>
                <a:uLnTx/>
                <a:uFillTx/>
                <a:latin typeface="Calibri"/>
                <a:cs typeface="Calibri"/>
                <a:sym typeface="Calibri"/>
              </a:rPr>
              <a:t>collaborator)</a:t>
            </a:r>
          </a:p>
        </p:txBody>
      </p:sp>
      <p:graphicFrame>
        <p:nvGraphicFramePr>
          <p:cNvPr id="2" name="Table 1">
            <a:extLst>
              <a:ext uri="{FF2B5EF4-FFF2-40B4-BE49-F238E27FC236}">
                <a16:creationId xmlns:a16="http://schemas.microsoft.com/office/drawing/2014/main" id="{3CBB7F7D-85EB-BC99-3BB2-2966087038EA}"/>
              </a:ext>
            </a:extLst>
          </p:cNvPr>
          <p:cNvGraphicFramePr>
            <a:graphicFrameLocks noGrp="1"/>
          </p:cNvGraphicFramePr>
          <p:nvPr>
            <p:extLst>
              <p:ext uri="{D42A27DB-BD31-4B8C-83A1-F6EECF244321}">
                <p14:modId xmlns:p14="http://schemas.microsoft.com/office/powerpoint/2010/main" val="1951696206"/>
              </p:ext>
            </p:extLst>
          </p:nvPr>
        </p:nvGraphicFramePr>
        <p:xfrm>
          <a:off x="426632" y="1192603"/>
          <a:ext cx="11338736" cy="2289795"/>
        </p:xfrm>
        <a:graphic>
          <a:graphicData uri="http://schemas.openxmlformats.org/drawingml/2006/table">
            <a:tbl>
              <a:tblPr firstRow="1" bandRow="1">
                <a:tableStyleId>{00A15C55-8517-42AA-B614-E9B94910E393}</a:tableStyleId>
              </a:tblPr>
              <a:tblGrid>
                <a:gridCol w="2386372">
                  <a:extLst>
                    <a:ext uri="{9D8B030D-6E8A-4147-A177-3AD203B41FA5}">
                      <a16:colId xmlns:a16="http://schemas.microsoft.com/office/drawing/2014/main" val="235445318"/>
                    </a:ext>
                  </a:extLst>
                </a:gridCol>
                <a:gridCol w="3943786">
                  <a:extLst>
                    <a:ext uri="{9D8B030D-6E8A-4147-A177-3AD203B41FA5}">
                      <a16:colId xmlns:a16="http://schemas.microsoft.com/office/drawing/2014/main" val="2807583141"/>
                    </a:ext>
                  </a:extLst>
                </a:gridCol>
                <a:gridCol w="1968403">
                  <a:extLst>
                    <a:ext uri="{9D8B030D-6E8A-4147-A177-3AD203B41FA5}">
                      <a16:colId xmlns:a16="http://schemas.microsoft.com/office/drawing/2014/main" val="3946285172"/>
                    </a:ext>
                  </a:extLst>
                </a:gridCol>
                <a:gridCol w="3040175">
                  <a:extLst>
                    <a:ext uri="{9D8B030D-6E8A-4147-A177-3AD203B41FA5}">
                      <a16:colId xmlns:a16="http://schemas.microsoft.com/office/drawing/2014/main" val="455709899"/>
                    </a:ext>
                  </a:extLst>
                </a:gridCol>
              </a:tblGrid>
              <a:tr h="465386">
                <a:tc gridSpan="2">
                  <a:txBody>
                    <a:bodyPr/>
                    <a:lstStyle/>
                    <a:p>
                      <a:pPr algn="ctr"/>
                      <a:r>
                        <a:rPr lang="en-US" sz="1200" dirty="0">
                          <a:latin typeface="Calibri" panose="020F0502020204030204" pitchFamily="34" charset="0"/>
                          <a:cs typeface="Calibri" panose="020F0502020204030204" pitchFamily="34" charset="0"/>
                        </a:rPr>
                        <a:t>Client Side</a:t>
                      </a:r>
                    </a:p>
                  </a:txBody>
                  <a:tcPr anchor="ctr"/>
                </a:tc>
                <a:tc hMerge="1">
                  <a:txBody>
                    <a:bodyPr/>
                    <a:lstStyle/>
                    <a:p>
                      <a:endParaRPr lang="en-US" dirty="0"/>
                    </a:p>
                  </a:txBody>
                  <a:tcPr/>
                </a:tc>
                <a:tc gridSpan="2">
                  <a:txBody>
                    <a:bodyPr/>
                    <a:lstStyle/>
                    <a:p>
                      <a:pPr algn="ctr"/>
                      <a:r>
                        <a:rPr lang="en-US" sz="1200" dirty="0">
                          <a:latin typeface="Calibri" panose="020F0502020204030204" pitchFamily="34" charset="0"/>
                          <a:cs typeface="Calibri" panose="020F0502020204030204" pitchFamily="34" charset="0"/>
                        </a:rPr>
                        <a:t>Server Side</a:t>
                      </a:r>
                    </a:p>
                  </a:txBody>
                  <a:tcPr anchor="ctr"/>
                </a:tc>
                <a:tc hMerge="1">
                  <a:txBody>
                    <a:bodyPr/>
                    <a:lstStyle/>
                    <a:p>
                      <a:endParaRPr lang="en-US" dirty="0"/>
                    </a:p>
                  </a:txBody>
                  <a:tcPr/>
                </a:tc>
                <a:extLst>
                  <a:ext uri="{0D108BD9-81ED-4DB2-BD59-A6C34878D82A}">
                    <a16:rowId xmlns:a16="http://schemas.microsoft.com/office/drawing/2014/main" val="3065940527"/>
                  </a:ext>
                </a:extLst>
              </a:tr>
              <a:tr h="338509">
                <a:tc>
                  <a:txBody>
                    <a:bodyPr/>
                    <a:lstStyle/>
                    <a:p>
                      <a:pPr algn="ctr"/>
                      <a:r>
                        <a:rPr lang="en-US" sz="1200" dirty="0" err="1">
                          <a:latin typeface="Calibri" panose="020F0502020204030204" pitchFamily="34" charset="0"/>
                          <a:cs typeface="Calibri" panose="020F0502020204030204" pitchFamily="34" charset="0"/>
                        </a:rPr>
                        <a:t>Evento</a:t>
                      </a:r>
                      <a:endParaRPr lang="en-US" sz="1200" dirty="0">
                        <a:latin typeface="Calibri" panose="020F0502020204030204" pitchFamily="34" charset="0"/>
                        <a:cs typeface="Calibri" panose="020F0502020204030204" pitchFamily="34" charset="0"/>
                      </a:endParaRPr>
                    </a:p>
                  </a:txBody>
                  <a:tcPr anchor="ctr"/>
                </a:tc>
                <a:tc>
                  <a:txBody>
                    <a:bodyPr/>
                    <a:lstStyle/>
                    <a:p>
                      <a:pPr algn="ctr"/>
                      <a:r>
                        <a:rPr lang="en-US" sz="1200" dirty="0" err="1">
                          <a:latin typeface="Calibri" panose="020F0502020204030204" pitchFamily="34" charset="0"/>
                          <a:cs typeface="Calibri" panose="020F0502020204030204" pitchFamily="34" charset="0"/>
                        </a:rPr>
                        <a:t>Controllore</a:t>
                      </a:r>
                      <a:endParaRPr lang="en-US" sz="1200" dirty="0">
                        <a:latin typeface="Calibri" panose="020F0502020204030204" pitchFamily="34" charset="0"/>
                        <a:cs typeface="Calibri" panose="020F0502020204030204" pitchFamily="34" charset="0"/>
                      </a:endParaRPr>
                    </a:p>
                  </a:txBody>
                  <a:tcPr anchor="ctr"/>
                </a:tc>
                <a:tc>
                  <a:txBody>
                    <a:bodyPr/>
                    <a:lstStyle/>
                    <a:p>
                      <a:pPr algn="ctr"/>
                      <a:r>
                        <a:rPr lang="en-US" sz="1200" dirty="0" err="1">
                          <a:latin typeface="Calibri" panose="020F0502020204030204" pitchFamily="34" charset="0"/>
                          <a:cs typeface="Calibri" panose="020F0502020204030204" pitchFamily="34" charset="0"/>
                        </a:rPr>
                        <a:t>Evento</a:t>
                      </a:r>
                      <a:endParaRPr lang="en-US" sz="1200" dirty="0">
                        <a:latin typeface="Calibri" panose="020F0502020204030204" pitchFamily="34" charset="0"/>
                        <a:cs typeface="Calibri" panose="020F0502020204030204" pitchFamily="34" charset="0"/>
                      </a:endParaRPr>
                    </a:p>
                  </a:txBody>
                  <a:tcPr anchor="ct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dirty="0" err="1">
                          <a:latin typeface="Calibri" panose="020F0502020204030204" pitchFamily="34" charset="0"/>
                          <a:cs typeface="Calibri" panose="020F0502020204030204" pitchFamily="34" charset="0"/>
                        </a:rPr>
                        <a:t>Controllore</a:t>
                      </a:r>
                      <a:endParaRPr lang="en-US" sz="1200" dirty="0">
                        <a:latin typeface="Calibri" panose="020F0502020204030204" pitchFamily="34" charset="0"/>
                        <a:cs typeface="Calibri" panose="020F0502020204030204" pitchFamily="34" charset="0"/>
                      </a:endParaRPr>
                    </a:p>
                  </a:txBody>
                  <a:tcPr anchor="ctr"/>
                </a:tc>
                <a:extLst>
                  <a:ext uri="{0D108BD9-81ED-4DB2-BD59-A6C34878D82A}">
                    <a16:rowId xmlns:a16="http://schemas.microsoft.com/office/drawing/2014/main" val="3343563429"/>
                  </a:ext>
                </a:extLst>
              </a:tr>
              <a:tr h="372961">
                <a:tc>
                  <a:txBody>
                    <a:bodyPr/>
                    <a:lstStyle/>
                    <a:p>
                      <a:pPr fontAlgn="t">
                        <a:buNone/>
                      </a:pPr>
                      <a:r>
                        <a:rPr lang="en-US" sz="1200" dirty="0">
                          <a:effectLst/>
                          <a:latin typeface="Calibri" panose="020F0502020204030204" pitchFamily="34" charset="0"/>
                          <a:cs typeface="Calibri" panose="020F0502020204030204" pitchFamily="34" charset="0"/>
                        </a:rPr>
                        <a:t>Home Collaborator </a:t>
                      </a:r>
                      <a:r>
                        <a:rPr lang="it-IT" sz="1200" baseline="0" noProof="0" dirty="0">
                          <a:latin typeface="Calibri" panose="020F0502020204030204" pitchFamily="34" charset="0"/>
                          <a:cs typeface="Calibri" panose="020F0502020204030204" pitchFamily="34" charset="0"/>
                          <a:sym typeface="Wingdings" panose="05000000000000000000" pitchFamily="2" charset="2"/>
                        </a:rPr>
                        <a:t></a:t>
                      </a:r>
                      <a:r>
                        <a:rPr lang="en-US" sz="1200" dirty="0">
                          <a:effectLst/>
                          <a:latin typeface="Calibri" panose="020F0502020204030204" pitchFamily="34" charset="0"/>
                          <a:cs typeface="Calibri" panose="020F0502020204030204" pitchFamily="34" charset="0"/>
                        </a:rPr>
                        <a:t> </a:t>
                      </a:r>
                      <a:r>
                        <a:rPr lang="en-US" sz="1200" dirty="0">
                          <a:solidFill>
                            <a:srgbClr val="FF0000"/>
                          </a:solidFill>
                          <a:effectLst/>
                          <a:latin typeface="Calibri" panose="020F0502020204030204" pitchFamily="34" charset="0"/>
                          <a:cs typeface="Calibri" panose="020F0502020204030204" pitchFamily="34" charset="0"/>
                        </a:rPr>
                        <a:t>load</a:t>
                      </a:r>
                    </a:p>
                  </a:txBody>
                  <a:tcPr marR="228600" marT="95250" marB="95250"/>
                </a:tc>
                <a:tc>
                  <a:txBody>
                    <a:bodyPr/>
                    <a:lstStyle/>
                    <a:p>
                      <a:pPr fontAlgn="t">
                        <a:buNone/>
                      </a:pPr>
                      <a:r>
                        <a:rPr lang="en-US" sz="1200" dirty="0">
                          <a:effectLst/>
                          <a:latin typeface="Calibri" panose="020F0502020204030204" pitchFamily="34" charset="0"/>
                          <a:cs typeface="Calibri" panose="020F0502020204030204" pitchFamily="34" charset="0"/>
                        </a:rPr>
                        <a:t>Function </a:t>
                      </a:r>
                      <a:r>
                        <a:rPr lang="en-US" sz="1200" dirty="0" err="1">
                          <a:effectLst/>
                          <a:latin typeface="Calibri" panose="020F0502020204030204" pitchFamily="34" charset="0"/>
                          <a:cs typeface="Calibri" panose="020F0502020204030204" pitchFamily="34" charset="0"/>
                        </a:rPr>
                        <a:t>PageOrchestrator.start</a:t>
                      </a:r>
                      <a:endParaRPr lang="en-US" sz="1200" dirty="0">
                        <a:effectLst/>
                        <a:latin typeface="Calibri" panose="020F0502020204030204" pitchFamily="34" charset="0"/>
                        <a:cs typeface="Calibri" panose="020F0502020204030204" pitchFamily="34" charset="0"/>
                      </a:endParaRPr>
                    </a:p>
                  </a:txBody>
                  <a:tcPr marR="228600" marT="95250" marB="95250"/>
                </a:tc>
                <a:tc>
                  <a:txBody>
                    <a:bodyPr/>
                    <a:lstStyle/>
                    <a:p>
                      <a:pPr fontAlgn="t">
                        <a:buNone/>
                      </a:pPr>
                      <a:r>
                        <a:rPr lang="en-US" sz="1200">
                          <a:effectLst/>
                          <a:latin typeface="Calibri" panose="020F0502020204030204" pitchFamily="34" charset="0"/>
                          <a:cs typeface="Calibri" panose="020F0502020204030204" pitchFamily="34" charset="0"/>
                        </a:rPr>
                        <a:t>GET</a:t>
                      </a:r>
                    </a:p>
                  </a:txBody>
                  <a:tcPr marR="228600" marT="95250" marB="95250"/>
                </a:tc>
                <a:tc>
                  <a:txBody>
                    <a:bodyPr/>
                    <a:lstStyle/>
                    <a:p>
                      <a:pPr fontAlgn="t">
                        <a:buNone/>
                      </a:pPr>
                      <a:r>
                        <a:rPr lang="en-US" sz="1200" dirty="0" err="1">
                          <a:effectLst/>
                          <a:latin typeface="Calibri" panose="020F0502020204030204" pitchFamily="34" charset="0"/>
                          <a:cs typeface="Calibri" panose="020F0502020204030204" pitchFamily="34" charset="0"/>
                        </a:rPr>
                        <a:t>GetCollaboratorTimesheet</a:t>
                      </a:r>
                      <a:r>
                        <a:rPr lang="en-US" sz="1200" dirty="0">
                          <a:effectLst/>
                          <a:latin typeface="Calibri" panose="020F0502020204030204" pitchFamily="34" charset="0"/>
                          <a:cs typeface="Calibri" panose="020F0502020204030204" pitchFamily="34" charset="0"/>
                        </a:rPr>
                        <a:t> servlet</a:t>
                      </a:r>
                    </a:p>
                  </a:txBody>
                  <a:tcPr marT="95250" marB="95250"/>
                </a:tc>
                <a:extLst>
                  <a:ext uri="{0D108BD9-81ED-4DB2-BD59-A6C34878D82A}">
                    <a16:rowId xmlns:a16="http://schemas.microsoft.com/office/drawing/2014/main" val="2881289089"/>
                  </a:ext>
                </a:extLst>
              </a:tr>
              <a:tr h="331616">
                <a:tc>
                  <a:txBody>
                    <a:bodyPr/>
                    <a:lstStyle/>
                    <a:p>
                      <a:pPr fontAlgn="t">
                        <a:buNone/>
                      </a:pPr>
                      <a:r>
                        <a:rPr lang="en-US" sz="1200" dirty="0">
                          <a:effectLst/>
                          <a:latin typeface="Calibri" panose="020F0502020204030204" pitchFamily="34" charset="0"/>
                          <a:cs typeface="Calibri" panose="020F0502020204030204" pitchFamily="34" charset="0"/>
                        </a:rPr>
                        <a:t>Assigned Projects List </a:t>
                      </a:r>
                      <a:r>
                        <a:rPr lang="it-IT" sz="1200" baseline="0" noProof="0" dirty="0">
                          <a:latin typeface="Calibri" panose="020F0502020204030204" pitchFamily="34" charset="0"/>
                          <a:cs typeface="Calibri" panose="020F0502020204030204" pitchFamily="34" charset="0"/>
                          <a:sym typeface="Wingdings" panose="05000000000000000000" pitchFamily="2" charset="2"/>
                        </a:rPr>
                        <a:t></a:t>
                      </a:r>
                      <a:r>
                        <a:rPr lang="en-US" sz="1200" dirty="0">
                          <a:effectLst/>
                          <a:latin typeface="Calibri" panose="020F0502020204030204" pitchFamily="34" charset="0"/>
                          <a:cs typeface="Calibri" panose="020F0502020204030204" pitchFamily="34" charset="0"/>
                        </a:rPr>
                        <a:t> </a:t>
                      </a:r>
                      <a:r>
                        <a:rPr lang="en-US" sz="1200" dirty="0">
                          <a:solidFill>
                            <a:srgbClr val="FF0000"/>
                          </a:solidFill>
                          <a:effectLst/>
                          <a:latin typeface="Calibri" panose="020F0502020204030204" pitchFamily="34" charset="0"/>
                          <a:cs typeface="Calibri" panose="020F0502020204030204" pitchFamily="34" charset="0"/>
                        </a:rPr>
                        <a:t>select project</a:t>
                      </a:r>
                    </a:p>
                  </a:txBody>
                  <a:tcPr marR="228600" marT="95250" marB="95250"/>
                </a:tc>
                <a:tc>
                  <a:txBody>
                    <a:bodyPr/>
                    <a:lstStyle/>
                    <a:p>
                      <a:pPr fontAlgn="t">
                        <a:buNone/>
                      </a:pPr>
                      <a:r>
                        <a:rPr lang="en-US" sz="1200" dirty="0">
                          <a:effectLst/>
                          <a:latin typeface="Calibri" panose="020F0502020204030204" pitchFamily="34" charset="0"/>
                          <a:cs typeface="Calibri" panose="020F0502020204030204" pitchFamily="34" charset="0"/>
                        </a:rPr>
                        <a:t>Function </a:t>
                      </a:r>
                      <a:r>
                        <a:rPr lang="en-US" sz="1200" dirty="0" err="1">
                          <a:effectLst/>
                          <a:latin typeface="Calibri" panose="020F0502020204030204" pitchFamily="34" charset="0"/>
                          <a:cs typeface="Calibri" panose="020F0502020204030204" pitchFamily="34" charset="0"/>
                        </a:rPr>
                        <a:t>CollaboratorTimesheet.show</a:t>
                      </a:r>
                      <a:endParaRPr lang="en-US" sz="1200" dirty="0">
                        <a:effectLst/>
                        <a:latin typeface="Calibri" panose="020F0502020204030204" pitchFamily="34" charset="0"/>
                        <a:cs typeface="Calibri" panose="020F0502020204030204" pitchFamily="34" charset="0"/>
                      </a:endParaRPr>
                    </a:p>
                  </a:txBody>
                  <a:tcPr marR="228600" marT="95250" marB="95250"/>
                </a:tc>
                <a:tc>
                  <a:txBody>
                    <a:bodyPr/>
                    <a:lstStyle/>
                    <a:p>
                      <a:pPr fontAlgn="t">
                        <a:buNone/>
                      </a:pPr>
                      <a:r>
                        <a:rPr lang="en-US" sz="1200">
                          <a:effectLst/>
                          <a:latin typeface="Calibri" panose="020F0502020204030204" pitchFamily="34" charset="0"/>
                          <a:cs typeface="Calibri" panose="020F0502020204030204" pitchFamily="34" charset="0"/>
                        </a:rPr>
                        <a:t>-</a:t>
                      </a:r>
                    </a:p>
                  </a:txBody>
                  <a:tcPr marR="228600" marT="95250" marB="95250"/>
                </a:tc>
                <a:tc>
                  <a:txBody>
                    <a:bodyPr/>
                    <a:lstStyle/>
                    <a:p>
                      <a:pPr fontAlgn="t">
                        <a:buNone/>
                      </a:pPr>
                      <a:r>
                        <a:rPr lang="en-US" sz="1200" dirty="0">
                          <a:effectLst/>
                          <a:latin typeface="Calibri" panose="020F0502020204030204" pitchFamily="34" charset="0"/>
                          <a:cs typeface="Calibri" panose="020F0502020204030204" pitchFamily="34" charset="0"/>
                        </a:rPr>
                        <a:t>-</a:t>
                      </a:r>
                    </a:p>
                  </a:txBody>
                  <a:tcPr marT="95250" marB="95250"/>
                </a:tc>
                <a:extLst>
                  <a:ext uri="{0D108BD9-81ED-4DB2-BD59-A6C34878D82A}">
                    <a16:rowId xmlns:a16="http://schemas.microsoft.com/office/drawing/2014/main" val="2739746182"/>
                  </a:ext>
                </a:extLst>
              </a:tr>
              <a:tr h="0">
                <a:tc>
                  <a:txBody>
                    <a:bodyPr/>
                    <a:lstStyle/>
                    <a:p>
                      <a:pPr fontAlgn="t">
                        <a:buNone/>
                      </a:pPr>
                      <a:r>
                        <a:rPr lang="en-US" sz="1200" dirty="0">
                          <a:effectLst/>
                          <a:latin typeface="Calibri" panose="020F0502020204030204" pitchFamily="34" charset="0"/>
                          <a:cs typeface="Calibri" panose="020F0502020204030204" pitchFamily="34" charset="0"/>
                        </a:rPr>
                        <a:t>Collaborator Timesheet Cell </a:t>
                      </a:r>
                      <a:r>
                        <a:rPr lang="it-IT" sz="1200" baseline="0" noProof="0" dirty="0">
                          <a:latin typeface="Calibri" panose="020F0502020204030204" pitchFamily="34" charset="0"/>
                          <a:cs typeface="Calibri" panose="020F0502020204030204" pitchFamily="34" charset="0"/>
                          <a:sym typeface="Wingdings" panose="05000000000000000000" pitchFamily="2" charset="2"/>
                        </a:rPr>
                        <a:t></a:t>
                      </a:r>
                      <a:r>
                        <a:rPr lang="en-US" sz="1200" dirty="0">
                          <a:effectLst/>
                          <a:latin typeface="Calibri" panose="020F0502020204030204" pitchFamily="34" charset="0"/>
                          <a:cs typeface="Calibri" panose="020F0502020204030204" pitchFamily="34" charset="0"/>
                        </a:rPr>
                        <a:t> </a:t>
                      </a:r>
                      <a:r>
                        <a:rPr lang="en-US" sz="1200" dirty="0">
                          <a:solidFill>
                            <a:srgbClr val="FF0000"/>
                          </a:solidFill>
                          <a:effectLst/>
                          <a:latin typeface="Calibri" panose="020F0502020204030204" pitchFamily="34" charset="0"/>
                          <a:cs typeface="Calibri" panose="020F0502020204030204" pitchFamily="34" charset="0"/>
                        </a:rPr>
                        <a:t>mouse out</a:t>
                      </a:r>
                    </a:p>
                  </a:txBody>
                  <a:tcPr marT="95250" marB="95250"/>
                </a:tc>
                <a:tc>
                  <a:txBody>
                    <a:bodyPr/>
                    <a:lstStyle/>
                    <a:p>
                      <a:pPr fontAlgn="t">
                        <a:buNone/>
                      </a:pPr>
                      <a:r>
                        <a:rPr lang="en-US" sz="1200" dirty="0">
                          <a:effectLst/>
                          <a:latin typeface="Calibri" panose="020F0502020204030204" pitchFamily="34" charset="0"/>
                          <a:cs typeface="Calibri" panose="020F0502020204030204" pitchFamily="34" charset="0"/>
                        </a:rPr>
                        <a:t>Function </a:t>
                      </a:r>
                      <a:r>
                        <a:rPr lang="en-US" sz="1200" dirty="0" err="1">
                          <a:effectLst/>
                          <a:latin typeface="Calibri" panose="020F0502020204030204" pitchFamily="34" charset="0"/>
                          <a:cs typeface="Calibri" panose="020F0502020204030204" pitchFamily="34" charset="0"/>
                        </a:rPr>
                        <a:t>makeCall</a:t>
                      </a:r>
                      <a:endParaRPr lang="en-US" sz="1200" dirty="0">
                        <a:effectLst/>
                        <a:latin typeface="Calibri" panose="020F0502020204030204" pitchFamily="34" charset="0"/>
                        <a:cs typeface="Calibri" panose="020F0502020204030204" pitchFamily="34" charset="0"/>
                      </a:endParaRPr>
                    </a:p>
                  </a:txBody>
                  <a:tcPr marR="228600" marT="95250" marB="95250"/>
                </a:tc>
                <a:tc>
                  <a:txBody>
                    <a:bodyPr/>
                    <a:lstStyle/>
                    <a:p>
                      <a:pPr fontAlgn="t">
                        <a:buNone/>
                      </a:pPr>
                      <a:r>
                        <a:rPr lang="en-US" sz="1200">
                          <a:effectLst/>
                          <a:latin typeface="Calibri" panose="020F0502020204030204" pitchFamily="34" charset="0"/>
                          <a:cs typeface="Calibri" panose="020F0502020204030204" pitchFamily="34" charset="0"/>
                        </a:rPr>
                        <a:t>POST(task.id, month, workedHours)</a:t>
                      </a:r>
                    </a:p>
                  </a:txBody>
                  <a:tcPr marR="228600" marT="95250" marB="95250"/>
                </a:tc>
                <a:tc>
                  <a:txBody>
                    <a:bodyPr/>
                    <a:lstStyle/>
                    <a:p>
                      <a:pPr fontAlgn="t">
                        <a:buNone/>
                      </a:pPr>
                      <a:r>
                        <a:rPr lang="en-US" sz="1200" dirty="0" err="1">
                          <a:effectLst/>
                          <a:latin typeface="Calibri" panose="020F0502020204030204" pitchFamily="34" charset="0"/>
                          <a:cs typeface="Calibri" panose="020F0502020204030204" pitchFamily="34" charset="0"/>
                        </a:rPr>
                        <a:t>UpdateCollaboratorWorkedHours</a:t>
                      </a:r>
                      <a:r>
                        <a:rPr lang="en-US" sz="1200" dirty="0">
                          <a:effectLst/>
                          <a:latin typeface="Calibri" panose="020F0502020204030204" pitchFamily="34" charset="0"/>
                          <a:cs typeface="Calibri" panose="020F0502020204030204" pitchFamily="34" charset="0"/>
                        </a:rPr>
                        <a:t> servlet</a:t>
                      </a:r>
                    </a:p>
                  </a:txBody>
                  <a:tcPr marT="95250" marB="95250"/>
                </a:tc>
                <a:extLst>
                  <a:ext uri="{0D108BD9-81ED-4DB2-BD59-A6C34878D82A}">
                    <a16:rowId xmlns:a16="http://schemas.microsoft.com/office/drawing/2014/main" val="954604780"/>
                  </a:ext>
                </a:extLst>
              </a:tr>
            </a:tbl>
          </a:graphicData>
        </a:graphic>
      </p:graphicFrame>
    </p:spTree>
    <p:extLst>
      <p:ext uri="{BB962C8B-B14F-4D97-AF65-F5344CB8AC3E}">
        <p14:creationId xmlns:p14="http://schemas.microsoft.com/office/powerpoint/2010/main" val="932872595"/>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2687</TotalTime>
  <Words>5304</Words>
  <Application>Microsoft Macintosh PowerPoint</Application>
  <PresentationFormat>Widescreen</PresentationFormat>
  <Paragraphs>785</Paragraphs>
  <Slides>49</Slides>
  <Notes>9</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49</vt:i4>
      </vt:variant>
    </vt:vector>
  </HeadingPairs>
  <TitlesOfParts>
    <vt:vector size="54" baseType="lpstr">
      <vt:lpstr>Aptos</vt:lpstr>
      <vt:lpstr>Aptos Display</vt:lpstr>
      <vt:lpstr>Arial</vt:lpstr>
      <vt:lpstr>Calibri</vt:lpstr>
      <vt:lpstr>Office Theme</vt:lpstr>
      <vt:lpstr>Gestione e rendicontazione progetti</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 </dc:creator>
  <cp:lastModifiedBy> </cp:lastModifiedBy>
  <cp:revision>123</cp:revision>
  <dcterms:created xsi:type="dcterms:W3CDTF">2026-05-27T11:53:25Z</dcterms:created>
  <dcterms:modified xsi:type="dcterms:W3CDTF">2026-06-15T22:52:18Z</dcterms:modified>
</cp:coreProperties>
</file>